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Arial Narrow"/>
      <p:regular r:id="rId36"/>
      <p:bold r:id="rId37"/>
      <p:italic r:id="rId38"/>
      <p:boldItalic r:id="rId39"/>
    </p:embeddedFont>
    <p:embeddedFont>
      <p:font typeface="Tahoma"/>
      <p:regular r:id="rId40"/>
      <p:bold r:id="rId41"/>
    </p:embeddedFont>
    <p:embeddedFont>
      <p:font typeface="Arial Black"/>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8">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43" roundtripDataSignature="AMtx7mgeyN2OIJ4G3H1vWBYfAX01bZAQ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8"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5.xml"/><Relationship Id="rId42" Type="http://schemas.openxmlformats.org/officeDocument/2006/relationships/font" Target="fonts/ArialBlack-regular.fntdata"/><Relationship Id="rId41" Type="http://schemas.openxmlformats.org/officeDocument/2006/relationships/font" Target="fonts/Tahoma-bold.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rialNarrow-bold.fntdata"/><Relationship Id="rId14" Type="http://schemas.openxmlformats.org/officeDocument/2006/relationships/slide" Target="slides/slide9.xml"/><Relationship Id="rId36" Type="http://schemas.openxmlformats.org/officeDocument/2006/relationships/font" Target="fonts/ArialNarrow-regular.fntdata"/><Relationship Id="rId17" Type="http://schemas.openxmlformats.org/officeDocument/2006/relationships/slide" Target="slides/slide12.xml"/><Relationship Id="rId39" Type="http://schemas.openxmlformats.org/officeDocument/2006/relationships/font" Target="fonts/ArialNarrow-boldItalic.fntdata"/><Relationship Id="rId16" Type="http://schemas.openxmlformats.org/officeDocument/2006/relationships/slide" Target="slides/slide11.xml"/><Relationship Id="rId38" Type="http://schemas.openxmlformats.org/officeDocument/2006/relationships/font" Target="fonts/ArialNarrow-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The chances are that you will have to deliver a number of oral presentations throughout your career. You may not speak before large audiences of employees or the media, but you'll certainly be expected to present ideas to your colleagues, make sales presentations to potential customers, or engage in other kinds of spoken communication. </a:t>
            </a:r>
            <a:endParaRPr/>
          </a:p>
          <a:p>
            <a:pPr indent="0" lvl="0" marL="0" rtl="0" algn="l">
              <a:lnSpc>
                <a:spcPct val="100000"/>
              </a:lnSpc>
              <a:spcBef>
                <a:spcPts val="0"/>
              </a:spcBef>
              <a:spcAft>
                <a:spcPts val="0"/>
              </a:spcAft>
              <a:buClr>
                <a:srgbClr val="000000"/>
              </a:buClr>
              <a:buSzPts val="1800"/>
              <a:buNone/>
            </a:pPr>
            <a:r>
              <a:rPr lang="en-US">
                <a:solidFill>
                  <a:srgbClr val="000000"/>
                </a:solidFill>
              </a:rPr>
              <a:t>Regardless of your job or the purpose of your presentation, you will be more effective if you adopt an oral presentation process that follows three steps:</a:t>
            </a:r>
            <a:endParaRPr/>
          </a:p>
          <a:p>
            <a:pPr indent="0" lvl="0" marL="0" rtl="0" algn="l">
              <a:lnSpc>
                <a:spcPct val="100000"/>
              </a:lnSpc>
              <a:spcBef>
                <a:spcPts val="0"/>
              </a:spcBef>
              <a:spcAft>
                <a:spcPts val="0"/>
              </a:spcAft>
              <a:buClr>
                <a:srgbClr val="000000"/>
              </a:buClr>
              <a:buSzPts val="1800"/>
              <a:buNone/>
            </a:pPr>
            <a:r>
              <a:rPr lang="en-US">
                <a:solidFill>
                  <a:srgbClr val="000000"/>
                </a:solidFill>
              </a:rPr>
              <a:t>1. 	Plan your presentation.</a:t>
            </a:r>
            <a:endParaRPr/>
          </a:p>
          <a:p>
            <a:pPr indent="0" lvl="0" marL="0" rtl="0" algn="l">
              <a:lnSpc>
                <a:spcPct val="100000"/>
              </a:lnSpc>
              <a:spcBef>
                <a:spcPts val="0"/>
              </a:spcBef>
              <a:spcAft>
                <a:spcPts val="0"/>
              </a:spcAft>
              <a:buClr>
                <a:srgbClr val="000000"/>
              </a:buClr>
              <a:buSzPts val="1800"/>
              <a:buNone/>
            </a:pPr>
            <a:r>
              <a:rPr lang="en-US">
                <a:solidFill>
                  <a:srgbClr val="000000"/>
                </a:solidFill>
              </a:rPr>
              <a:t>2. 	Write your presentation.</a:t>
            </a:r>
            <a:endParaRPr/>
          </a:p>
          <a:p>
            <a:pPr indent="0" lvl="0" marL="0" rtl="0" algn="l">
              <a:lnSpc>
                <a:spcPct val="100000"/>
              </a:lnSpc>
              <a:spcBef>
                <a:spcPts val="0"/>
              </a:spcBef>
              <a:spcAft>
                <a:spcPts val="0"/>
              </a:spcAft>
              <a:buClr>
                <a:srgbClr val="000000"/>
              </a:buClr>
              <a:buSzPts val="1800"/>
              <a:buNone/>
            </a:pPr>
            <a:r>
              <a:rPr lang="en-US">
                <a:solidFill>
                  <a:srgbClr val="000000"/>
                </a:solidFill>
              </a:rPr>
              <a:t>3. 	Complete your presentation.</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3" name="Google Shape;11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Developing a major presentation is much like writing a formal report, except that you need to adjust your technique to an oral channel. Speaking before a group offers certain opportunities: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Immediate audience feedback.</a:t>
            </a:r>
            <a:r>
              <a:rPr lang="en-US">
                <a:solidFill>
                  <a:srgbClr val="000000"/>
                </a:solidFill>
              </a:rPr>
              <a:t> You can transmit information, but you can also receive audience feedback without delay.</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Immediate modification to suit audience needs.</a:t>
            </a:r>
            <a:r>
              <a:rPr lang="en-US">
                <a:solidFill>
                  <a:srgbClr val="000000"/>
                </a:solidFill>
              </a:rPr>
              <a:t> You can adjust both the content and the delivery of your message as you go along to clarify or to be more compelling.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Nonverbal reinforcement.</a:t>
            </a:r>
            <a:r>
              <a:rPr lang="en-US">
                <a:solidFill>
                  <a:srgbClr val="000000"/>
                </a:solidFill>
              </a:rPr>
              <a:t> You also have the opportunity to use nonverbal cues to express your meaning and emphasize what’s important. </a:t>
            </a:r>
            <a:endParaRPr/>
          </a:p>
          <a:p>
            <a:pPr indent="0" lvl="0" marL="0" rtl="0" algn="l">
              <a:lnSpc>
                <a:spcPct val="100000"/>
              </a:lnSpc>
              <a:spcBef>
                <a:spcPts val="0"/>
              </a:spcBef>
              <a:spcAft>
                <a:spcPts val="0"/>
              </a:spcAft>
              <a:buClr>
                <a:srgbClr val="000000"/>
              </a:buClr>
              <a:buSzPts val="1800"/>
              <a:buNone/>
            </a:pPr>
            <a:r>
              <a:rPr lang="en-US">
                <a:solidFill>
                  <a:srgbClr val="000000"/>
                </a:solidFill>
              </a:rPr>
              <a:t>Using an oral communication channel presents you with the some challenges: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Maintaining control.</a:t>
            </a:r>
            <a:r>
              <a:rPr lang="en-US">
                <a:solidFill>
                  <a:srgbClr val="000000"/>
                </a:solidFill>
              </a:rPr>
              <a:t> The more you expect to interact with your audience, the less control you'll have of the situation.</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Helping your audience follow what you’re saying.</a:t>
            </a:r>
            <a:r>
              <a:rPr lang="en-US">
                <a:solidFill>
                  <a:srgbClr val="000000"/>
                </a:solidFill>
              </a:rPr>
              <a:t> Since listeners cannot refer back and forth to what has been or will be said, you must work harder to clarify where you’re going and help them stay on track.</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Shifting topics smoothly.</a:t>
            </a:r>
            <a:r>
              <a:rPr lang="en-US">
                <a:solidFill>
                  <a:srgbClr val="000000"/>
                </a:solidFill>
              </a:rPr>
              <a:t> Halfway through your presentation, a comment from someone in the audience might force you to shift topics. If you anticipate such shifts, you can prepare for them as you compose your presentation.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5" name="Google Shape;14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Planning oral presentations is much like planning any other business message: It requires analyzing your purpose and your audience, investigating necessary information, and adapting your message to the occasion and your audience so that you can establish a good relationship. </a:t>
            </a:r>
            <a:endParaRPr/>
          </a:p>
          <a:p>
            <a:pPr indent="0" lvl="0" marL="0" rtl="0" algn="l">
              <a:lnSpc>
                <a:spcPct val="100000"/>
              </a:lnSpc>
              <a:spcBef>
                <a:spcPts val="0"/>
              </a:spcBef>
              <a:spcAft>
                <a:spcPts val="0"/>
              </a:spcAft>
              <a:buClr>
                <a:srgbClr val="000000"/>
              </a:buClr>
              <a:buSzPts val="1800"/>
              <a:buNone/>
            </a:pPr>
            <a:r>
              <a:rPr lang="en-US">
                <a:solidFill>
                  <a:srgbClr val="000000"/>
                </a:solidFill>
              </a:rPr>
              <a:t>However, because presentations are delivered orally under relatively public circumstances, they require a few special communication techniques. For one thing, a presentation is a one-time event; your audience cannot leaf back through printed pages to review something you said earlier. You must make sure that audience members will hear what you say and remember it. To do so, you must capture their attention immediately and keep them interested. Otherwise, you'll lose them, and chances are you won't get them back. So when you prepare your presentation, begin by defining your purpose clearly and thinking of ways to engage your audience.</a:t>
            </a:r>
            <a:endParaRPr/>
          </a:p>
          <a:p>
            <a:pPr indent="0" lvl="0" marL="0" rtl="0" algn="l">
              <a:lnSpc>
                <a:spcPct val="100000"/>
              </a:lnSpc>
              <a:spcBef>
                <a:spcPts val="0"/>
              </a:spcBef>
              <a:spcAft>
                <a:spcPts val="0"/>
              </a:spcAft>
              <a:buSzPts val="1800"/>
              <a:buNone/>
            </a:pPr>
            <a:r>
              <a:t/>
            </a:r>
            <a:endParaRPr>
              <a:solidFill>
                <a:srgbClr val="000000"/>
              </a:solidFill>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9" name="Google Shape;15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Oral presentations can be categorized according to their purpose. The four basic reasons for giving a presentation are to inform, to persuade, to motivate, and to entertain. </a:t>
            </a:r>
            <a:endParaRPr/>
          </a:p>
          <a:p>
            <a:pPr indent="0" lvl="0" marL="0" rtl="0" algn="l">
              <a:lnSpc>
                <a:spcPct val="100000"/>
              </a:lnSpc>
              <a:spcBef>
                <a:spcPts val="0"/>
              </a:spcBef>
              <a:spcAft>
                <a:spcPts val="0"/>
              </a:spcAft>
              <a:buClr>
                <a:srgbClr val="000000"/>
              </a:buClr>
              <a:buSzPts val="1800"/>
              <a:buNone/>
            </a:pPr>
            <a:r>
              <a:rPr lang="en-US">
                <a:solidFill>
                  <a:srgbClr val="000000"/>
                </a:solidFill>
              </a:rPr>
              <a:t>Most of your presentations or speeches will be informative, requiring a straightforward statement of the facts. If you’re involved in a marketing or sales position, however, you’ll probably be writing and delivering quite a few persuasive presentations and speeches.  Motivational speeches tend to be more specialized, so many companies bring in outside professional speakers to handle this type of presentation. Entertainment speeches are perhaps the rarest in the business world; they are usually limited to after-dinner speeches and to speeches at conventions or retreats.</a:t>
            </a:r>
            <a:endParaRPr/>
          </a:p>
          <a:p>
            <a:pPr indent="0" lvl="0" marL="0" rtl="0" algn="l">
              <a:lnSpc>
                <a:spcPct val="100000"/>
              </a:lnSpc>
              <a:spcBef>
                <a:spcPts val="0"/>
              </a:spcBef>
              <a:spcAft>
                <a:spcPts val="0"/>
              </a:spcAft>
              <a:buClr>
                <a:srgbClr val="000000"/>
              </a:buClr>
              <a:buSzPts val="1800"/>
              <a:buNone/>
            </a:pPr>
            <a:r>
              <a:rPr lang="en-US">
                <a:solidFill>
                  <a:srgbClr val="000000"/>
                </a:solidFill>
              </a:rPr>
              <a:t>Whatever your purpose, your speech will be more effective if you keep your audience interested in your message. To do so, you must understand who your audience members are and what they need.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4" name="Google Shape;18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You may not ever actually write out a presentation word for word. But that doesn't mean that developing its content will be any easier or quicker than preparing a written document. Speaking intelligently about a topic may actually involve more work and more time than preparing a written document about the same topic.</a:t>
            </a:r>
            <a:endParaRPr/>
          </a:p>
          <a:p>
            <a:pPr indent="0" lvl="0" marL="0" rtl="0" algn="l">
              <a:lnSpc>
                <a:spcPct val="100000"/>
              </a:lnSpc>
              <a:spcBef>
                <a:spcPts val="0"/>
              </a:spcBef>
              <a:spcAft>
                <a:spcPts val="0"/>
              </a:spcAft>
              <a:buClr>
                <a:srgbClr val="000000"/>
              </a:buClr>
              <a:buSzPts val="1800"/>
              <a:buNone/>
            </a:pPr>
            <a:r>
              <a:rPr lang="en-US">
                <a:solidFill>
                  <a:srgbClr val="000000"/>
                </a:solidFill>
              </a:rPr>
              <a:t>Writing effective oral presentations involves four phases: organizing the message, creating the introduction, composing the body, and writing the conclusion.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6" name="Google Shape;20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You should organize an oral message just as you would organize a written message, by focusing on your audience as you define your main idea, limit your scope, choose your approach, prepare your outline, and decide on the most effective style for your presentation.</a:t>
            </a:r>
            <a:endParaRPr/>
          </a:p>
          <a:p>
            <a:pPr indent="0" lvl="0" marL="0" rtl="0" algn="l">
              <a:lnSpc>
                <a:spcPct val="100000"/>
              </a:lnSpc>
              <a:spcBef>
                <a:spcPts val="0"/>
              </a:spcBef>
              <a:spcAft>
                <a:spcPts val="0"/>
              </a:spcAft>
              <a:buClr>
                <a:srgbClr val="000000"/>
              </a:buClr>
              <a:buSzPts val="1800"/>
              <a:buNone/>
            </a:pPr>
            <a:r>
              <a:rPr lang="en-US">
                <a:solidFill>
                  <a:srgbClr val="000000"/>
                </a:solidFill>
              </a:rPr>
              <a:t>What is the one message you want audience members to walk away with? Look for a one-sentence generalization that links your subject and purpose to your audience's frame of reference, much as an advertising slogan points out how a product can benefit consumers. </a:t>
            </a:r>
            <a:endParaRPr/>
          </a:p>
          <a:p>
            <a:pPr indent="0" lvl="0" marL="0" rtl="0" algn="l">
              <a:lnSpc>
                <a:spcPct val="100000"/>
              </a:lnSpc>
              <a:spcBef>
                <a:spcPts val="0"/>
              </a:spcBef>
              <a:spcAft>
                <a:spcPts val="0"/>
              </a:spcAft>
              <a:buClr>
                <a:srgbClr val="000000"/>
              </a:buClr>
              <a:buSzPts val="1800"/>
              <a:buNone/>
            </a:pPr>
            <a:r>
              <a:rPr lang="en-US">
                <a:solidFill>
                  <a:srgbClr val="000000"/>
                </a:solidFill>
              </a:rPr>
              <a:t>Effective presentations not only focus on the audience’s needs but also tailor the material to the time allowed, which is often strictly regulated. </a:t>
            </a:r>
            <a:endParaRPr/>
          </a:p>
          <a:p>
            <a:pPr indent="0" lvl="0" marL="0" rtl="0" algn="l">
              <a:lnSpc>
                <a:spcPct val="100000"/>
              </a:lnSpc>
              <a:spcBef>
                <a:spcPts val="0"/>
              </a:spcBef>
              <a:spcAft>
                <a:spcPts val="0"/>
              </a:spcAft>
              <a:buClr>
                <a:srgbClr val="000000"/>
              </a:buClr>
              <a:buSzPts val="1800"/>
              <a:buNone/>
            </a:pPr>
            <a:r>
              <a:rPr lang="en-US">
                <a:solidFill>
                  <a:srgbClr val="000000"/>
                </a:solidFill>
              </a:rPr>
              <a:t>Use the direct approach if the subject involves routine information or good news; use the indirect approach if the subject involves bad news or persuasion. </a:t>
            </a:r>
            <a:endParaRPr/>
          </a:p>
          <a:p>
            <a:pPr indent="0" lvl="0" marL="0" rtl="0" algn="l">
              <a:lnSpc>
                <a:spcPct val="100000"/>
              </a:lnSpc>
              <a:spcBef>
                <a:spcPts val="0"/>
              </a:spcBef>
              <a:spcAft>
                <a:spcPts val="0"/>
              </a:spcAft>
              <a:buClr>
                <a:srgbClr val="000000"/>
              </a:buClr>
              <a:buSzPts val="1800"/>
              <a:buNone/>
            </a:pPr>
            <a:r>
              <a:rPr lang="en-US">
                <a:solidFill>
                  <a:srgbClr val="000000"/>
                </a:solidFill>
              </a:rPr>
              <a:t>A carefully prepared outline can be more than just the starting point for composing a speech or presentation. It will help you stay on task. Use it to make sure your message accomplishes its purpose. Your outline will help you keep your presentation both audience centered and within the allotted time.</a:t>
            </a:r>
            <a:endParaRPr/>
          </a:p>
          <a:p>
            <a:pPr indent="0" lvl="0" marL="0" rtl="0" algn="l">
              <a:lnSpc>
                <a:spcPct val="100000"/>
              </a:lnSpc>
              <a:spcBef>
                <a:spcPts val="0"/>
              </a:spcBef>
              <a:spcAft>
                <a:spcPts val="0"/>
              </a:spcAft>
              <a:buClr>
                <a:srgbClr val="000000"/>
              </a:buClr>
              <a:buSzPts val="1800"/>
              <a:buNone/>
            </a:pPr>
            <a:r>
              <a:rPr lang="en-US">
                <a:solidFill>
                  <a:srgbClr val="000000"/>
                </a:solidFill>
              </a:rPr>
              <a:t>Choose your style to fit the occasion. Your audience's size, your subject, your purpose, your budget, and the time available for preparation all influence your style.</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2" name="Google Shape;2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A good introduction arouses the audience’s interest in your topic, establishes your credibility, and prepares the audience for what will follow.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Arouse audience interest. </a:t>
            </a:r>
            <a:r>
              <a:rPr lang="en-US">
                <a:solidFill>
                  <a:srgbClr val="000000"/>
                </a:solidFill>
              </a:rPr>
              <a:t>Start by capturing the audience’s attention. If you are presenting to a small group, involve the audience, encouraging comments from listeners. When speaking to a large group, responding to comments can interrupt the flow of information, weaken your argument, and reduce your control of the situation. Therefore, it’s best to ask people to hold questions until you’re finished--be sure to allow ample time after your remarks.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Build your credibility. </a:t>
            </a:r>
            <a:r>
              <a:rPr lang="en-US">
                <a:solidFill>
                  <a:srgbClr val="000000"/>
                </a:solidFill>
              </a:rPr>
              <a:t>Establish your credentials quickly—people will decide about you within a few minutes. Building credibility is easy for a familiar, open-minded audience. For strangers (especially skeptical ones), try letting someone else introduce you. If introducing yourself, keep your comments simple, and don't be afraid to mention your accomplishments.</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Previewing your presentation.</a:t>
            </a:r>
            <a:r>
              <a:rPr lang="en-US">
                <a:solidFill>
                  <a:srgbClr val="000000"/>
                </a:solidFill>
              </a:rPr>
              <a:t> Help your audience understand the structure and contents of your message. Give them cues to figure out how the main points of the message fit together. Summarize the main idea, identify the supporting points, and indicate the order in which you’ll develop them. Establish the framework so that your audience will understand how the facts and figures are related to your main idea as you move into the body of your presentation.</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9" name="Google Shape;31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The bulk of your speech or presentation is devoted to a discussion of the three or four main points in your outline. Use the same organizational patterns you'd use in a letter, memo, or report, but keep things simple. </a:t>
            </a:r>
            <a:endParaRPr/>
          </a:p>
          <a:p>
            <a:pPr indent="0" lvl="0" marL="0" rtl="0" algn="l">
              <a:lnSpc>
                <a:spcPct val="100000"/>
              </a:lnSpc>
              <a:spcBef>
                <a:spcPts val="0"/>
              </a:spcBef>
              <a:spcAft>
                <a:spcPts val="0"/>
              </a:spcAft>
              <a:buClr>
                <a:srgbClr val="000000"/>
              </a:buClr>
              <a:buSzPts val="1800"/>
              <a:buNone/>
            </a:pPr>
            <a:r>
              <a:rPr lang="en-US">
                <a:solidFill>
                  <a:srgbClr val="000000"/>
                </a:solidFill>
              </a:rPr>
              <a:t>An oral presentation must rely on words to link various parts and ideas. For small links between sentences and paragraphs, use one or two transitional words: </a:t>
            </a:r>
            <a:r>
              <a:rPr i="1" lang="en-US">
                <a:solidFill>
                  <a:srgbClr val="000000"/>
                </a:solidFill>
              </a:rPr>
              <a:t>therefore, because, in addition, in contrast, moreover, for example, consequently, nevertheless, </a:t>
            </a:r>
            <a:r>
              <a:rPr lang="en-US">
                <a:solidFill>
                  <a:srgbClr val="000000"/>
                </a:solidFill>
              </a:rPr>
              <a:t>or </a:t>
            </a:r>
            <a:r>
              <a:rPr i="1" lang="en-US">
                <a:solidFill>
                  <a:srgbClr val="000000"/>
                </a:solidFill>
              </a:rPr>
              <a:t>finally</a:t>
            </a:r>
            <a:r>
              <a:rPr lang="en-US">
                <a:solidFill>
                  <a:srgbClr val="000000"/>
                </a:solidFill>
              </a:rPr>
              <a:t>. To link major sections of a presentation, use complete sentences or paragraphs, such as "Now that we've reviewed the problem, let's take a look at some solutions." Every time you shift topics, be sure to stress the connection between ideas. Summarize what's been said, and then preview what's to come. The longer your presentation, the more important your transitions become. </a:t>
            </a:r>
            <a:endParaRPr/>
          </a:p>
          <a:p>
            <a:pPr indent="0" lvl="0" marL="0" rtl="0" algn="l">
              <a:lnSpc>
                <a:spcPct val="100000"/>
              </a:lnSpc>
              <a:spcBef>
                <a:spcPts val="0"/>
              </a:spcBef>
              <a:spcAft>
                <a:spcPts val="0"/>
              </a:spcAft>
              <a:buClr>
                <a:srgbClr val="000000"/>
              </a:buClr>
              <a:buSzPts val="1800"/>
              <a:buNone/>
            </a:pPr>
            <a:r>
              <a:rPr lang="en-US">
                <a:solidFill>
                  <a:srgbClr val="000000"/>
                </a:solidFill>
              </a:rPr>
              <a:t>You also have to hold your audience's attention. Here are a few helpful tips for engaging an audience:</a:t>
            </a:r>
            <a:endParaRPr/>
          </a:p>
          <a:p>
            <a:pPr indent="0" lvl="0" marL="0" rtl="0" algn="l">
              <a:lnSpc>
                <a:spcPct val="100000"/>
              </a:lnSpc>
              <a:spcBef>
                <a:spcPts val="0"/>
              </a:spcBef>
              <a:spcAft>
                <a:spcPts val="0"/>
              </a:spcAft>
              <a:buSzPts val="1400"/>
              <a:buNone/>
            </a:pPr>
            <a:r>
              <a:rPr lang="en-US">
                <a:solidFill>
                  <a:srgbClr val="000000"/>
                </a:solidFill>
              </a:rPr>
              <a:t>Relate your subject to your audience's needs. </a:t>
            </a:r>
            <a:endParaRPr/>
          </a:p>
          <a:p>
            <a:pPr indent="0" lvl="0" marL="0" rtl="0" algn="l">
              <a:lnSpc>
                <a:spcPct val="100000"/>
              </a:lnSpc>
              <a:spcBef>
                <a:spcPts val="0"/>
              </a:spcBef>
              <a:spcAft>
                <a:spcPts val="0"/>
              </a:spcAft>
              <a:buSzPts val="1400"/>
              <a:buNone/>
            </a:pPr>
            <a:r>
              <a:rPr lang="en-US">
                <a:solidFill>
                  <a:srgbClr val="000000"/>
                </a:solidFill>
              </a:rPr>
              <a:t>Anticipate your audience’s questions. </a:t>
            </a:r>
            <a:endParaRPr/>
          </a:p>
          <a:p>
            <a:pPr indent="0" lvl="0" marL="0" rtl="0" algn="l">
              <a:lnSpc>
                <a:spcPct val="100000"/>
              </a:lnSpc>
              <a:spcBef>
                <a:spcPts val="0"/>
              </a:spcBef>
              <a:spcAft>
                <a:spcPts val="0"/>
              </a:spcAft>
              <a:buSzPts val="1400"/>
              <a:buNone/>
            </a:pPr>
            <a:r>
              <a:rPr lang="en-US">
                <a:solidFill>
                  <a:srgbClr val="000000"/>
                </a:solidFill>
              </a:rPr>
              <a:t>Use clear, vivid language. </a:t>
            </a:r>
            <a:endParaRPr/>
          </a:p>
          <a:p>
            <a:pPr indent="0" lvl="0" marL="0" rtl="0" algn="l">
              <a:lnSpc>
                <a:spcPct val="100000"/>
              </a:lnSpc>
              <a:spcBef>
                <a:spcPts val="0"/>
              </a:spcBef>
              <a:spcAft>
                <a:spcPts val="0"/>
              </a:spcAft>
              <a:buSzPts val="1400"/>
              <a:buNone/>
            </a:pPr>
            <a:r>
              <a:rPr lang="en-US">
                <a:solidFill>
                  <a:srgbClr val="000000"/>
                </a:solidFill>
              </a:rPr>
              <a:t>Explain the relationship between your subject and familiar ideas. </a:t>
            </a:r>
            <a:endParaRPr/>
          </a:p>
          <a:p>
            <a:pPr indent="0" lvl="0" marL="0" rtl="0" algn="l">
              <a:lnSpc>
                <a:spcPct val="100000"/>
              </a:lnSpc>
              <a:spcBef>
                <a:spcPts val="0"/>
              </a:spcBef>
              <a:spcAft>
                <a:spcPts val="0"/>
              </a:spcAft>
              <a:buSzPts val="1400"/>
              <a:buNone/>
            </a:pPr>
            <a:r>
              <a:rPr lang="en-US">
                <a:solidFill>
                  <a:srgbClr val="000000"/>
                </a:solidFill>
              </a:rPr>
              <a:t>Ask opinions or pause occasionally for questions or comments.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97" name="Google Shape;39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The close of a speech or presentation is almost as important as the beginning because audience attention peaks at this point. Plan to devote about 10 percent of your total time to the ending. When developing your conclusion, begin by telling listeners that you're about to finish so that they'll make one final effort to listen intently.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Restating the Main Points.</a:t>
            </a:r>
            <a:r>
              <a:rPr lang="en-US">
                <a:solidFill>
                  <a:srgbClr val="000000"/>
                </a:solidFill>
              </a:rPr>
              <a:t> Once you've decided how to announce your close, plan on repeating your main idea. Be sure to emphasize what you want your audience to do or think, and state the key motivating factor. Finally, reinforce your theme by repeating the three or four main supporting points.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Describe the Next Steps.</a:t>
            </a:r>
            <a:r>
              <a:rPr lang="en-US">
                <a:solidFill>
                  <a:srgbClr val="000000"/>
                </a:solidFill>
              </a:rPr>
              <a:t> Some presentations require the audience to reach a decision or to agree to take specific action. If you expect any action to occur as a result of your speech, you must explain who is responsible for doing what. Alert people to potential difficulties or pitfalls.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End on a Strong Note.</a:t>
            </a:r>
            <a:r>
              <a:rPr lang="en-US">
                <a:solidFill>
                  <a:srgbClr val="000000"/>
                </a:solidFill>
              </a:rPr>
              <a:t> Make sure that your final remarks are encouraging and memorable. Conclude with a quote, a call to action, or some encouraging words. Your task is to leave the audience with a feeling of completeness. Do not introduce new ideas or to alter the mood of the presentation. </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74" name="Google Shape;47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To complete your oral presentation, evaluate the content of your message and edit your remarks for clarity and conciseness—as you would for any business message. Develop any visual aids for your presentation, and coordinate them with your delivery. Finally, master the art of delivery through practice and preparation, by building your confidence, and by polishing the way you present visuals and handle of questions.</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91" name="Google Shape;4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Visual aids can improve the quality and impact of your oral presentation by creating interest, illustrating points that are difficult to explain in words alone, adding variety, and increasing the audience’s ability to absorb and remember information. </a:t>
            </a:r>
            <a:endParaRPr/>
          </a:p>
          <a:p>
            <a:pPr indent="0" lvl="0" marL="0" rtl="0" algn="l">
              <a:lnSpc>
                <a:spcPct val="100000"/>
              </a:lnSpc>
              <a:spcBef>
                <a:spcPts val="0"/>
              </a:spcBef>
              <a:spcAft>
                <a:spcPts val="0"/>
              </a:spcAft>
              <a:buSzPts val="1800"/>
              <a:buNone/>
            </a:pPr>
            <a:r>
              <a:rPr lang="en-US"/>
              <a:t>As a speaker, you’ll find that visual aids can help you remember the details of the message and improve your professional image. Speakers who use visuals generally appear better prepared and more knowledgeable than speakers who do not use visuals aids. </a:t>
            </a:r>
            <a:endParaRPr/>
          </a:p>
          <a:p>
            <a:pPr indent="0" lvl="0" marL="0" rtl="0" algn="l">
              <a:lnSpc>
                <a:spcPct val="100000"/>
              </a:lnSpc>
              <a:spcBef>
                <a:spcPts val="0"/>
              </a:spcBef>
              <a:spcAft>
                <a:spcPts val="0"/>
              </a:spcAft>
              <a:buSzPts val="1800"/>
              <a:buNone/>
            </a:pPr>
            <a:r>
              <a:rPr lang="en-US"/>
              <a:t>Today’s speakers can select from a variety of visual aids to enhance oral presentations. Among the most popular types of visual aids are overhead transparencies, electronic presentations, chalkboards and whiteboards, flip charts, and 35-millimeter slides (see the next slide).</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14" name="Google Shape;51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Used as a standard visual aid for decades, an overhead transparency is a piece of clear plastic with writing or some other image on it. Transparencies are shown by placing them on an overhead projector that projects the image or writing on a screen. </a:t>
            </a:r>
            <a:endParaRPr/>
          </a:p>
          <a:p>
            <a:pPr indent="0" lvl="0" marL="0" rtl="0" algn="l">
              <a:lnSpc>
                <a:spcPct val="100000"/>
              </a:lnSpc>
              <a:spcBef>
                <a:spcPts val="0"/>
              </a:spcBef>
              <a:spcAft>
                <a:spcPts val="0"/>
              </a:spcAft>
              <a:buSzPts val="1800"/>
              <a:buNone/>
            </a:pPr>
            <a:r>
              <a:rPr lang="en-US"/>
              <a:t>An electronic presentation consists of a series of slides composed using popular computer software such as Microsoft PowerPoint.The software allows you to incorporate photos, sound, video, graphics, animation, and other movement into the slides, enabling you to capture and engage your audience like no other visual aid. </a:t>
            </a:r>
            <a:endParaRPr/>
          </a:p>
          <a:p>
            <a:pPr indent="0" lvl="0" marL="0" rtl="0" algn="l">
              <a:lnSpc>
                <a:spcPct val="100000"/>
              </a:lnSpc>
              <a:spcBef>
                <a:spcPts val="0"/>
              </a:spcBef>
              <a:spcAft>
                <a:spcPts val="0"/>
              </a:spcAft>
              <a:buSzPts val="1800"/>
              <a:buNone/>
            </a:pPr>
            <a:r>
              <a:rPr lang="en-US"/>
              <a:t>Chalkboards and whiteboards are effective tools for recording points made during small-group brainstorming sessions. Because these visual aids are produced on the spot, they offer flexibility. However, they're too informal for some situations. </a:t>
            </a:r>
            <a:endParaRPr/>
          </a:p>
          <a:p>
            <a:pPr indent="0" lvl="0" marL="0" rtl="0" algn="l">
              <a:lnSpc>
                <a:spcPct val="100000"/>
              </a:lnSpc>
              <a:spcBef>
                <a:spcPts val="0"/>
              </a:spcBef>
              <a:spcAft>
                <a:spcPts val="0"/>
              </a:spcAft>
              <a:buSzPts val="1800"/>
              <a:buNone/>
            </a:pPr>
            <a:r>
              <a:rPr lang="en-US"/>
              <a:t>Flip charts are large sheets of paper attached at the top like a tablet. These charts can be propped on an easel so that you can flip the pages as you speak, with each chart illustrating or clarifying a point. </a:t>
            </a:r>
            <a:endParaRPr/>
          </a:p>
          <a:p>
            <a:pPr indent="0" lvl="0" marL="0" rtl="0" algn="l">
              <a:lnSpc>
                <a:spcPct val="100000"/>
              </a:lnSpc>
              <a:spcBef>
                <a:spcPts val="0"/>
              </a:spcBef>
              <a:spcAft>
                <a:spcPts val="0"/>
              </a:spcAft>
              <a:buSzPts val="1800"/>
              <a:buNone/>
            </a:pPr>
            <a:r>
              <a:rPr lang="en-US"/>
              <a:t>The content of 35-millimeter slides may be text, graphics, or pictures. If you're trying to create a polished, professional atmosphere, you might find this approach worthwhile, particularly if you'll be addressing a crowd and don't mind speaking in a darkened room.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75" name="Google Shape;57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In addition to overhead transparencies, electronic presentations, chalkboards and whiteboards, flip charts, and 35-millimeter slides, the following visual aids can enhance a presentation:</a:t>
            </a:r>
            <a:endParaRPr/>
          </a:p>
          <a:p>
            <a:pPr indent="0" lvl="0" marL="0" rtl="0" algn="l">
              <a:lnSpc>
                <a:spcPct val="100000"/>
              </a:lnSpc>
              <a:spcBef>
                <a:spcPts val="0"/>
              </a:spcBef>
              <a:spcAft>
                <a:spcPts val="0"/>
              </a:spcAft>
              <a:buSzPts val="1800"/>
              <a:buNone/>
            </a:pPr>
            <a:r>
              <a:rPr lang="en-US"/>
              <a:t>In technical or scientific presentations, a sample of a product or material allows the audience to experience your subject directly. </a:t>
            </a:r>
            <a:endParaRPr/>
          </a:p>
          <a:p>
            <a:pPr indent="0" lvl="0" marL="0" rtl="0" algn="l">
              <a:lnSpc>
                <a:spcPct val="100000"/>
              </a:lnSpc>
              <a:spcBef>
                <a:spcPts val="0"/>
              </a:spcBef>
              <a:spcAft>
                <a:spcPts val="0"/>
              </a:spcAft>
              <a:buSzPts val="1800"/>
              <a:buNone/>
            </a:pPr>
            <a:r>
              <a:rPr lang="en-US"/>
              <a:t>Models built to scale are convenient representations of an object. </a:t>
            </a:r>
            <a:endParaRPr/>
          </a:p>
          <a:p>
            <a:pPr indent="0" lvl="0" marL="0" rtl="0" algn="l">
              <a:lnSpc>
                <a:spcPct val="100000"/>
              </a:lnSpc>
              <a:spcBef>
                <a:spcPts val="0"/>
              </a:spcBef>
              <a:spcAft>
                <a:spcPts val="0"/>
              </a:spcAft>
              <a:buSzPts val="1800"/>
              <a:buNone/>
            </a:pPr>
            <a:r>
              <a:rPr lang="en-US"/>
              <a:t>Audiotapes are often used to supplement a slide show or to present a precisely worded and timed message. </a:t>
            </a:r>
            <a:endParaRPr/>
          </a:p>
          <a:p>
            <a:pPr indent="0" lvl="0" marL="0" rtl="0" algn="l">
              <a:lnSpc>
                <a:spcPct val="100000"/>
              </a:lnSpc>
              <a:spcBef>
                <a:spcPts val="0"/>
              </a:spcBef>
              <a:spcAft>
                <a:spcPts val="0"/>
              </a:spcAft>
              <a:buSzPts val="1800"/>
              <a:buNone/>
            </a:pPr>
            <a:r>
              <a:rPr lang="en-US"/>
              <a:t>Filmstrips and movies can capture the audience's attention with color and movement. </a:t>
            </a:r>
            <a:endParaRPr/>
          </a:p>
          <a:p>
            <a:pPr indent="0" lvl="0" marL="0" rtl="0" algn="l">
              <a:lnSpc>
                <a:spcPct val="100000"/>
              </a:lnSpc>
              <a:spcBef>
                <a:spcPts val="0"/>
              </a:spcBef>
              <a:spcAft>
                <a:spcPts val="0"/>
              </a:spcAft>
              <a:buSzPts val="1800"/>
              <a:buNone/>
            </a:pPr>
            <a:r>
              <a:rPr lang="en-US"/>
              <a:t>Television and videotapes are good for showing demonstrations, interviews, and other events. </a:t>
            </a:r>
            <a:endParaRPr/>
          </a:p>
          <a:p>
            <a:pPr indent="0" lvl="0" marL="0" rtl="0" algn="l">
              <a:lnSpc>
                <a:spcPct val="100000"/>
              </a:lnSpc>
              <a:spcBef>
                <a:spcPts val="0"/>
              </a:spcBef>
              <a:spcAft>
                <a:spcPts val="0"/>
              </a:spcAft>
              <a:buSzPts val="1800"/>
              <a:buNone/>
            </a:pPr>
            <a:r>
              <a:rPr lang="en-US"/>
              <a:t>In addition, filmstrips, movies, television, and videotapes can be used as stand-alone vehicles (independent of a speaker) to communicate with dispersed audiences at various times.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36" name="Google Shape;63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Many business people prefer to use overhead transparencies in oral presentations for a number of reasons. They are inexpensive, easy to create, and simple to use. </a:t>
            </a:r>
            <a:endParaRPr/>
          </a:p>
          <a:p>
            <a:pPr indent="0" lvl="0" marL="0" rtl="0" algn="l">
              <a:lnSpc>
                <a:spcPct val="100000"/>
              </a:lnSpc>
              <a:spcBef>
                <a:spcPts val="0"/>
              </a:spcBef>
              <a:spcAft>
                <a:spcPts val="0"/>
              </a:spcAft>
              <a:buSzPts val="1800"/>
              <a:buNone/>
            </a:pPr>
            <a:r>
              <a:rPr lang="en-US"/>
              <a:t>You can prepare high-quality overheads using a computer and a high-resolution color inkjet or laser printer. Moreover, they require little extra equipment to show. Most conference rooms or classrooms have overhead projectors and a table large enough to stack transparencies. And, because transparency images can be projected in full daylight, speakers can maintain eye contact with the audience. They can also use special markers to write on transparencies as they present information.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63" name="Google Shape;76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In spite of these advantages, transparencies have a number of drawbacks. First, because they are in a permanent printed format, they must be replaced if their content changes. Each time you add or remove an overhead from the sequence, you must manually renumber the batch. </a:t>
            </a:r>
            <a:endParaRPr/>
          </a:p>
          <a:p>
            <a:pPr indent="0" lvl="0" marL="0" rtl="0" algn="l">
              <a:lnSpc>
                <a:spcPct val="100000"/>
              </a:lnSpc>
              <a:spcBef>
                <a:spcPts val="0"/>
              </a:spcBef>
              <a:spcAft>
                <a:spcPts val="0"/>
              </a:spcAft>
              <a:buSzPts val="1800"/>
              <a:buNone/>
            </a:pPr>
            <a:r>
              <a:rPr lang="en-US"/>
              <a:t>Transparencies are fragile: they chip, flake, scratch, and tear easily. You can protect transparencies with cardboard or plastic frames or with transparent sleeves, but these protectors are costly and are bulky to store or transport. </a:t>
            </a:r>
            <a:endParaRPr/>
          </a:p>
          <a:p>
            <a:pPr indent="0" lvl="0" marL="0" rtl="0" algn="l">
              <a:lnSpc>
                <a:spcPct val="100000"/>
              </a:lnSpc>
              <a:spcBef>
                <a:spcPts val="0"/>
              </a:spcBef>
              <a:spcAft>
                <a:spcPts val="0"/>
              </a:spcAft>
              <a:buSzPts val="1800"/>
              <a:buNone/>
            </a:pPr>
            <a:r>
              <a:rPr lang="en-US"/>
              <a:t>Overhead projectors can be noisy and a challenge to talk over. Transparencies must be aligned carefully on the overhead projector (one at a time). This requirement limits the presenter’s ability to move freely about the room.</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90" name="Google Shape;89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1" name="Google Shape;891;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The biggest advantage of electronic presentations is their computerized format, which makes it easy to perform real-time manipulation of data. You can change a graphic, add a bulleted phrase, and even alter the sequence of your slides with a simple click of the mouse. You can add animation, video clips, sound, hypertext, and other multimedia effects to slides. You can preprogram and automate the release of text and graphical elements. In addition, electronic presentations are easy to store, transport, and customize for different audiences. </a:t>
            </a:r>
            <a:endParaRPr/>
          </a:p>
          <a:p>
            <a:pPr indent="0" lvl="0" marL="0" rtl="0" algn="l">
              <a:lnSpc>
                <a:spcPct val="100000"/>
              </a:lnSpc>
              <a:spcBef>
                <a:spcPts val="0"/>
              </a:spcBef>
              <a:spcAft>
                <a:spcPts val="0"/>
              </a:spcAft>
              <a:buSzPts val="1800"/>
              <a:buNone/>
            </a:pPr>
            <a:r>
              <a:rPr lang="en-US"/>
              <a:t> Electronic presentations are not without disadvantages, however. First, electronic slides require more expensive display equipment than overhead transparencies</a:t>
            </a:r>
            <a:r>
              <a:rPr lang="en-US">
                <a:latin typeface="Times"/>
                <a:ea typeface="Times"/>
                <a:cs typeface="Times"/>
                <a:sym typeface="Times"/>
              </a:rPr>
              <a:t>—</a:t>
            </a:r>
            <a:r>
              <a:rPr lang="en-US"/>
              <a:t>especially if you are presenting to large audiences. This equipment can be complicated to use and may not be available in all situations. Second, most people spend too much time focusing on the technical components of an electronic presentation</a:t>
            </a:r>
            <a:r>
              <a:rPr lang="en-US">
                <a:latin typeface="Times"/>
                <a:ea typeface="Times"/>
                <a:cs typeface="Times"/>
                <a:sym typeface="Times"/>
              </a:rPr>
              <a:t>—t</a:t>
            </a:r>
            <a:r>
              <a:rPr lang="en-US"/>
              <a:t>hey pay more attention to the animation and special effects of their slide shows than they do to the content of their message. Third, inexperienced presenters tend to pack too many special effects in their electronic slides, creating a visual feast of pictures and graphics that dazzle the audience, but blur the key message.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11" name="Google Shape;9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2" name="Google Shape;91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Having too many visuals can detract from your message. It forces you to either rush through a presentation or to skip slides</a:t>
            </a:r>
            <a:r>
              <a:rPr lang="en-US">
                <a:latin typeface="Times"/>
                <a:ea typeface="Times"/>
                <a:cs typeface="Times"/>
                <a:sym typeface="Times"/>
              </a:rPr>
              <a:t>—</a:t>
            </a:r>
            <a:r>
              <a:rPr lang="en-US"/>
              <a:t>some of which may be critical to your message. </a:t>
            </a:r>
            <a:r>
              <a:rPr lang="en-US">
                <a:solidFill>
                  <a:srgbClr val="000000"/>
                </a:solidFill>
              </a:rPr>
              <a:t>Once you’ve planned out what a slide is going to say, organize the content as you would for any written message. Then compose and polish the written content before focusing on the slide’s design elements.</a:t>
            </a:r>
            <a:endParaRPr/>
          </a:p>
          <a:p>
            <a:pPr indent="0" lvl="0" marL="0" rtl="0" algn="l">
              <a:lnSpc>
                <a:spcPct val="100000"/>
              </a:lnSpc>
              <a:spcBef>
                <a:spcPts val="0"/>
              </a:spcBef>
              <a:spcAft>
                <a:spcPts val="0"/>
              </a:spcAft>
              <a:buSzPts val="1800"/>
              <a:buNone/>
            </a:pPr>
            <a:r>
              <a:rPr lang="en-US"/>
              <a:t>When creating slides, keep in mind that simplicity is the key to effectiveness. Slides that are too complex or poorly written will confuse the audience. People can’t read and listen at the same time so your slides must be simple enough for the audience to understand within a moment or two. Therefore, your primary focus when creating text or graphic slides is to keep content and graphics simple and readable, select design elements that enhance your message without overshadowing it, be consistent in your design selections, and use special effects selectively .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34" name="Google Shape;9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Color is a critical design element. It grabs the viewer’s attention, emphasizes important ideas, creates contrast, and isolates slide elements. Color can make your slides more attractive, lively, and professional. When choosing color, remember these important guidelines:</a:t>
            </a:r>
            <a:endParaRPr/>
          </a:p>
          <a:p>
            <a:pPr indent="0" lvl="0" marL="0" rtl="0" algn="l">
              <a:lnSpc>
                <a:spcPct val="100000"/>
              </a:lnSpc>
              <a:spcBef>
                <a:spcPts val="0"/>
              </a:spcBef>
              <a:spcAft>
                <a:spcPts val="0"/>
              </a:spcAft>
              <a:buSzPts val="1400"/>
              <a:buNone/>
            </a:pPr>
            <a:r>
              <a:rPr lang="en-US">
                <a:solidFill>
                  <a:srgbClr val="000000"/>
                </a:solidFill>
              </a:rPr>
              <a:t>Use color to stimulate the right emotions.</a:t>
            </a:r>
            <a:endParaRPr/>
          </a:p>
          <a:p>
            <a:pPr indent="0" lvl="0" marL="0" rtl="0" algn="l">
              <a:lnSpc>
                <a:spcPct val="100000"/>
              </a:lnSpc>
              <a:spcBef>
                <a:spcPts val="0"/>
              </a:spcBef>
              <a:spcAft>
                <a:spcPts val="0"/>
              </a:spcAft>
              <a:buSzPts val="1400"/>
              <a:buNone/>
            </a:pPr>
            <a:r>
              <a:rPr lang="en-US">
                <a:solidFill>
                  <a:srgbClr val="000000"/>
                </a:solidFill>
              </a:rPr>
              <a:t>Be sensitive to cultural differences.</a:t>
            </a:r>
            <a:endParaRPr/>
          </a:p>
          <a:p>
            <a:pPr indent="0" lvl="0" marL="0" rtl="0" algn="l">
              <a:lnSpc>
                <a:spcPct val="100000"/>
              </a:lnSpc>
              <a:spcBef>
                <a:spcPts val="0"/>
              </a:spcBef>
              <a:spcAft>
                <a:spcPts val="0"/>
              </a:spcAft>
              <a:buSzPts val="1400"/>
              <a:buNone/>
            </a:pPr>
            <a:r>
              <a:rPr lang="en-US">
                <a:solidFill>
                  <a:srgbClr val="000000"/>
                </a:solidFill>
              </a:rPr>
              <a:t>Limit selections to a few complementary colors.</a:t>
            </a:r>
            <a:endParaRPr/>
          </a:p>
          <a:p>
            <a:pPr indent="0" lvl="0" marL="0" rtl="0" algn="l">
              <a:lnSpc>
                <a:spcPct val="100000"/>
              </a:lnSpc>
              <a:spcBef>
                <a:spcPts val="0"/>
              </a:spcBef>
              <a:spcAft>
                <a:spcPts val="0"/>
              </a:spcAft>
              <a:buSzPts val="1400"/>
              <a:buNone/>
            </a:pPr>
            <a:r>
              <a:rPr lang="en-US">
                <a:solidFill>
                  <a:srgbClr val="000000"/>
                </a:solidFill>
              </a:rPr>
              <a:t>Use contrasting colors to increase readability.</a:t>
            </a:r>
            <a:endParaRPr/>
          </a:p>
          <a:p>
            <a:pPr indent="0" lvl="0" marL="0" rtl="0" algn="l">
              <a:lnSpc>
                <a:spcPct val="100000"/>
              </a:lnSpc>
              <a:spcBef>
                <a:spcPts val="0"/>
              </a:spcBef>
              <a:spcAft>
                <a:spcPts val="0"/>
              </a:spcAft>
              <a:buSzPts val="1400"/>
              <a:buNone/>
            </a:pPr>
            <a:r>
              <a:rPr lang="en-US">
                <a:solidFill>
                  <a:srgbClr val="000000"/>
                </a:solidFill>
              </a:rPr>
              <a:t>Adjust color choices to room light.</a:t>
            </a:r>
            <a:endParaRPr/>
          </a:p>
          <a:p>
            <a:pPr indent="0" lvl="0" marL="0" rtl="0" algn="l">
              <a:lnSpc>
                <a:spcPct val="100000"/>
              </a:lnSpc>
              <a:spcBef>
                <a:spcPts val="0"/>
              </a:spcBef>
              <a:spcAft>
                <a:spcPts val="0"/>
              </a:spcAft>
              <a:buSzPts val="1400"/>
              <a:buNone/>
            </a:pPr>
            <a:r>
              <a:rPr lang="en-US">
                <a:solidFill>
                  <a:srgbClr val="000000"/>
                </a:solidFill>
              </a:rPr>
              <a:t>Order colors from dark to light.</a:t>
            </a:r>
            <a:endParaRPr/>
          </a:p>
          <a:p>
            <a:pPr indent="0" lvl="0" marL="0" rtl="0" algn="l">
              <a:lnSpc>
                <a:spcPct val="100000"/>
              </a:lnSpc>
              <a:spcBef>
                <a:spcPts val="0"/>
              </a:spcBef>
              <a:spcAft>
                <a:spcPts val="0"/>
              </a:spcAft>
              <a:buSzPts val="1400"/>
              <a:buNone/>
            </a:pPr>
            <a:r>
              <a:t/>
            </a:r>
            <a:endParaRPr>
              <a:solidFill>
                <a:srgbClr val="000000"/>
              </a:solidFill>
            </a:endParaRPr>
          </a:p>
          <a:p>
            <a:pPr indent="0" lvl="0" marL="0" rtl="0" algn="l">
              <a:lnSpc>
                <a:spcPct val="100000"/>
              </a:lnSpc>
              <a:spcBef>
                <a:spcPts val="0"/>
              </a:spcBef>
              <a:spcAft>
                <a:spcPts val="0"/>
              </a:spcAft>
              <a:buSzPts val="1400"/>
              <a:buNone/>
            </a:pPr>
            <a:r>
              <a:t/>
            </a:r>
            <a:endParaRPr>
              <a:solidFill>
                <a:srgbClr val="000000"/>
              </a:solidFill>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47" name="Google Shape;94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8" name="Google Shape;948;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Color is a critical design element. It grabs the viewer’s attention, emphasizes important ideas, creates contrast, and isolates slide elements. Color can make your slides more attractive, lively, and professional. It can also play a key role in the overall acceptance of your message. </a:t>
            </a:r>
            <a:endParaRPr/>
          </a:p>
          <a:p>
            <a:pPr indent="0" lvl="0" marL="0" rtl="0" algn="l">
              <a:lnSpc>
                <a:spcPct val="100000"/>
              </a:lnSpc>
              <a:spcBef>
                <a:spcPts val="0"/>
              </a:spcBef>
              <a:spcAft>
                <a:spcPts val="0"/>
              </a:spcAft>
              <a:buSzPts val="1800"/>
              <a:buNone/>
            </a:pPr>
            <a:r>
              <a:rPr lang="en-US"/>
              <a:t>A good background design is the key to a positive first impression. Your design choice can silently persuade the audience to pay attention or it can encourage them to look the other way. Choose a design that is simple, appropriate for the subject, and appealing to the audience.</a:t>
            </a:r>
            <a:endParaRPr/>
          </a:p>
          <a:p>
            <a:pPr indent="0" lvl="0" marL="0" rtl="0" algn="l">
              <a:lnSpc>
                <a:spcPct val="100000"/>
              </a:lnSpc>
              <a:spcBef>
                <a:spcPts val="0"/>
              </a:spcBef>
              <a:spcAft>
                <a:spcPts val="0"/>
              </a:spcAft>
              <a:buSzPts val="1800"/>
              <a:buNone/>
            </a:pPr>
            <a:r>
              <a:rPr lang="en-US"/>
              <a:t>When selecting fonts and type style for slides, follow these guidelines: </a:t>
            </a:r>
            <a:endParaRPr/>
          </a:p>
          <a:p>
            <a:pPr indent="0" lvl="0" marL="0" rtl="0" algn="l">
              <a:lnSpc>
                <a:spcPct val="100000"/>
              </a:lnSpc>
              <a:spcBef>
                <a:spcPts val="0"/>
              </a:spcBef>
              <a:spcAft>
                <a:spcPts val="0"/>
              </a:spcAft>
              <a:buSzPts val="1400"/>
              <a:buNone/>
            </a:pPr>
            <a:r>
              <a:rPr lang="en-US"/>
              <a:t> 	Avoid script or decorative fonts. </a:t>
            </a:r>
            <a:endParaRPr/>
          </a:p>
          <a:p>
            <a:pPr indent="0" lvl="0" marL="0" rtl="0" algn="l">
              <a:lnSpc>
                <a:spcPct val="100000"/>
              </a:lnSpc>
              <a:spcBef>
                <a:spcPts val="0"/>
              </a:spcBef>
              <a:spcAft>
                <a:spcPts val="0"/>
              </a:spcAft>
              <a:buSzPts val="1400"/>
              <a:buNone/>
            </a:pPr>
            <a:r>
              <a:rPr lang="en-US"/>
              <a:t> 	Limit your fonts to one or two per slide. </a:t>
            </a:r>
            <a:endParaRPr/>
          </a:p>
          <a:p>
            <a:pPr indent="0" lvl="0" marL="0" rtl="0" algn="l">
              <a:lnSpc>
                <a:spcPct val="100000"/>
              </a:lnSpc>
              <a:spcBef>
                <a:spcPts val="0"/>
              </a:spcBef>
              <a:spcAft>
                <a:spcPts val="0"/>
              </a:spcAft>
              <a:buSzPts val="1400"/>
              <a:buNone/>
            </a:pPr>
            <a:r>
              <a:rPr lang="en-US"/>
              <a:t> 	Use boldface type for slides so that letters won’t look washed out.</a:t>
            </a:r>
            <a:endParaRPr/>
          </a:p>
          <a:p>
            <a:pPr indent="0" lvl="0" marL="0" rtl="0" algn="l">
              <a:lnSpc>
                <a:spcPct val="100000"/>
              </a:lnSpc>
              <a:spcBef>
                <a:spcPts val="0"/>
              </a:spcBef>
              <a:spcAft>
                <a:spcPts val="0"/>
              </a:spcAft>
              <a:buSzPts val="1400"/>
              <a:buNone/>
            </a:pPr>
            <a:r>
              <a:rPr lang="en-US"/>
              <a:t> 	Avoid italicized type because it is difficult to read when projected.  </a:t>
            </a:r>
            <a:endParaRPr/>
          </a:p>
          <a:p>
            <a:pPr indent="0" lvl="0" marL="0" rtl="0" algn="l">
              <a:lnSpc>
                <a:spcPct val="100000"/>
              </a:lnSpc>
              <a:spcBef>
                <a:spcPts val="0"/>
              </a:spcBef>
              <a:spcAft>
                <a:spcPts val="0"/>
              </a:spcAft>
              <a:buSzPts val="1400"/>
              <a:buNone/>
            </a:pPr>
            <a:r>
              <a:rPr lang="en-US"/>
              <a:t> 	Use both uppercase and lowercase letters, with extra white space between 	lines of text.</a:t>
            </a:r>
            <a:endParaRPr/>
          </a:p>
          <a:p>
            <a:pPr indent="0" lvl="0" marL="0" rtl="0" algn="l">
              <a:lnSpc>
                <a:spcPct val="100000"/>
              </a:lnSpc>
              <a:spcBef>
                <a:spcPts val="0"/>
              </a:spcBef>
              <a:spcAft>
                <a:spcPts val="0"/>
              </a:spcAft>
              <a:buClr>
                <a:srgbClr val="000000"/>
              </a:buClr>
              <a:buSzPts val="1800"/>
              <a:buNone/>
            </a:pPr>
            <a:r>
              <a:rPr lang="en-US">
                <a:solidFill>
                  <a:srgbClr val="000000"/>
                </a:solidFill>
              </a:rPr>
              <a:t>Use between 24- and 36-point type for electronic presentations, reserving the larger size for titles and the smaller size for bullet items. Headings of the same level of importance should use the same font, type size, and color.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67" name="Google Shape;96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8" name="Google Shape;968;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Unlike transparencies, electronic slide shows can include a number of special effects such as sound, animation, and video. Resist the tendency to use too many of these features. Excessive special effects overwhelm and distract audiences. Used sparingly, special effects add punch to an oral presentation. </a:t>
            </a:r>
            <a:endParaRPr/>
          </a:p>
          <a:p>
            <a:pPr indent="0" lvl="0" marL="0" rtl="0" algn="l">
              <a:lnSpc>
                <a:spcPct val="100000"/>
              </a:lnSpc>
              <a:spcBef>
                <a:spcPts val="0"/>
              </a:spcBef>
              <a:spcAft>
                <a:spcPts val="0"/>
              </a:spcAft>
              <a:buSzPts val="1800"/>
              <a:buNone/>
            </a:pPr>
            <a:r>
              <a:rPr i="1" lang="en-US"/>
              <a:t>Transitions</a:t>
            </a:r>
            <a:r>
              <a:rPr lang="en-US"/>
              <a:t> control how one electronic slide replaces another on screen. When used effectively, transitions can make your presentation flow smoothly from slide to slide so that you keep the audience’s attention. </a:t>
            </a:r>
            <a:endParaRPr/>
          </a:p>
          <a:p>
            <a:pPr indent="0" lvl="0" marL="0" rtl="0" algn="l">
              <a:lnSpc>
                <a:spcPct val="100000"/>
              </a:lnSpc>
              <a:spcBef>
                <a:spcPts val="0"/>
              </a:spcBef>
              <a:spcAft>
                <a:spcPts val="0"/>
              </a:spcAft>
              <a:buSzPts val="1800"/>
              <a:buNone/>
            </a:pPr>
            <a:r>
              <a:rPr lang="en-US"/>
              <a:t>Similar to transitions, </a:t>
            </a:r>
            <a:r>
              <a:rPr i="1" lang="en-US"/>
              <a:t>builds</a:t>
            </a:r>
            <a:r>
              <a:rPr lang="en-US"/>
              <a:t> control the release of text, graphics, and other elements on slides. With builds you can make your bullet points appear one at a time rather than having all of them appear on a slide at once.</a:t>
            </a:r>
            <a:endParaRPr/>
          </a:p>
          <a:p>
            <a:pPr indent="0" lvl="0" marL="0" rtl="0" algn="l">
              <a:lnSpc>
                <a:spcPct val="100000"/>
              </a:lnSpc>
              <a:spcBef>
                <a:spcPts val="0"/>
              </a:spcBef>
              <a:spcAft>
                <a:spcPts val="0"/>
              </a:spcAft>
              <a:buSzPts val="1800"/>
              <a:buNone/>
            </a:pPr>
            <a:r>
              <a:rPr i="1" lang="en-US"/>
              <a:t>Hyperlinks</a:t>
            </a:r>
            <a:r>
              <a:rPr lang="en-US"/>
              <a:t> allow you to build interactivity into electronic slides by coding text, graphics, or pictures, with hypertext markup language. When you click on a slide’s hyperlink with a mouse you are taken to a different slide in your presentation, to other files on a computer, or even to a  Web page.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87" name="Google Shape;98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8" name="Google Shape;988;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Handouts are a terrific way to offer your audience additional material without overloading your slides with information. Candidates for good handout material include the following:</a:t>
            </a:r>
            <a:endParaRPr/>
          </a:p>
          <a:p>
            <a:pPr indent="0" lvl="0" marL="0" rtl="0" algn="l">
              <a:lnSpc>
                <a:spcPct val="100000"/>
              </a:lnSpc>
              <a:spcBef>
                <a:spcPts val="0"/>
              </a:spcBef>
              <a:spcAft>
                <a:spcPts val="0"/>
              </a:spcAft>
              <a:buSzPts val="1800"/>
              <a:buNone/>
            </a:pPr>
            <a:r>
              <a:rPr b="1" i="1" lang="en-US"/>
              <a:t>Complex charts and diagrams.</a:t>
            </a:r>
            <a:r>
              <a:rPr lang="en-US"/>
              <a:t> Charts and tables that are too unwieldy for the screen or that demand thorough analysis make good handouts. </a:t>
            </a:r>
            <a:endParaRPr/>
          </a:p>
          <a:p>
            <a:pPr indent="0" lvl="0" marL="0" rtl="0" algn="l">
              <a:lnSpc>
                <a:spcPct val="100000"/>
              </a:lnSpc>
              <a:spcBef>
                <a:spcPts val="0"/>
              </a:spcBef>
              <a:spcAft>
                <a:spcPts val="0"/>
              </a:spcAft>
              <a:buSzPts val="1800"/>
              <a:buNone/>
            </a:pPr>
            <a:r>
              <a:rPr b="1" i="1" lang="en-US"/>
              <a:t>Company reports.</a:t>
            </a:r>
            <a:r>
              <a:rPr lang="en-US"/>
              <a:t> In most cases lengthy research reports are inappropriate for handouts. Use photocopies of specific pages instead. </a:t>
            </a:r>
            <a:endParaRPr/>
          </a:p>
          <a:p>
            <a:pPr indent="0" lvl="0" marL="0" rtl="0" algn="l">
              <a:lnSpc>
                <a:spcPct val="100000"/>
              </a:lnSpc>
              <a:spcBef>
                <a:spcPts val="0"/>
              </a:spcBef>
              <a:spcAft>
                <a:spcPts val="0"/>
              </a:spcAft>
              <a:buSzPts val="1800"/>
              <a:buNone/>
            </a:pPr>
            <a:r>
              <a:rPr b="1" i="1" lang="en-US"/>
              <a:t>Magazine articles.</a:t>
            </a:r>
            <a:r>
              <a:rPr b="1" lang="en-US"/>
              <a:t> </a:t>
            </a:r>
            <a:r>
              <a:rPr lang="en-US"/>
              <a:t>Magazine articles make good handout materials. They are easy to photocopy and they are already formatted in an easy-to-read layout. </a:t>
            </a:r>
            <a:endParaRPr/>
          </a:p>
          <a:p>
            <a:pPr indent="0" lvl="0" marL="0" rtl="0" algn="l">
              <a:lnSpc>
                <a:spcPct val="100000"/>
              </a:lnSpc>
              <a:spcBef>
                <a:spcPts val="0"/>
              </a:spcBef>
              <a:spcAft>
                <a:spcPts val="0"/>
              </a:spcAft>
              <a:buSzPts val="1800"/>
              <a:buNone/>
            </a:pPr>
            <a:r>
              <a:rPr b="1" i="1" lang="en-US"/>
              <a:t>Websites.</a:t>
            </a:r>
            <a:r>
              <a:rPr lang="en-US"/>
              <a:t> Lists of Websites related to your topic are useful. In addition to the URL address, annotate each item with a one-or-two sentence summary of each site’s content.</a:t>
            </a:r>
            <a:endParaRPr/>
          </a:p>
          <a:p>
            <a:pPr indent="0" lvl="0" marL="0" rtl="0" algn="l">
              <a:lnSpc>
                <a:spcPct val="100000"/>
              </a:lnSpc>
              <a:spcBef>
                <a:spcPts val="0"/>
              </a:spcBef>
              <a:spcAft>
                <a:spcPts val="0"/>
              </a:spcAft>
              <a:buSzPts val="1800"/>
              <a:buNone/>
            </a:pPr>
            <a:r>
              <a:rPr b="1" i="1" lang="en-US"/>
              <a:t>Copies of presentation slides.</a:t>
            </a:r>
            <a:r>
              <a:rPr b="1" lang="en-US"/>
              <a:t> </a:t>
            </a:r>
            <a:r>
              <a:rPr lang="en-US"/>
              <a:t>In many cases, audiences like to have small print versions of slides used by the speaker (about 3 to a page) along with accompanying comments and blank lines for note taking.</a:t>
            </a:r>
            <a:endParaRPr/>
          </a:p>
          <a:p>
            <a:pPr indent="0" lvl="0" marL="0" rtl="0" algn="l">
              <a:lnSpc>
                <a:spcPct val="100000"/>
              </a:lnSpc>
              <a:spcBef>
                <a:spcPts val="0"/>
              </a:spcBef>
              <a:spcAft>
                <a:spcPts val="0"/>
              </a:spcAft>
              <a:buSzPts val="1800"/>
              <a:buNone/>
            </a:pPr>
            <a:r>
              <a:rPr lang="en-US"/>
              <a:t>Other good handout materials include </a:t>
            </a:r>
            <a:r>
              <a:rPr b="1" i="1" lang="en-US"/>
              <a:t>brochures, pictures</a:t>
            </a:r>
            <a:r>
              <a:rPr b="1" lang="en-US"/>
              <a:t>, </a:t>
            </a:r>
            <a:r>
              <a:rPr lang="en-US"/>
              <a:t>outlines, and a copy of the presentation agenda. </a:t>
            </a:r>
            <a:endParaRPr/>
          </a:p>
          <a:p>
            <a:pPr indent="0" lvl="0" marL="0" rtl="0" algn="l">
              <a:lnSpc>
                <a:spcPct val="100000"/>
              </a:lnSpc>
              <a:spcBef>
                <a:spcPts val="0"/>
              </a:spcBef>
              <a:spcAft>
                <a:spcPts val="0"/>
              </a:spcAft>
              <a:buSzPts val="1800"/>
              <a:buNone/>
            </a:pPr>
            <a:r>
              <a:rPr lang="en-US"/>
              <a:t>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04" name="Google Shape;100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5" name="Google Shape;100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Once you’ve planned, written, and developed visuals for your presentation, you're ready to begin practicing your delivery. You have a variety of delivery methods to choose from, some of which are easier to handle than others:</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Memorizing. </a:t>
            </a:r>
            <a:r>
              <a:rPr lang="en-US">
                <a:solidFill>
                  <a:srgbClr val="000000"/>
                </a:solidFill>
              </a:rPr>
              <a:t>Unless you're a trained actor, avoid memorizing your speech, especially a long one. You're likely to forget your lines, and your speech will sound stilted. Besides, you'll often need to address audience questions during your speech, so you must be flexible enough to adjust your speech as you go. However, memorizing a quotation, an opening paragraph, or a few concluding remarks can bolster your confidence and strengthen your delivery.</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Reading. </a:t>
            </a:r>
            <a:r>
              <a:rPr lang="en-US">
                <a:solidFill>
                  <a:srgbClr val="000000"/>
                </a:solidFill>
              </a:rPr>
              <a:t>If you're delivering a technical or complex presentation, you may want to read it. If you choose to read your speech, practice enough so that you can still maintain eye contact with your audience.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Speaking from notes. </a:t>
            </a:r>
            <a:r>
              <a:rPr lang="en-US">
                <a:solidFill>
                  <a:srgbClr val="000000"/>
                </a:solidFill>
              </a:rPr>
              <a:t>Making a presentation with the help of an outline, note cards, or visual aids is probably the most effective and easiest delivery mode. This approach gives you something to refer to and still allows for eye contact and interaction with the audience. </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Impromptu speaking. </a:t>
            </a:r>
            <a:r>
              <a:rPr lang="en-US">
                <a:solidFill>
                  <a:srgbClr val="000000"/>
                </a:solidFill>
              </a:rPr>
              <a:t>You might have to give an impromptu, or unrehearsed, speech if you're called on to speak unexpectedly or if you've agreed to speak but neglected to prepare your remarks. When you're asked to speak "off the cuff," take a moment to think through what you'll say. Then avoid the temptation to ramble.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27" name="Google Shape;102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8" name="Google Shape;1028;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Regardless of which delivery mode you use, be sure that you're thoroughly familiar with your subject. Knowing what you're talking about is the best way to build your self-confidence. Also, practicing helps keep you on track, helps you maintain a conversational tone with your audience, and boosts your confidence and composure. </a:t>
            </a:r>
            <a:endParaRPr/>
          </a:p>
          <a:p>
            <a:pPr indent="0" lvl="0" marL="0" rtl="0" algn="l">
              <a:lnSpc>
                <a:spcPct val="100000"/>
              </a:lnSpc>
              <a:spcBef>
                <a:spcPts val="0"/>
              </a:spcBef>
              <a:spcAft>
                <a:spcPts val="0"/>
              </a:spcAft>
              <a:buClr>
                <a:srgbClr val="000000"/>
              </a:buClr>
              <a:buSzPts val="1800"/>
              <a:buNone/>
            </a:pPr>
            <a:r>
              <a:rPr lang="en-US">
                <a:solidFill>
                  <a:srgbClr val="000000"/>
                </a:solidFill>
              </a:rPr>
              <a:t>In addition to knowing your material and practicing your delivery, check the location of your presentation in advance. Make sure the room is ready and that you will have everything you need. </a:t>
            </a:r>
            <a:endParaRPr/>
          </a:p>
          <a:p>
            <a:pPr indent="0" lvl="0" marL="0" rtl="0" algn="l">
              <a:lnSpc>
                <a:spcPct val="100000"/>
              </a:lnSpc>
              <a:spcBef>
                <a:spcPts val="0"/>
              </a:spcBef>
              <a:spcAft>
                <a:spcPts val="0"/>
              </a:spcAft>
              <a:buClr>
                <a:srgbClr val="000000"/>
              </a:buClr>
              <a:buSzPts val="1800"/>
              <a:buNone/>
            </a:pPr>
            <a:r>
              <a:rPr lang="en-US">
                <a:solidFill>
                  <a:srgbClr val="000000"/>
                </a:solidFill>
              </a:rPr>
              <a:t>Also, make sure you’re prepared to address audiences from other cultures. You may need to adapt the content of your presentation. Be sure to consider any cultural differences in appearance, mannerisms, and other speaking customs. Find out whether any changes are necessary for a specific audience or a particular occasion. </a:t>
            </a:r>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45" name="Google Shape;104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6" name="Google Shape;1046;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Here are some ways to harness your nervous energy to become a more confident speaker.</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Prepare more material than necessary.</a:t>
            </a:r>
            <a:r>
              <a:rPr lang="en-US">
                <a:solidFill>
                  <a:srgbClr val="000000"/>
                </a:solidFill>
              </a:rPr>
              <a:t> Combined with a genuine interest in your topic, extra knowledge will reduce your anxiety.</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Rehearse.</a:t>
            </a:r>
            <a:r>
              <a:rPr lang="en-US">
                <a:solidFill>
                  <a:srgbClr val="000000"/>
                </a:solidFill>
              </a:rPr>
              <a:t> The more you know your material, the less panic you'll feel.</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Think positively.</a:t>
            </a:r>
            <a:r>
              <a:rPr lang="en-US">
                <a:solidFill>
                  <a:srgbClr val="000000"/>
                </a:solidFill>
              </a:rPr>
              <a:t> See yourself as polished and professional, and your audience will too.</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Visualize your success.</a:t>
            </a:r>
            <a:r>
              <a:rPr lang="en-US">
                <a:solidFill>
                  <a:srgbClr val="000000"/>
                </a:solidFill>
              </a:rPr>
              <a:t> Use the few minutes before you actually begin speaking to tell yourself you're on and you're ready.</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Take a few deep breaths.</a:t>
            </a:r>
            <a:r>
              <a:rPr lang="en-US">
                <a:solidFill>
                  <a:srgbClr val="000000"/>
                </a:solidFill>
              </a:rPr>
              <a:t> Before you begin to speak, remember that your audience is silently wishing you success.</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Be ready. </a:t>
            </a:r>
            <a:r>
              <a:rPr lang="en-US">
                <a:solidFill>
                  <a:srgbClr val="000000"/>
                </a:solidFill>
              </a:rPr>
              <a:t>Have your first sentence memorized and on the tip of your tongue.</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Be comfortable. </a:t>
            </a:r>
            <a:r>
              <a:rPr lang="en-US">
                <a:solidFill>
                  <a:srgbClr val="000000"/>
                </a:solidFill>
              </a:rPr>
              <a:t>If your throat is dry, drink some water.</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Don't panic. </a:t>
            </a:r>
            <a:r>
              <a:rPr lang="en-US">
                <a:solidFill>
                  <a:srgbClr val="000000"/>
                </a:solidFill>
              </a:rPr>
              <a:t>If you feel that you're losing your audience during your speech, try to pull them back by involving them in the action; ask for their opinions or pause for questions.</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Keep going.</a:t>
            </a:r>
            <a:r>
              <a:rPr lang="en-US">
                <a:solidFill>
                  <a:srgbClr val="000000"/>
                </a:solidFill>
              </a:rPr>
              <a:t> Things usually get better as you go.</a:t>
            </a:r>
            <a:endParaRPr/>
          </a:p>
          <a:p>
            <a:pPr indent="0" lvl="0" marL="0" rtl="0" algn="l">
              <a:lnSpc>
                <a:spcPct val="100000"/>
              </a:lnSpc>
              <a:spcBef>
                <a:spcPts val="0"/>
              </a:spcBef>
              <a:spcAft>
                <a:spcPts val="0"/>
              </a:spcAft>
              <a:buClr>
                <a:srgbClr val="000000"/>
              </a:buClr>
              <a:buSzPts val="1800"/>
              <a:buNone/>
            </a:pPr>
            <a:r>
              <a:rPr b="1" lang="en-US">
                <a:solidFill>
                  <a:srgbClr val="000000"/>
                </a:solidFill>
              </a:rPr>
              <a:t>Focus outside yourself.</a:t>
            </a:r>
            <a:r>
              <a:rPr lang="en-US">
                <a:solidFill>
                  <a:srgbClr val="000000"/>
                </a:solidFill>
              </a:rPr>
              <a:t> Perhaps the best way to feel more confident is to focus on your message and audience.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66" name="Google Shape;106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7" name="Google Shape;1067;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As you deliver your presentation, try to be aware of the nonverbal signals you're transmitting. Regardless of how you feel inside, your effectiveness greatly depends on how you look and sound.</a:t>
            </a:r>
            <a:endParaRPr/>
          </a:p>
          <a:p>
            <a:pPr indent="0" lvl="0" marL="0" rtl="0" algn="l">
              <a:lnSpc>
                <a:spcPct val="100000"/>
              </a:lnSpc>
              <a:spcBef>
                <a:spcPts val="0"/>
              </a:spcBef>
              <a:spcAft>
                <a:spcPts val="0"/>
              </a:spcAft>
              <a:buClr>
                <a:srgbClr val="000000"/>
              </a:buClr>
              <a:buSzPts val="1800"/>
              <a:buNone/>
            </a:pPr>
            <a:r>
              <a:rPr lang="en-US">
                <a:solidFill>
                  <a:srgbClr val="000000"/>
                </a:solidFill>
              </a:rPr>
              <a:t>Well-delivered presentations start with your first minute at the podium, so don't rush. Once your presentation is under way, be particularly careful to maintain eye contact with your audience. </a:t>
            </a:r>
            <a:endParaRPr/>
          </a:p>
          <a:p>
            <a:pPr indent="0" lvl="0" marL="0" rtl="0" algn="l">
              <a:lnSpc>
                <a:spcPct val="100000"/>
              </a:lnSpc>
              <a:spcBef>
                <a:spcPts val="0"/>
              </a:spcBef>
              <a:spcAft>
                <a:spcPts val="0"/>
              </a:spcAft>
              <a:buClr>
                <a:srgbClr val="000000"/>
              </a:buClr>
              <a:buSzPts val="1800"/>
              <a:buNone/>
            </a:pPr>
            <a:r>
              <a:rPr lang="en-US">
                <a:solidFill>
                  <a:srgbClr val="000000"/>
                </a:solidFill>
              </a:rPr>
              <a:t>Your posture is also important in projecting more confidence. Stand tall, with your weight on both feet and your shoulders back. Avoid gripping the lectern. In fact, you might step out from behind the lectern to help your audience feel more comfortable with you and to express your own comfort and confidence in what you're saying. Use your hands to emphasize your remarks with appropriate gestures. Meanwhile, vary your facial expressions to make the message more dynamic.</a:t>
            </a:r>
            <a:endParaRPr/>
          </a:p>
          <a:p>
            <a:pPr indent="0" lvl="0" marL="0" rtl="0" algn="l">
              <a:lnSpc>
                <a:spcPct val="100000"/>
              </a:lnSpc>
              <a:spcBef>
                <a:spcPts val="0"/>
              </a:spcBef>
              <a:spcAft>
                <a:spcPts val="0"/>
              </a:spcAft>
              <a:buClr>
                <a:srgbClr val="000000"/>
              </a:buClr>
              <a:buSzPts val="1800"/>
              <a:buNone/>
            </a:pPr>
            <a:r>
              <a:rPr lang="en-US">
                <a:solidFill>
                  <a:srgbClr val="000000"/>
                </a:solidFill>
              </a:rPr>
              <a:t>Finally, think about the sound of your voice. Studies indicate that people who speak with lower vocal tones at a slightly faster than average rate are perceived as being more credible.</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82" name="Google Shape;108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3" name="Google Shape;1083;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The most common mistake people make when delivering a presentation is reading their slides or notes. The audience will lose interest quickly. Practice your presentation so that you will not be dependent on either your slides or your notes. You must know enough about your subject to elaborate on it. </a:t>
            </a:r>
            <a:endParaRPr/>
          </a:p>
          <a:p>
            <a:pPr indent="0" lvl="0" marL="0" rtl="0" algn="l">
              <a:lnSpc>
                <a:spcPct val="100000"/>
              </a:lnSpc>
              <a:spcBef>
                <a:spcPts val="0"/>
              </a:spcBef>
              <a:spcAft>
                <a:spcPts val="0"/>
              </a:spcAft>
              <a:buSzPts val="1800"/>
              <a:buNone/>
            </a:pPr>
            <a:r>
              <a:rPr lang="en-US"/>
              <a:t>If you are using overhead transparencies, the best approach is to introduce the next overhead as you remove the old one and position the new one on the projector. Immediately cover all but the first bulleted phrase with a sheet of paper to prevent the audience from reading ahead. As you advance through your discussion, you can move the paper down the transparency to uncover the next bullet, waiting a few seconds for the audience to find your point of reference. When you are finished using the transparency, it’s often a good idea to cover it until you’re ready to introduce a new slide. </a:t>
            </a:r>
            <a:endParaRPr/>
          </a:p>
          <a:p>
            <a:pPr indent="0" lvl="0" marL="0" rtl="0" algn="l">
              <a:lnSpc>
                <a:spcPct val="100000"/>
              </a:lnSpc>
              <a:spcBef>
                <a:spcPts val="0"/>
              </a:spcBef>
              <a:spcAft>
                <a:spcPts val="0"/>
              </a:spcAft>
              <a:buSzPts val="1800"/>
              <a:buNone/>
            </a:pPr>
            <a:r>
              <a:rPr lang="en-US"/>
              <a:t>If you are using electronic slides, the best approach is to introduce the slide before you show it and then give the audience a few seconds to view the title and design elements. With electronic slides you have more control over the release of information than you do if you’re using overhead transparencies. </a:t>
            </a:r>
            <a:endParaRPr/>
          </a:p>
          <a:p>
            <a:pPr indent="0" lvl="0" marL="0" rtl="0" algn="l">
              <a:lnSpc>
                <a:spcPct val="100000"/>
              </a:lnSpc>
              <a:spcBef>
                <a:spcPts val="0"/>
              </a:spcBef>
              <a:spcAft>
                <a:spcPts val="0"/>
              </a:spcAft>
              <a:buSzPts val="1800"/>
              <a:buNone/>
            </a:pPr>
            <a:r>
              <a:rPr lang="en-US"/>
              <a:t>If you’re using a pointer, remember that it’s a tool meant to guide the audience to a specific part of a visual. Use the pointer only at the time you need it, then fold it and remove it from sight. If you are using a laser pointer that puts a focused dot of light on the desired part of your visual, don’t overdo it.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03" name="Google Shape;110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4" name="Google Shape;1104;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None/>
            </a:pPr>
            <a:r>
              <a:rPr lang="en-US">
                <a:solidFill>
                  <a:srgbClr val="000000"/>
                </a:solidFill>
              </a:rPr>
              <a:t>When someone poses a question, focus your attention on that individual. Pay attention to body language and facial expression to help determine what the person really means. </a:t>
            </a:r>
            <a:endParaRPr/>
          </a:p>
          <a:p>
            <a:pPr indent="0" lvl="0" marL="0" rtl="0" algn="l">
              <a:lnSpc>
                <a:spcPct val="100000"/>
              </a:lnSpc>
              <a:spcBef>
                <a:spcPts val="0"/>
              </a:spcBef>
              <a:spcAft>
                <a:spcPts val="0"/>
              </a:spcAft>
              <a:buClr>
                <a:srgbClr val="000000"/>
              </a:buClr>
              <a:buSzPts val="1800"/>
              <a:buNone/>
            </a:pPr>
            <a:r>
              <a:rPr lang="en-US">
                <a:solidFill>
                  <a:srgbClr val="000000"/>
                </a:solidFill>
              </a:rPr>
              <a:t>Be sure to answer the question you're asked. Don't sidestep it, ignore it, or laugh it off. Furthermore, don't say more than you need to if you want to have enough time to cover all the questions.  </a:t>
            </a:r>
            <a:endParaRPr/>
          </a:p>
          <a:p>
            <a:pPr indent="0" lvl="0" marL="0" rtl="0" algn="l">
              <a:lnSpc>
                <a:spcPct val="100000"/>
              </a:lnSpc>
              <a:spcBef>
                <a:spcPts val="0"/>
              </a:spcBef>
              <a:spcAft>
                <a:spcPts val="0"/>
              </a:spcAft>
              <a:buClr>
                <a:srgbClr val="000000"/>
              </a:buClr>
              <a:buSzPts val="1800"/>
              <a:buNone/>
            </a:pPr>
            <a:r>
              <a:rPr lang="en-US">
                <a:solidFill>
                  <a:srgbClr val="000000"/>
                </a:solidFill>
              </a:rPr>
              <a:t>Try to maintain control during the question-and-answer session by establishing some ground rules up front. Announce a time limit or question limit per person before you begin. Give as many audience members as possible a chance to participate by calling on people from different parts of the room. </a:t>
            </a:r>
            <a:endParaRPr/>
          </a:p>
          <a:p>
            <a:pPr indent="0" lvl="0" marL="0" rtl="0" algn="l">
              <a:lnSpc>
                <a:spcPct val="100000"/>
              </a:lnSpc>
              <a:spcBef>
                <a:spcPts val="0"/>
              </a:spcBef>
              <a:spcAft>
                <a:spcPts val="0"/>
              </a:spcAft>
              <a:buClr>
                <a:srgbClr val="000000"/>
              </a:buClr>
              <a:buSzPts val="1800"/>
              <a:buNone/>
            </a:pPr>
            <a:r>
              <a:rPr lang="en-US">
                <a:solidFill>
                  <a:srgbClr val="000000"/>
                </a:solidFill>
              </a:rPr>
              <a:t>If a question ever puts you on the hot seat, remember to be honest, but keep your cool. Look the person in the eye, answer the question as well as you can, and try not to show your feelings. Don't get into an argument. </a:t>
            </a:r>
            <a:endParaRPr/>
          </a:p>
          <a:p>
            <a:pPr indent="0" lvl="0" marL="0" rtl="0" algn="l">
              <a:lnSpc>
                <a:spcPct val="100000"/>
              </a:lnSpc>
              <a:spcBef>
                <a:spcPts val="0"/>
              </a:spcBef>
              <a:spcAft>
                <a:spcPts val="0"/>
              </a:spcAft>
              <a:buClr>
                <a:srgbClr val="000000"/>
              </a:buClr>
              <a:buSzPts val="1800"/>
              <a:buNone/>
            </a:pPr>
            <a:r>
              <a:rPr lang="en-US">
                <a:solidFill>
                  <a:srgbClr val="000000"/>
                </a:solidFill>
              </a:rPr>
              <a:t>In case your audience is too timid or hostile to ask questions, you might plant some of your own. If a friend or the meeting organizer gets the ball rolling, other people in the audience will probably join in. </a:t>
            </a:r>
            <a:endParaRPr/>
          </a:p>
          <a:p>
            <a:pPr indent="0" lvl="0" marL="0" rtl="0" algn="l">
              <a:lnSpc>
                <a:spcPct val="100000"/>
              </a:lnSpc>
              <a:spcBef>
                <a:spcPts val="0"/>
              </a:spcBef>
              <a:spcAft>
                <a:spcPts val="0"/>
              </a:spcAft>
              <a:buClr>
                <a:srgbClr val="000000"/>
              </a:buClr>
              <a:buSzPts val="1800"/>
              <a:buNone/>
            </a:pPr>
            <a:r>
              <a:rPr lang="en-US">
                <a:solidFill>
                  <a:srgbClr val="000000"/>
                </a:solidFill>
              </a:rPr>
              <a:t>When the time allotted for your presentation is up, call a halt to the question-and-answer session, even if more people want to talk. Prepare the audience for the end by saying: "Our time is almost up. Let's have one more question." After you've made your reply, summarize the main idea of the presentation and thank people for their attention.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640"/>
              </a:spcBef>
              <a:spcAft>
                <a:spcPts val="0"/>
              </a:spcAft>
              <a:buClr>
                <a:schemeClr val="dk1"/>
              </a:buClr>
              <a:buSzPts val="3200"/>
              <a:buFont typeface="Arial"/>
              <a:buNone/>
              <a:defRPr/>
            </a:lvl2pPr>
            <a:lvl3pPr lvl="2" algn="ctr">
              <a:lnSpc>
                <a:spcPct val="100000"/>
              </a:lnSpc>
              <a:spcBef>
                <a:spcPts val="640"/>
              </a:spcBef>
              <a:spcAft>
                <a:spcPts val="0"/>
              </a:spcAft>
              <a:buClr>
                <a:schemeClr val="dk1"/>
              </a:buClr>
              <a:buSzPts val="3200"/>
              <a:buFont typeface="Arial"/>
              <a:buNone/>
              <a:defRPr/>
            </a:lvl3pPr>
            <a:lvl4pPr lvl="3" algn="ctr">
              <a:lnSpc>
                <a:spcPct val="100000"/>
              </a:lnSpc>
              <a:spcBef>
                <a:spcPts val="640"/>
              </a:spcBef>
              <a:spcAft>
                <a:spcPts val="0"/>
              </a:spcAft>
              <a:buClr>
                <a:schemeClr val="dk1"/>
              </a:buClr>
              <a:buSzPts val="3200"/>
              <a:buFont typeface="Arial"/>
              <a:buNone/>
              <a:defRPr/>
            </a:lvl4pPr>
            <a:lvl5pPr lvl="4" algn="ctr">
              <a:lnSpc>
                <a:spcPct val="100000"/>
              </a:lnSpc>
              <a:spcBef>
                <a:spcPts val="640"/>
              </a:spcBef>
              <a:spcAft>
                <a:spcPts val="0"/>
              </a:spcAft>
              <a:buClr>
                <a:schemeClr val="dk1"/>
              </a:buClr>
              <a:buSzPts val="3200"/>
              <a:buFont typeface="Arial"/>
              <a:buNone/>
              <a:defRPr/>
            </a:lvl5pPr>
            <a:lvl6pPr lvl="5" algn="ctr">
              <a:lnSpc>
                <a:spcPct val="100000"/>
              </a:lnSpc>
              <a:spcBef>
                <a:spcPts val="640"/>
              </a:spcBef>
              <a:spcAft>
                <a:spcPts val="0"/>
              </a:spcAft>
              <a:buClr>
                <a:schemeClr val="dk1"/>
              </a:buClr>
              <a:buSzPts val="3200"/>
              <a:buFont typeface="Arial"/>
              <a:buNone/>
              <a:defRPr/>
            </a:lvl6pPr>
            <a:lvl7pPr lvl="6" algn="ctr">
              <a:lnSpc>
                <a:spcPct val="100000"/>
              </a:lnSpc>
              <a:spcBef>
                <a:spcPts val="640"/>
              </a:spcBef>
              <a:spcAft>
                <a:spcPts val="0"/>
              </a:spcAft>
              <a:buClr>
                <a:schemeClr val="dk1"/>
              </a:buClr>
              <a:buSzPts val="3200"/>
              <a:buFont typeface="Arial"/>
              <a:buNone/>
              <a:defRPr/>
            </a:lvl7pPr>
            <a:lvl8pPr lvl="7" algn="ctr">
              <a:lnSpc>
                <a:spcPct val="100000"/>
              </a:lnSpc>
              <a:spcBef>
                <a:spcPts val="640"/>
              </a:spcBef>
              <a:spcAft>
                <a:spcPts val="0"/>
              </a:spcAft>
              <a:buClr>
                <a:schemeClr val="dk1"/>
              </a:buClr>
              <a:buSzPts val="3200"/>
              <a:buFont typeface="Arial"/>
              <a:buNone/>
              <a:defRPr/>
            </a:lvl8pPr>
            <a:lvl9pPr lvl="8" algn="ctr">
              <a:lnSpc>
                <a:spcPct val="100000"/>
              </a:lnSpc>
              <a:spcBef>
                <a:spcPts val="640"/>
              </a:spcBef>
              <a:spcAft>
                <a:spcPts val="0"/>
              </a:spcAft>
              <a:buClr>
                <a:schemeClr val="dk1"/>
              </a:buClr>
              <a:buSzPts val="3200"/>
              <a:buFont typeface="Arial"/>
              <a:buNone/>
              <a:defRPr/>
            </a:lvl9pPr>
          </a:lstStyle>
          <a:p/>
        </p:txBody>
      </p:sp>
      <p:sp>
        <p:nvSpPr>
          <p:cNvPr id="18" name="Google Shape;18;p3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3"/>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3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35"/>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3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3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 name="Shape 36"/>
        <p:cNvGrpSpPr/>
        <p:nvPr/>
      </p:nvGrpSpPr>
      <p:grpSpPr>
        <a:xfrm>
          <a:off x="0" y="0"/>
          <a:ext cx="0" cy="0"/>
          <a:chOff x="0" y="0"/>
          <a:chExt cx="0" cy="0"/>
        </a:xfrm>
      </p:grpSpPr>
      <p:sp>
        <p:nvSpPr>
          <p:cNvPr id="37" name="Google Shape;37;p36"/>
          <p:cNvSpPr txBox="1"/>
          <p:nvPr>
            <p:ph type="title"/>
          </p:nvPr>
        </p:nvSpPr>
        <p:spPr>
          <a:xfrm rot="5400000">
            <a:off x="4800600" y="2209800"/>
            <a:ext cx="5715000"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36"/>
          <p:cNvSpPr txBox="1"/>
          <p:nvPr>
            <p:ph idx="1" type="body"/>
          </p:nvPr>
        </p:nvSpPr>
        <p:spPr>
          <a:xfrm rot="5400000">
            <a:off x="609600" y="228600"/>
            <a:ext cx="5715000"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3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37"/>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 name="Google Shape;44;p37"/>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 name="Google Shape;45;p3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8" name="Shape 48"/>
        <p:cNvGrpSpPr/>
        <p:nvPr/>
      </p:nvGrpSpPr>
      <p:grpSpPr>
        <a:xfrm>
          <a:off x="0" y="0"/>
          <a:ext cx="0" cy="0"/>
          <a:chOff x="0" y="0"/>
          <a:chExt cx="0" cy="0"/>
        </a:xfrm>
      </p:grpSpPr>
      <p:sp>
        <p:nvSpPr>
          <p:cNvPr id="49" name="Google Shape;49;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 name="Google Shape;50;p38"/>
          <p:cNvSpPr/>
          <p:nvPr>
            <p:ph idx="2" type="pic"/>
          </p:nvPr>
        </p:nvSpPr>
        <p:spPr>
          <a:xfrm>
            <a:off x="1792288" y="612775"/>
            <a:ext cx="5486400" cy="4114800"/>
          </a:xfrm>
          <a:prstGeom prst="rect">
            <a:avLst/>
          </a:prstGeom>
          <a:noFill/>
          <a:ln>
            <a:noFill/>
          </a:ln>
        </p:spPr>
      </p:sp>
      <p:sp>
        <p:nvSpPr>
          <p:cNvPr id="51" name="Google Shape;51;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52" name="Google Shape;52;p3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58" name="Google Shape;58;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59" name="Google Shape;59;p3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4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65" name="Google Shape;65;p4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66" name="Google Shape;66;p4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67" name="Google Shape;67;p4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68" name="Google Shape;68;p4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41"/>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4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74" name="Google Shape;74;p41"/>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75" name="Google Shape;75;p4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81" name="Google Shape;81;p4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1pPr>
            <a:lvl2pPr lvl="1"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2pPr>
            <a:lvl3pPr lvl="2"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3pPr>
            <a:lvl4pPr lvl="3"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4pPr>
            <a:lvl5pPr lvl="4"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5pPr>
            <a:lvl6pPr lvl="5"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6pPr>
            <a:lvl7pPr lvl="6"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7pPr>
            <a:lvl8pPr lvl="7"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8pPr>
            <a:lvl9pPr lvl="8" marR="0" rtl="0" algn="ctr">
              <a:lnSpc>
                <a:spcPct val="100000"/>
              </a:lnSpc>
              <a:spcBef>
                <a:spcPts val="0"/>
              </a:spcBef>
              <a:spcAft>
                <a:spcPts val="0"/>
              </a:spcAft>
              <a:buClr>
                <a:srgbClr val="000000"/>
              </a:buClr>
              <a:buSzPts val="1400"/>
              <a:buFont typeface="Arial"/>
              <a:buNone/>
              <a:defRPr b="1" i="0" sz="4400" u="none" cap="none" strike="noStrike">
                <a:solidFill>
                  <a:schemeClr val="dk2"/>
                </a:solidFill>
                <a:latin typeface="Tahoma"/>
                <a:ea typeface="Tahoma"/>
                <a:cs typeface="Tahoma"/>
                <a:sym typeface="Tahoma"/>
              </a:defRPr>
            </a:lvl9pPr>
          </a:lstStyle>
          <a:p/>
        </p:txBody>
      </p:sp>
      <p:sp>
        <p:nvSpPr>
          <p:cNvPr id="11" name="Google Shape;11;p3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indent="-431800" lvl="1" marL="9144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indent="-431800" lvl="3" marL="18288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indent="-431800" lvl="4" marL="22860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indent="-431800" lvl="5" marL="27432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indent="-431800" lvl="6" marL="32004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indent="-431800" lvl="7" marL="36576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indent="-431800" lvl="8" marL="4114800" marR="0" rtl="0" algn="l">
              <a:lnSpc>
                <a:spcPct val="10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12 - </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2" name="Google Shape;92;p1"/>
          <p:cNvSpPr txBox="1"/>
          <p:nvPr>
            <p:ph type="ctrTitle"/>
          </p:nvPr>
        </p:nvSpPr>
        <p:spPr>
          <a:xfrm>
            <a:off x="609600" y="381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ahoma"/>
              <a:buNone/>
            </a:pPr>
            <a:r>
              <a:rPr b="1" i="0" lang="en-US" sz="4000" u="none">
                <a:solidFill>
                  <a:schemeClr val="dk2"/>
                </a:solidFill>
                <a:latin typeface="Tahoma"/>
                <a:ea typeface="Tahoma"/>
                <a:cs typeface="Tahoma"/>
                <a:sym typeface="Tahoma"/>
              </a:rPr>
              <a:t>Planning, Writing, and Completing Oral Presentations</a:t>
            </a:r>
            <a:endParaRPr/>
          </a:p>
        </p:txBody>
      </p:sp>
      <p:pic>
        <p:nvPicPr>
          <p:cNvPr id="93" name="Google Shape;93;p1"/>
          <p:cNvPicPr preferRelativeResize="0"/>
          <p:nvPr/>
        </p:nvPicPr>
        <p:blipFill rotWithShape="1">
          <a:blip r:embed="rId3">
            <a:alphaModFix/>
          </a:blip>
          <a:srcRect b="3197" l="0" r="0" t="0"/>
          <a:stretch/>
        </p:blipFill>
        <p:spPr>
          <a:xfrm>
            <a:off x="0" y="1887537"/>
            <a:ext cx="9144000" cy="49704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457200" y="1752600"/>
            <a:ext cx="8229600" cy="441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3" name="Google Shape;103;p2"/>
          <p:cNvSpPr txBox="1"/>
          <p:nvPr>
            <p:ph type="title"/>
          </p:nvPr>
        </p:nvSpPr>
        <p:spPr>
          <a:xfrm>
            <a:off x="457200" y="381000"/>
            <a:ext cx="8229600" cy="1371600"/>
          </a:xfrm>
          <a:prstGeom prst="rect">
            <a:avLst/>
          </a:prstGeom>
          <a:solidFill>
            <a:schemeClr val="dk2"/>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The Three-Step Process</a:t>
            </a:r>
            <a:endParaRPr/>
          </a:p>
        </p:txBody>
      </p:sp>
      <p:cxnSp>
        <p:nvCxnSpPr>
          <p:cNvPr id="104" name="Google Shape;104;p2"/>
          <p:cNvCxnSpPr/>
          <p:nvPr/>
        </p:nvCxnSpPr>
        <p:spPr>
          <a:xfrm>
            <a:off x="609600" y="2209800"/>
            <a:ext cx="7924800" cy="0"/>
          </a:xfrm>
          <a:prstGeom prst="straightConnector1">
            <a:avLst/>
          </a:prstGeom>
          <a:noFill/>
          <a:ln cap="flat" cmpd="sng" w="76200">
            <a:solidFill>
              <a:schemeClr val="dk1"/>
            </a:solidFill>
            <a:prstDash val="solid"/>
            <a:miter lim="800000"/>
            <a:headEnd len="sm" w="sm" type="none"/>
            <a:tailEnd len="med" w="med" type="triangle"/>
          </a:ln>
        </p:spPr>
      </p:cxnSp>
      <p:sp>
        <p:nvSpPr>
          <p:cNvPr id="105" name="Google Shape;105;p2"/>
          <p:cNvSpPr txBox="1"/>
          <p:nvPr/>
        </p:nvSpPr>
        <p:spPr>
          <a:xfrm>
            <a:off x="3200400" y="1981200"/>
            <a:ext cx="266541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Flow of the Message</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609600" y="2665412"/>
            <a:ext cx="2641600" cy="2514600"/>
          </a:xfrm>
          <a:prstGeom prst="rect">
            <a:avLst/>
          </a:prstGeom>
          <a:gradFill>
            <a:gsLst>
              <a:gs pos="0">
                <a:srgbClr val="DBDBDB"/>
              </a:gs>
              <a:gs pos="50000">
                <a:srgbClr val="FFFFFF"/>
              </a:gs>
              <a:gs pos="100000">
                <a:srgbClr val="DBDBDB"/>
              </a:gs>
            </a:gsLst>
            <a:lin ang="0" scaled="0"/>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Planning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07" name="Google Shape;107;p2"/>
          <p:cNvSpPr txBox="1"/>
          <p:nvPr/>
        </p:nvSpPr>
        <p:spPr>
          <a:xfrm>
            <a:off x="3251200" y="2665412"/>
            <a:ext cx="2641600" cy="2514600"/>
          </a:xfrm>
          <a:prstGeom prst="rect">
            <a:avLst/>
          </a:prstGeom>
          <a:gradFill>
            <a:gsLst>
              <a:gs pos="0">
                <a:srgbClr val="DBDBDB"/>
              </a:gs>
              <a:gs pos="50000">
                <a:srgbClr val="FFFFFF"/>
              </a:gs>
              <a:gs pos="100000">
                <a:srgbClr val="DBDBDB"/>
              </a:gs>
            </a:gsLst>
            <a:lin ang="0" scaled="0"/>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Writing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5892800" y="2665412"/>
            <a:ext cx="2641600" cy="2514600"/>
          </a:xfrm>
          <a:prstGeom prst="rect">
            <a:avLst/>
          </a:prstGeom>
          <a:gradFill>
            <a:gsLst>
              <a:gs pos="0">
                <a:srgbClr val="DBDBDB"/>
              </a:gs>
              <a:gs pos="50000">
                <a:srgbClr val="FFFFFF"/>
              </a:gs>
              <a:gs pos="100000">
                <a:srgbClr val="DBDBDB"/>
              </a:gs>
            </a:gsLst>
            <a:lin ang="0" scaled="0"/>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Completing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cxnSp>
        <p:nvCxnSpPr>
          <p:cNvPr id="109" name="Google Shape;109;p2"/>
          <p:cNvCxnSpPr/>
          <p:nvPr/>
        </p:nvCxnSpPr>
        <p:spPr>
          <a:xfrm>
            <a:off x="1930399" y="5180013"/>
            <a:ext cx="5283300" cy="1500"/>
          </a:xfrm>
          <a:prstGeom prst="bentConnector3">
            <a:avLst>
              <a:gd fmla="val 0" name="adj1"/>
            </a:avLst>
          </a:prstGeom>
          <a:noFill/>
          <a:ln cap="flat" cmpd="sng" w="76200">
            <a:solidFill>
              <a:schemeClr val="dk1"/>
            </a:solidFill>
            <a:prstDash val="solid"/>
            <a:miter lim="800000"/>
            <a:headEnd len="sm" w="sm" type="none"/>
            <a:tailEnd len="sm" w="sm" type="none"/>
          </a:ln>
        </p:spPr>
      </p:cxnSp>
      <p:sp>
        <p:nvSpPr>
          <p:cNvPr id="110" name="Google Shape;110;p2"/>
          <p:cNvSpPr txBox="1"/>
          <p:nvPr/>
        </p:nvSpPr>
        <p:spPr>
          <a:xfrm>
            <a:off x="2895600" y="5410200"/>
            <a:ext cx="337343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Substance of the Message</a:t>
            </a:r>
            <a:endParaRPr b="0" i="0" sz="1400" u="none" cap="none" strike="noStrike">
              <a:solidFill>
                <a:srgbClr val="000000"/>
              </a:solidFill>
              <a:latin typeface="Arial"/>
              <a:ea typeface="Arial"/>
              <a:cs typeface="Arial"/>
              <a:sym typeface="Arial"/>
            </a:endParaRPr>
          </a:p>
        </p:txBody>
      </p:sp>
    </p:spTree>
  </p:cSld>
  <p:clrMapOvr>
    <a:masterClrMapping/>
  </p:clrMapOvr>
  <p:transition spd="slow">
    <p:spli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17" name="Google Shape;117;p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18" name="Google Shape;118;p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Recycled paper" id="119" name="Google Shape;119;p7"/>
          <p:cNvSpPr txBox="1"/>
          <p:nvPr/>
        </p:nvSpPr>
        <p:spPr>
          <a:xfrm>
            <a:off x="457200" y="1981200"/>
            <a:ext cx="82296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0" name="Google Shape;120;p7"/>
          <p:cNvSpPr txBox="1"/>
          <p:nvPr>
            <p:ph type="title"/>
          </p:nvPr>
        </p:nvSpPr>
        <p:spPr>
          <a:xfrm>
            <a:off x="457200" y="381000"/>
            <a:ext cx="8229600" cy="1600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Oral Presentations</a:t>
            </a:r>
            <a:endParaRPr/>
          </a:p>
        </p:txBody>
      </p:sp>
      <p:sp>
        <p:nvSpPr>
          <p:cNvPr descr="Recycled paper" id="121" name="Google Shape;121;p7"/>
          <p:cNvSpPr txBox="1"/>
          <p:nvPr/>
        </p:nvSpPr>
        <p:spPr>
          <a:xfrm>
            <a:off x="914400" y="2133600"/>
            <a:ext cx="3200400" cy="108585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Opportunities</a:t>
            </a:r>
            <a:endParaRPr b="0" i="0" sz="1400" u="none" cap="none" strike="noStrike">
              <a:solidFill>
                <a:srgbClr val="000000"/>
              </a:solidFill>
              <a:latin typeface="Arial"/>
              <a:ea typeface="Arial"/>
              <a:cs typeface="Arial"/>
              <a:sym typeface="Arial"/>
            </a:endParaRPr>
          </a:p>
        </p:txBody>
      </p:sp>
      <p:grpSp>
        <p:nvGrpSpPr>
          <p:cNvPr id="122" name="Google Shape;122;p7"/>
          <p:cNvGrpSpPr/>
          <p:nvPr/>
        </p:nvGrpSpPr>
        <p:grpSpPr>
          <a:xfrm>
            <a:off x="914400" y="2676525"/>
            <a:ext cx="3200400" cy="3419475"/>
            <a:chOff x="576" y="1686"/>
            <a:chExt cx="2016" cy="2154"/>
          </a:xfrm>
        </p:grpSpPr>
        <p:sp>
          <p:nvSpPr>
            <p:cNvPr descr="Recycled paper" id="123" name="Google Shape;123;p7"/>
            <p:cNvSpPr txBox="1"/>
            <p:nvPr/>
          </p:nvSpPr>
          <p:spPr>
            <a:xfrm>
              <a:off x="840" y="2112"/>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On-the-Spot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Feedback</a:t>
              </a:r>
              <a:endParaRPr b="0" i="0" sz="1400" u="none" cap="none" strike="noStrike">
                <a:solidFill>
                  <a:srgbClr val="000000"/>
                </a:solidFill>
                <a:latin typeface="Arial"/>
                <a:ea typeface="Arial"/>
                <a:cs typeface="Arial"/>
                <a:sym typeface="Arial"/>
              </a:endParaRPr>
            </a:p>
          </p:txBody>
        </p:sp>
        <p:sp>
          <p:nvSpPr>
            <p:cNvPr descr="Recycled paper" id="124" name="Google Shape;124;p7"/>
            <p:cNvSpPr txBox="1"/>
            <p:nvPr/>
          </p:nvSpPr>
          <p:spPr>
            <a:xfrm>
              <a:off x="840" y="2716"/>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Immediate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Modification</a:t>
              </a:r>
              <a:endParaRPr b="0" i="0" sz="1400" u="none" cap="none" strike="noStrike">
                <a:solidFill>
                  <a:srgbClr val="000000"/>
                </a:solidFill>
                <a:latin typeface="Arial"/>
                <a:ea typeface="Arial"/>
                <a:cs typeface="Arial"/>
                <a:sym typeface="Arial"/>
              </a:endParaRPr>
            </a:p>
          </p:txBody>
        </p:sp>
        <p:sp>
          <p:nvSpPr>
            <p:cNvPr descr="Recycled paper" id="125" name="Google Shape;125;p7"/>
            <p:cNvSpPr txBox="1"/>
            <p:nvPr/>
          </p:nvSpPr>
          <p:spPr>
            <a:xfrm>
              <a:off x="840" y="3320"/>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Nonverbal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Reinforcement</a:t>
              </a:r>
              <a:endParaRPr b="0" i="0" sz="1400" u="none" cap="none" strike="noStrike">
                <a:solidFill>
                  <a:srgbClr val="000000"/>
                </a:solidFill>
                <a:latin typeface="Arial"/>
                <a:ea typeface="Arial"/>
                <a:cs typeface="Arial"/>
                <a:sym typeface="Arial"/>
              </a:endParaRPr>
            </a:p>
          </p:txBody>
        </p:sp>
        <p:cxnSp>
          <p:nvCxnSpPr>
            <p:cNvPr id="126" name="Google Shape;126;p7"/>
            <p:cNvCxnSpPr/>
            <p:nvPr/>
          </p:nvCxnSpPr>
          <p:spPr>
            <a:xfrm>
              <a:off x="576" y="1686"/>
              <a:ext cx="264" cy="686"/>
            </a:xfrm>
            <a:prstGeom prst="bentConnector3">
              <a:avLst>
                <a:gd fmla="val -218182" name="adj1"/>
              </a:avLst>
            </a:prstGeom>
            <a:noFill/>
            <a:ln cap="flat" cmpd="sng" w="9525">
              <a:solidFill>
                <a:schemeClr val="dk1"/>
              </a:solidFill>
              <a:prstDash val="solid"/>
              <a:miter lim="800000"/>
              <a:headEnd len="sm" w="sm" type="none"/>
              <a:tailEnd len="sm" w="sm" type="none"/>
            </a:ln>
          </p:spPr>
        </p:cxnSp>
        <p:cxnSp>
          <p:nvCxnSpPr>
            <p:cNvPr id="127" name="Google Shape;127;p7"/>
            <p:cNvCxnSpPr/>
            <p:nvPr/>
          </p:nvCxnSpPr>
          <p:spPr>
            <a:xfrm flipH="1">
              <a:off x="2328" y="1686"/>
              <a:ext cx="264" cy="686"/>
            </a:xfrm>
            <a:prstGeom prst="bentConnector3">
              <a:avLst>
                <a:gd fmla="val 981818" name="adj1"/>
              </a:avLst>
            </a:prstGeom>
            <a:noFill/>
            <a:ln cap="flat" cmpd="sng" w="9525">
              <a:solidFill>
                <a:schemeClr val="dk1"/>
              </a:solidFill>
              <a:prstDash val="solid"/>
              <a:miter lim="800000"/>
              <a:headEnd len="sm" w="sm" type="none"/>
              <a:tailEnd len="sm" w="sm" type="none"/>
            </a:ln>
          </p:spPr>
        </p:cxnSp>
        <p:cxnSp>
          <p:nvCxnSpPr>
            <p:cNvPr id="128" name="Google Shape;128;p7"/>
            <p:cNvCxnSpPr/>
            <p:nvPr/>
          </p:nvCxnSpPr>
          <p:spPr>
            <a:xfrm>
              <a:off x="840" y="2372"/>
              <a:ext cx="1" cy="604"/>
            </a:xfrm>
            <a:prstGeom prst="bentConnector3">
              <a:avLst>
                <a:gd fmla="val -83999968" name="adj1"/>
              </a:avLst>
            </a:prstGeom>
            <a:noFill/>
            <a:ln cap="flat" cmpd="sng" w="9525">
              <a:solidFill>
                <a:schemeClr val="dk1"/>
              </a:solidFill>
              <a:prstDash val="solid"/>
              <a:miter lim="800000"/>
              <a:headEnd len="sm" w="sm" type="none"/>
              <a:tailEnd len="sm" w="sm" type="none"/>
            </a:ln>
          </p:spPr>
        </p:cxnSp>
        <p:cxnSp>
          <p:nvCxnSpPr>
            <p:cNvPr id="129" name="Google Shape;129;p7"/>
            <p:cNvCxnSpPr/>
            <p:nvPr/>
          </p:nvCxnSpPr>
          <p:spPr>
            <a:xfrm>
              <a:off x="2328" y="2372"/>
              <a:ext cx="1" cy="604"/>
            </a:xfrm>
            <a:prstGeom prst="bentConnector3">
              <a:avLst>
                <a:gd fmla="val -232799906" name="adj1"/>
              </a:avLst>
            </a:prstGeom>
            <a:noFill/>
            <a:ln cap="flat" cmpd="sng" w="9525">
              <a:solidFill>
                <a:schemeClr val="dk1"/>
              </a:solidFill>
              <a:prstDash val="solid"/>
              <a:miter lim="800000"/>
              <a:headEnd len="sm" w="sm" type="none"/>
              <a:tailEnd len="sm" w="sm" type="none"/>
            </a:ln>
          </p:spPr>
        </p:cxnSp>
        <p:cxnSp>
          <p:nvCxnSpPr>
            <p:cNvPr id="130" name="Google Shape;130;p7"/>
            <p:cNvCxnSpPr/>
            <p:nvPr/>
          </p:nvCxnSpPr>
          <p:spPr>
            <a:xfrm>
              <a:off x="840" y="2976"/>
              <a:ext cx="1" cy="604"/>
            </a:xfrm>
            <a:prstGeom prst="bentConnector3">
              <a:avLst>
                <a:gd fmla="val -83999968" name="adj1"/>
              </a:avLst>
            </a:prstGeom>
            <a:noFill/>
            <a:ln cap="flat" cmpd="sng" w="9525">
              <a:solidFill>
                <a:schemeClr val="dk1"/>
              </a:solidFill>
              <a:prstDash val="solid"/>
              <a:miter lim="800000"/>
              <a:headEnd len="sm" w="sm" type="none"/>
              <a:tailEnd len="sm" w="sm" type="none"/>
            </a:ln>
          </p:spPr>
        </p:cxnSp>
        <p:cxnSp>
          <p:nvCxnSpPr>
            <p:cNvPr id="131" name="Google Shape;131;p7"/>
            <p:cNvCxnSpPr/>
            <p:nvPr/>
          </p:nvCxnSpPr>
          <p:spPr>
            <a:xfrm>
              <a:off x="2328" y="2976"/>
              <a:ext cx="1" cy="604"/>
            </a:xfrm>
            <a:prstGeom prst="bentConnector3">
              <a:avLst>
                <a:gd fmla="val -232799906" name="adj1"/>
              </a:avLst>
            </a:prstGeom>
            <a:noFill/>
            <a:ln cap="flat" cmpd="sng" w="9525">
              <a:solidFill>
                <a:schemeClr val="dk1"/>
              </a:solidFill>
              <a:prstDash val="solid"/>
              <a:miter lim="800000"/>
              <a:headEnd len="sm" w="sm" type="none"/>
              <a:tailEnd len="sm" w="sm" type="none"/>
            </a:ln>
          </p:spPr>
        </p:cxnSp>
      </p:grpSp>
      <p:sp>
        <p:nvSpPr>
          <p:cNvPr descr="Recycled paper" id="132" name="Google Shape;132;p7"/>
          <p:cNvSpPr txBox="1"/>
          <p:nvPr/>
        </p:nvSpPr>
        <p:spPr>
          <a:xfrm>
            <a:off x="5029200" y="2133600"/>
            <a:ext cx="3200400" cy="108585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Challenges</a:t>
            </a:r>
            <a:endParaRPr b="0" i="0" sz="1400" u="none" cap="none" strike="noStrike">
              <a:solidFill>
                <a:srgbClr val="000000"/>
              </a:solidFill>
              <a:latin typeface="Arial"/>
              <a:ea typeface="Arial"/>
              <a:cs typeface="Arial"/>
              <a:sym typeface="Arial"/>
            </a:endParaRPr>
          </a:p>
        </p:txBody>
      </p:sp>
      <p:grpSp>
        <p:nvGrpSpPr>
          <p:cNvPr id="133" name="Google Shape;133;p7"/>
          <p:cNvGrpSpPr/>
          <p:nvPr/>
        </p:nvGrpSpPr>
        <p:grpSpPr>
          <a:xfrm>
            <a:off x="5029200" y="2676525"/>
            <a:ext cx="3200400" cy="3419475"/>
            <a:chOff x="3168" y="1686"/>
            <a:chExt cx="2016" cy="2154"/>
          </a:xfrm>
        </p:grpSpPr>
        <p:sp>
          <p:nvSpPr>
            <p:cNvPr descr="Recycled paper" id="134" name="Google Shape;134;p7"/>
            <p:cNvSpPr txBox="1"/>
            <p:nvPr/>
          </p:nvSpPr>
          <p:spPr>
            <a:xfrm>
              <a:off x="3432" y="2112"/>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Maintaining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p:txBody>
        </p:sp>
        <p:sp>
          <p:nvSpPr>
            <p:cNvPr descr="Recycled paper" id="135" name="Google Shape;135;p7"/>
            <p:cNvSpPr txBox="1"/>
            <p:nvPr/>
          </p:nvSpPr>
          <p:spPr>
            <a:xfrm>
              <a:off x="3432" y="2716"/>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Guiding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descr="Recycled paper" id="136" name="Google Shape;136;p7"/>
            <p:cNvSpPr txBox="1"/>
            <p:nvPr/>
          </p:nvSpPr>
          <p:spPr>
            <a:xfrm>
              <a:off x="3432" y="3320"/>
              <a:ext cx="1488" cy="520"/>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Shifting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Topics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1" i="1" lang="en-US" sz="1200" u="none" cap="none" strike="noStrike">
                  <a:solidFill>
                    <a:schemeClr val="dk1"/>
                  </a:solidFill>
                  <a:latin typeface="Arial"/>
                  <a:ea typeface="Arial"/>
                  <a:cs typeface="Arial"/>
                  <a:sym typeface="Arial"/>
                </a:rPr>
                <a:t>(audience might dictate!)</a:t>
              </a:r>
              <a:endParaRPr b="0" i="0" sz="1400" u="none" cap="none" strike="noStrike">
                <a:solidFill>
                  <a:srgbClr val="000000"/>
                </a:solidFill>
                <a:latin typeface="Arial"/>
                <a:ea typeface="Arial"/>
                <a:cs typeface="Arial"/>
                <a:sym typeface="Arial"/>
              </a:endParaRPr>
            </a:p>
          </p:txBody>
        </p:sp>
        <p:cxnSp>
          <p:nvCxnSpPr>
            <p:cNvPr id="137" name="Google Shape;137;p7"/>
            <p:cNvCxnSpPr/>
            <p:nvPr/>
          </p:nvCxnSpPr>
          <p:spPr>
            <a:xfrm>
              <a:off x="3168" y="1686"/>
              <a:ext cx="264" cy="686"/>
            </a:xfrm>
            <a:prstGeom prst="bentConnector3">
              <a:avLst>
                <a:gd fmla="val -1200000" name="adj1"/>
              </a:avLst>
            </a:prstGeom>
            <a:noFill/>
            <a:ln cap="flat" cmpd="sng" w="9525">
              <a:solidFill>
                <a:schemeClr val="dk1"/>
              </a:solidFill>
              <a:prstDash val="solid"/>
              <a:miter lim="800000"/>
              <a:headEnd len="sm" w="sm" type="none"/>
              <a:tailEnd len="sm" w="sm" type="none"/>
            </a:ln>
          </p:spPr>
        </p:cxnSp>
        <p:cxnSp>
          <p:nvCxnSpPr>
            <p:cNvPr id="138" name="Google Shape;138;p7"/>
            <p:cNvCxnSpPr/>
            <p:nvPr/>
          </p:nvCxnSpPr>
          <p:spPr>
            <a:xfrm flipH="1">
              <a:off x="4920" y="1686"/>
              <a:ext cx="264" cy="686"/>
            </a:xfrm>
            <a:prstGeom prst="bentConnector3">
              <a:avLst>
                <a:gd fmla="val 1963636" name="adj1"/>
              </a:avLst>
            </a:prstGeom>
            <a:noFill/>
            <a:ln cap="flat" cmpd="sng" w="9525">
              <a:solidFill>
                <a:schemeClr val="dk1"/>
              </a:solidFill>
              <a:prstDash val="solid"/>
              <a:miter lim="800000"/>
              <a:headEnd len="sm" w="sm" type="none"/>
              <a:tailEnd len="sm" w="sm" type="none"/>
            </a:ln>
          </p:spPr>
        </p:cxnSp>
        <p:cxnSp>
          <p:nvCxnSpPr>
            <p:cNvPr id="139" name="Google Shape;139;p7"/>
            <p:cNvCxnSpPr/>
            <p:nvPr/>
          </p:nvCxnSpPr>
          <p:spPr>
            <a:xfrm>
              <a:off x="3432" y="2372"/>
              <a:ext cx="1" cy="604"/>
            </a:xfrm>
            <a:prstGeom prst="bentConnector3">
              <a:avLst>
                <a:gd fmla="val -343199865" name="adj1"/>
              </a:avLst>
            </a:prstGeom>
            <a:noFill/>
            <a:ln cap="flat" cmpd="sng" w="9525">
              <a:solidFill>
                <a:schemeClr val="dk1"/>
              </a:solidFill>
              <a:prstDash val="solid"/>
              <a:miter lim="800000"/>
              <a:headEnd len="sm" w="sm" type="none"/>
              <a:tailEnd len="sm" w="sm" type="none"/>
            </a:ln>
          </p:spPr>
        </p:cxnSp>
        <p:cxnSp>
          <p:nvCxnSpPr>
            <p:cNvPr id="140" name="Google Shape;140;p7"/>
            <p:cNvCxnSpPr/>
            <p:nvPr/>
          </p:nvCxnSpPr>
          <p:spPr>
            <a:xfrm>
              <a:off x="4920" y="2372"/>
              <a:ext cx="1" cy="604"/>
            </a:xfrm>
            <a:prstGeom prst="bentConnector3">
              <a:avLst>
                <a:gd fmla="val -491999804" name="adj1"/>
              </a:avLst>
            </a:prstGeom>
            <a:noFill/>
            <a:ln cap="flat" cmpd="sng" w="9525">
              <a:solidFill>
                <a:schemeClr val="dk1"/>
              </a:solidFill>
              <a:prstDash val="solid"/>
              <a:miter lim="800000"/>
              <a:headEnd len="sm" w="sm" type="none"/>
              <a:tailEnd len="sm" w="sm" type="none"/>
            </a:ln>
          </p:spPr>
        </p:cxnSp>
        <p:cxnSp>
          <p:nvCxnSpPr>
            <p:cNvPr id="141" name="Google Shape;141;p7"/>
            <p:cNvCxnSpPr/>
            <p:nvPr/>
          </p:nvCxnSpPr>
          <p:spPr>
            <a:xfrm>
              <a:off x="3432" y="2976"/>
              <a:ext cx="1" cy="604"/>
            </a:xfrm>
            <a:prstGeom prst="bentConnector3">
              <a:avLst>
                <a:gd fmla="val -343199865" name="adj1"/>
              </a:avLst>
            </a:prstGeom>
            <a:noFill/>
            <a:ln cap="flat" cmpd="sng" w="9525">
              <a:solidFill>
                <a:schemeClr val="dk1"/>
              </a:solidFill>
              <a:prstDash val="solid"/>
              <a:miter lim="800000"/>
              <a:headEnd len="sm" w="sm" type="none"/>
              <a:tailEnd len="sm" w="sm" type="none"/>
            </a:ln>
          </p:spPr>
        </p:cxnSp>
        <p:cxnSp>
          <p:nvCxnSpPr>
            <p:cNvPr id="142" name="Google Shape;142;p7"/>
            <p:cNvCxnSpPr/>
            <p:nvPr/>
          </p:nvCxnSpPr>
          <p:spPr>
            <a:xfrm>
              <a:off x="4920" y="2976"/>
              <a:ext cx="1" cy="604"/>
            </a:xfrm>
            <a:prstGeom prst="bentConnector3">
              <a:avLst>
                <a:gd fmla="val -491999804" name="adj1"/>
              </a:avLst>
            </a:prstGeom>
            <a:noFill/>
            <a:ln cap="flat" cmpd="sng" w="9525">
              <a:solidFill>
                <a:schemeClr val="dk1"/>
              </a:solidFill>
              <a:prstDash val="solid"/>
              <a:miter lim="800000"/>
              <a:headEnd len="sm" w="sm" type="none"/>
              <a:tailEnd len="sm" w="sm" type="none"/>
            </a:ln>
          </p:spPr>
        </p:cxnSp>
      </p:grpSp>
    </p:spTree>
  </p:cSld>
  <p:clrMapOvr>
    <a:masterClrMapping/>
  </p:clrMapOvr>
  <p:transition spd="slow">
    <p:spli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49" name="Google Shape;149;p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1" name="Google Shape;151;p3"/>
          <p:cNvSpPr txBox="1"/>
          <p:nvPr>
            <p:ph type="title"/>
          </p:nvPr>
        </p:nvSpPr>
        <p:spPr>
          <a:xfrm>
            <a:off x="457200" y="381000"/>
            <a:ext cx="8229600" cy="19812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Planning Speeches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and Presentations</a:t>
            </a:r>
            <a:endParaRPr/>
          </a:p>
        </p:txBody>
      </p:sp>
      <p:sp>
        <p:nvSpPr>
          <p:cNvPr descr="Stationery" id="152" name="Google Shape;152;p3"/>
          <p:cNvSpPr txBox="1"/>
          <p:nvPr/>
        </p:nvSpPr>
        <p:spPr>
          <a:xfrm>
            <a:off x="457200" y="2362200"/>
            <a:ext cx="8229600" cy="38862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descr="Stationery" id="153" name="Google Shape;153;p3"/>
          <p:cNvSpPr txBox="1"/>
          <p:nvPr/>
        </p:nvSpPr>
        <p:spPr>
          <a:xfrm>
            <a:off x="762000" y="2743200"/>
            <a:ext cx="3581400" cy="14478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Determine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the Purpose</a:t>
            </a:r>
            <a:endParaRPr b="0" i="0" sz="1400" u="none" cap="none" strike="noStrike">
              <a:solidFill>
                <a:srgbClr val="000000"/>
              </a:solidFill>
              <a:latin typeface="Arial"/>
              <a:ea typeface="Arial"/>
              <a:cs typeface="Arial"/>
              <a:sym typeface="Arial"/>
            </a:endParaRPr>
          </a:p>
        </p:txBody>
      </p:sp>
      <p:sp>
        <p:nvSpPr>
          <p:cNvPr descr="Stationery" id="154" name="Google Shape;154;p3"/>
          <p:cNvSpPr txBox="1"/>
          <p:nvPr/>
        </p:nvSpPr>
        <p:spPr>
          <a:xfrm>
            <a:off x="4800600" y="4495800"/>
            <a:ext cx="3581400" cy="14478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Adapt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Message</a:t>
            </a:r>
            <a:endParaRPr b="0" i="0" sz="1400" u="none" cap="none" strike="noStrike">
              <a:solidFill>
                <a:srgbClr val="000000"/>
              </a:solidFill>
              <a:latin typeface="Arial"/>
              <a:ea typeface="Arial"/>
              <a:cs typeface="Arial"/>
              <a:sym typeface="Arial"/>
            </a:endParaRPr>
          </a:p>
        </p:txBody>
      </p:sp>
      <p:sp>
        <p:nvSpPr>
          <p:cNvPr descr="Stationery" id="155" name="Google Shape;155;p3"/>
          <p:cNvSpPr txBox="1"/>
          <p:nvPr/>
        </p:nvSpPr>
        <p:spPr>
          <a:xfrm>
            <a:off x="762000" y="4495800"/>
            <a:ext cx="3581400" cy="14478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Gather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Information</a:t>
            </a:r>
            <a:endParaRPr b="0" i="0" sz="1400" u="none" cap="none" strike="noStrike">
              <a:solidFill>
                <a:srgbClr val="000000"/>
              </a:solidFill>
              <a:latin typeface="Arial"/>
              <a:ea typeface="Arial"/>
              <a:cs typeface="Arial"/>
              <a:sym typeface="Arial"/>
            </a:endParaRPr>
          </a:p>
        </p:txBody>
      </p:sp>
      <p:sp>
        <p:nvSpPr>
          <p:cNvPr descr="Stationery" id="156" name="Google Shape;156;p3"/>
          <p:cNvSpPr txBox="1"/>
          <p:nvPr/>
        </p:nvSpPr>
        <p:spPr>
          <a:xfrm>
            <a:off x="4800600" y="2743200"/>
            <a:ext cx="3581400" cy="14478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Analyze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the Audience</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d"/>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64" name="Google Shape;164;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457200" y="2362200"/>
            <a:ext cx="8229600" cy="3810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6" name="Google Shape;166;p4"/>
          <p:cNvSpPr txBox="1"/>
          <p:nvPr>
            <p:ph type="title"/>
          </p:nvPr>
        </p:nvSpPr>
        <p:spPr>
          <a:xfrm>
            <a:off x="457200" y="381000"/>
            <a:ext cx="8229600" cy="19812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Common Purposes</a:t>
            </a:r>
            <a:br>
              <a:rPr b="1" i="0" lang="en-US" sz="4400" u="none">
                <a:solidFill>
                  <a:schemeClr val="lt1"/>
                </a:solidFill>
                <a:latin typeface="Tahoma"/>
                <a:ea typeface="Tahoma"/>
                <a:cs typeface="Tahoma"/>
                <a:sym typeface="Tahoma"/>
              </a:rPr>
            </a:br>
            <a:r>
              <a:rPr b="1" i="0" lang="en-US" sz="4400" u="none">
                <a:solidFill>
                  <a:schemeClr val="lt1"/>
                </a:solidFill>
                <a:latin typeface="Tahoma"/>
                <a:ea typeface="Tahoma"/>
                <a:cs typeface="Tahoma"/>
                <a:sym typeface="Tahoma"/>
              </a:rPr>
              <a:t>of Business Presentations</a:t>
            </a:r>
            <a:endParaRPr/>
          </a:p>
        </p:txBody>
      </p:sp>
      <p:sp>
        <p:nvSpPr>
          <p:cNvPr id="167" name="Google Shape;167;p4"/>
          <p:cNvSpPr txBox="1"/>
          <p:nvPr/>
        </p:nvSpPr>
        <p:spPr>
          <a:xfrm>
            <a:off x="2387600" y="3265487"/>
            <a:ext cx="2032000" cy="108902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Inform</a:t>
            </a:r>
            <a:endParaRPr b="0" i="0" sz="1400" u="none" cap="none" strike="noStrike">
              <a:solidFill>
                <a:srgbClr val="000000"/>
              </a:solidFill>
              <a:latin typeface="Arial"/>
              <a:ea typeface="Arial"/>
              <a:cs typeface="Arial"/>
              <a:sym typeface="Arial"/>
            </a:endParaRPr>
          </a:p>
        </p:txBody>
      </p:sp>
      <p:sp>
        <p:nvSpPr>
          <p:cNvPr id="168" name="Google Shape;168;p4"/>
          <p:cNvSpPr txBox="1"/>
          <p:nvPr/>
        </p:nvSpPr>
        <p:spPr>
          <a:xfrm>
            <a:off x="2387600" y="4843462"/>
            <a:ext cx="2032000" cy="108902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Motivate</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724400" y="3265487"/>
            <a:ext cx="2032000" cy="108902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Persuade</a:t>
            </a:r>
            <a:endParaRPr b="0" i="0" sz="1400" u="none" cap="none" strike="noStrike">
              <a:solidFill>
                <a:srgbClr val="000000"/>
              </a:solidFill>
              <a:latin typeface="Arial"/>
              <a:ea typeface="Arial"/>
              <a:cs typeface="Arial"/>
              <a:sym typeface="Arial"/>
            </a:endParaRPr>
          </a:p>
        </p:txBody>
      </p:sp>
      <p:sp>
        <p:nvSpPr>
          <p:cNvPr id="170" name="Google Shape;170;p4"/>
          <p:cNvSpPr txBox="1"/>
          <p:nvPr/>
        </p:nvSpPr>
        <p:spPr>
          <a:xfrm>
            <a:off x="4724400" y="4843462"/>
            <a:ext cx="2032000" cy="108902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Entertain</a:t>
            </a:r>
            <a:endParaRPr b="0" i="0" sz="1400" u="none" cap="none" strike="noStrike">
              <a:solidFill>
                <a:srgbClr val="000000"/>
              </a:solidFill>
              <a:latin typeface="Arial"/>
              <a:ea typeface="Arial"/>
              <a:cs typeface="Arial"/>
              <a:sym typeface="Arial"/>
            </a:endParaRPr>
          </a:p>
        </p:txBody>
      </p:sp>
      <p:sp>
        <p:nvSpPr>
          <p:cNvPr id="171" name="Google Shape;171;p4"/>
          <p:cNvSpPr txBox="1"/>
          <p:nvPr/>
        </p:nvSpPr>
        <p:spPr>
          <a:xfrm>
            <a:off x="609600" y="4230687"/>
            <a:ext cx="14462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Presentation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Content</a:t>
            </a:r>
            <a:endParaRPr b="0" i="0" sz="1400" u="none" cap="none" strike="noStrike">
              <a:solidFill>
                <a:srgbClr val="000000"/>
              </a:solidFill>
              <a:latin typeface="Arial"/>
              <a:ea typeface="Arial"/>
              <a:cs typeface="Arial"/>
              <a:sym typeface="Arial"/>
            </a:endParaRPr>
          </a:p>
        </p:txBody>
      </p:sp>
      <p:sp>
        <p:nvSpPr>
          <p:cNvPr id="172" name="Google Shape;172;p4"/>
          <p:cNvSpPr txBox="1"/>
          <p:nvPr/>
        </p:nvSpPr>
        <p:spPr>
          <a:xfrm>
            <a:off x="7088187" y="4230687"/>
            <a:ext cx="14462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Presentation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Style</a:t>
            </a:r>
            <a:endParaRPr b="0" i="0" sz="1400" u="none" cap="none" strike="noStrike">
              <a:solidFill>
                <a:srgbClr val="000000"/>
              </a:solidFill>
              <a:latin typeface="Arial"/>
              <a:ea typeface="Arial"/>
              <a:cs typeface="Arial"/>
              <a:sym typeface="Arial"/>
            </a:endParaRPr>
          </a:p>
        </p:txBody>
      </p:sp>
      <p:cxnSp>
        <p:nvCxnSpPr>
          <p:cNvPr id="173" name="Google Shape;173;p4"/>
          <p:cNvCxnSpPr/>
          <p:nvPr/>
        </p:nvCxnSpPr>
        <p:spPr>
          <a:xfrm flipH="1" rot="10800000">
            <a:off x="1333500" y="3810087"/>
            <a:ext cx="1054200" cy="420600"/>
          </a:xfrm>
          <a:prstGeom prst="bentConnector2">
            <a:avLst/>
          </a:prstGeom>
          <a:noFill/>
          <a:ln cap="flat" cmpd="sng" w="9525">
            <a:solidFill>
              <a:schemeClr val="dk1"/>
            </a:solidFill>
            <a:prstDash val="solid"/>
            <a:miter lim="800000"/>
            <a:headEnd len="sm" w="sm" type="none"/>
            <a:tailEnd len="sm" w="sm" type="none"/>
          </a:ln>
        </p:spPr>
      </p:cxnSp>
      <p:cxnSp>
        <p:nvCxnSpPr>
          <p:cNvPr id="174" name="Google Shape;174;p4"/>
          <p:cNvCxnSpPr/>
          <p:nvPr/>
        </p:nvCxnSpPr>
        <p:spPr>
          <a:xfrm>
            <a:off x="1333499" y="4932362"/>
            <a:ext cx="1054200" cy="455700"/>
          </a:xfrm>
          <a:prstGeom prst="bentConnector2">
            <a:avLst/>
          </a:prstGeom>
          <a:noFill/>
          <a:ln cap="flat" cmpd="sng" w="9525">
            <a:solidFill>
              <a:schemeClr val="dk1"/>
            </a:solidFill>
            <a:prstDash val="solid"/>
            <a:miter lim="800000"/>
            <a:headEnd len="sm" w="sm" type="none"/>
            <a:tailEnd len="sm" w="sm" type="none"/>
          </a:ln>
        </p:spPr>
      </p:cxnSp>
      <p:cxnSp>
        <p:nvCxnSpPr>
          <p:cNvPr id="175" name="Google Shape;175;p4"/>
          <p:cNvCxnSpPr/>
          <p:nvPr/>
        </p:nvCxnSpPr>
        <p:spPr>
          <a:xfrm rot="10800000">
            <a:off x="6756387" y="3810087"/>
            <a:ext cx="1055700" cy="420600"/>
          </a:xfrm>
          <a:prstGeom prst="bentConnector2">
            <a:avLst/>
          </a:prstGeom>
          <a:noFill/>
          <a:ln cap="flat" cmpd="sng" w="9525">
            <a:solidFill>
              <a:schemeClr val="dk1"/>
            </a:solidFill>
            <a:prstDash val="solid"/>
            <a:miter lim="800000"/>
            <a:headEnd len="sm" w="sm" type="none"/>
            <a:tailEnd len="sm" w="sm" type="none"/>
          </a:ln>
        </p:spPr>
      </p:cxnSp>
      <p:cxnSp>
        <p:nvCxnSpPr>
          <p:cNvPr id="176" name="Google Shape;176;p4"/>
          <p:cNvCxnSpPr/>
          <p:nvPr/>
        </p:nvCxnSpPr>
        <p:spPr>
          <a:xfrm flipH="1">
            <a:off x="6756387" y="4932363"/>
            <a:ext cx="1055700" cy="455700"/>
          </a:xfrm>
          <a:prstGeom prst="bentConnector2">
            <a:avLst/>
          </a:prstGeom>
          <a:noFill/>
          <a:ln cap="flat" cmpd="sng" w="9525">
            <a:solidFill>
              <a:schemeClr val="dk1"/>
            </a:solidFill>
            <a:prstDash val="solid"/>
            <a:miter lim="800000"/>
            <a:headEnd len="sm" w="sm" type="none"/>
            <a:tailEnd len="sm" w="sm" type="none"/>
          </a:ln>
        </p:spPr>
      </p:cxnSp>
      <p:cxnSp>
        <p:nvCxnSpPr>
          <p:cNvPr id="177" name="Google Shape;177;p4"/>
          <p:cNvCxnSpPr/>
          <p:nvPr/>
        </p:nvCxnSpPr>
        <p:spPr>
          <a:xfrm>
            <a:off x="3403600" y="4354512"/>
            <a:ext cx="2336700" cy="489000"/>
          </a:xfrm>
          <a:prstGeom prst="bentConnector3">
            <a:avLst>
              <a:gd fmla="val 50000" name="adj1"/>
            </a:avLst>
          </a:prstGeom>
          <a:noFill/>
          <a:ln cap="flat" cmpd="sng" w="9525">
            <a:solidFill>
              <a:schemeClr val="dk1"/>
            </a:solidFill>
            <a:prstDash val="solid"/>
            <a:miter lim="800000"/>
            <a:headEnd len="sm" w="sm" type="none"/>
            <a:tailEnd len="sm" w="sm" type="none"/>
          </a:ln>
        </p:spPr>
      </p:cxnSp>
      <p:cxnSp>
        <p:nvCxnSpPr>
          <p:cNvPr id="178" name="Google Shape;178;p4"/>
          <p:cNvCxnSpPr/>
          <p:nvPr/>
        </p:nvCxnSpPr>
        <p:spPr>
          <a:xfrm flipH="1" rot="10800000">
            <a:off x="3403600" y="4354462"/>
            <a:ext cx="2336700" cy="489000"/>
          </a:xfrm>
          <a:prstGeom prst="bentConnector3">
            <a:avLst>
              <a:gd fmla="val 50000" name="adj1"/>
            </a:avLst>
          </a:prstGeom>
          <a:noFill/>
          <a:ln cap="flat" cmpd="sng" w="9525">
            <a:solidFill>
              <a:schemeClr val="dk1"/>
            </a:solidFill>
            <a:prstDash val="solid"/>
            <a:miter lim="800000"/>
            <a:headEnd len="sm" w="sm" type="none"/>
            <a:tailEnd len="sm" w="sm" type="none"/>
          </a:ln>
        </p:spPr>
      </p:cxnSp>
      <p:sp>
        <p:nvSpPr>
          <p:cNvPr id="179" name="Google Shape;179;p4"/>
          <p:cNvSpPr txBox="1"/>
          <p:nvPr/>
        </p:nvSpPr>
        <p:spPr>
          <a:xfrm>
            <a:off x="3525837" y="2514600"/>
            <a:ext cx="20923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Audience Members</a:t>
            </a:r>
            <a:endParaRPr b="0" i="0" sz="1400" u="none" cap="none" strike="noStrike">
              <a:solidFill>
                <a:srgbClr val="000000"/>
              </a:solidFill>
              <a:latin typeface="Arial"/>
              <a:ea typeface="Arial"/>
              <a:cs typeface="Arial"/>
              <a:sym typeface="Arial"/>
            </a:endParaRPr>
          </a:p>
        </p:txBody>
      </p:sp>
      <p:cxnSp>
        <p:nvCxnSpPr>
          <p:cNvPr id="180" name="Google Shape;180;p4"/>
          <p:cNvCxnSpPr/>
          <p:nvPr/>
        </p:nvCxnSpPr>
        <p:spPr>
          <a:xfrm flipH="1">
            <a:off x="2387637" y="2713037"/>
            <a:ext cx="1138200" cy="1097100"/>
          </a:xfrm>
          <a:prstGeom prst="bentConnector3">
            <a:avLst>
              <a:gd fmla="val 25939" name="adj1"/>
            </a:avLst>
          </a:prstGeom>
          <a:noFill/>
          <a:ln cap="flat" cmpd="sng" w="9525">
            <a:solidFill>
              <a:schemeClr val="dk1"/>
            </a:solidFill>
            <a:prstDash val="solid"/>
            <a:miter lim="800000"/>
            <a:headEnd len="sm" w="sm" type="none"/>
            <a:tailEnd len="sm" w="sm" type="none"/>
          </a:ln>
        </p:spPr>
      </p:cxnSp>
      <p:cxnSp>
        <p:nvCxnSpPr>
          <p:cNvPr id="181" name="Google Shape;181;p4"/>
          <p:cNvCxnSpPr/>
          <p:nvPr/>
        </p:nvCxnSpPr>
        <p:spPr>
          <a:xfrm>
            <a:off x="5618162" y="2713037"/>
            <a:ext cx="1138200" cy="1097100"/>
          </a:xfrm>
          <a:prstGeom prst="bentConnector3">
            <a:avLst>
              <a:gd fmla="val 25939" name="adj1"/>
            </a:avLst>
          </a:prstGeom>
          <a:noFill/>
          <a:ln cap="flat" cmpd="sng" w="9525">
            <a:solidFill>
              <a:schemeClr val="dk1"/>
            </a:solidFill>
            <a:prstDash val="solid"/>
            <a:miter lim="800000"/>
            <a:headEnd len="sm" w="sm" type="none"/>
            <a:tailEnd len="sm" w="sm" type="none"/>
          </a:ln>
        </p:spPr>
      </p:cxnSp>
    </p:spTree>
  </p:cSld>
  <p:clrMapOvr>
    <a:masterClrMapping/>
  </p:clrMapOvr>
  <p:transition spd="slow">
    <p:checke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88" name="Google Shape;188;p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89" name="Google Shape;189;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0" name="Google Shape;190;p5"/>
          <p:cNvSpPr txBox="1"/>
          <p:nvPr>
            <p:ph type="title"/>
          </p:nvPr>
        </p:nvSpPr>
        <p:spPr>
          <a:xfrm>
            <a:off x="457200" y="381000"/>
            <a:ext cx="8229600" cy="914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Writing Oral Presentations</a:t>
            </a:r>
            <a:endParaRPr/>
          </a:p>
        </p:txBody>
      </p:sp>
      <p:sp>
        <p:nvSpPr>
          <p:cNvPr descr="Newsprint" id="191" name="Google Shape;191;p5"/>
          <p:cNvSpPr txBox="1"/>
          <p:nvPr/>
        </p:nvSpPr>
        <p:spPr>
          <a:xfrm>
            <a:off x="457200" y="1295400"/>
            <a:ext cx="8229600" cy="48768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92" name="Google Shape;192;p5"/>
          <p:cNvSpPr txBox="1"/>
          <p:nvPr/>
        </p:nvSpPr>
        <p:spPr>
          <a:xfrm>
            <a:off x="3897312" y="5689600"/>
            <a:ext cx="1328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id="193" name="Google Shape;193;p5"/>
          <p:cNvSpPr txBox="1"/>
          <p:nvPr/>
        </p:nvSpPr>
        <p:spPr>
          <a:xfrm>
            <a:off x="3929062" y="1447800"/>
            <a:ext cx="1328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id="194" name="Google Shape;194;p5"/>
          <p:cNvSpPr txBox="1"/>
          <p:nvPr/>
        </p:nvSpPr>
        <p:spPr>
          <a:xfrm rot="5400000">
            <a:off x="7655718" y="3391693"/>
            <a:ext cx="1201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Purpose</a:t>
            </a:r>
            <a:endParaRPr b="0" i="0" sz="1400" u="none" cap="none" strike="noStrike">
              <a:solidFill>
                <a:srgbClr val="000000"/>
              </a:solidFill>
              <a:latin typeface="Arial"/>
              <a:ea typeface="Arial"/>
              <a:cs typeface="Arial"/>
              <a:sym typeface="Arial"/>
            </a:endParaRPr>
          </a:p>
        </p:txBody>
      </p:sp>
      <p:sp>
        <p:nvSpPr>
          <p:cNvPr id="195" name="Google Shape;195;p5"/>
          <p:cNvSpPr txBox="1"/>
          <p:nvPr/>
        </p:nvSpPr>
        <p:spPr>
          <a:xfrm rot="-5400000">
            <a:off x="280193" y="3374231"/>
            <a:ext cx="1201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Purpose</a:t>
            </a:r>
            <a:endParaRPr b="0" i="0" sz="1400" u="none" cap="none" strike="noStrike">
              <a:solidFill>
                <a:srgbClr val="000000"/>
              </a:solidFill>
              <a:latin typeface="Arial"/>
              <a:ea typeface="Arial"/>
              <a:cs typeface="Arial"/>
              <a:sym typeface="Arial"/>
            </a:endParaRPr>
          </a:p>
        </p:txBody>
      </p:sp>
      <p:cxnSp>
        <p:nvCxnSpPr>
          <p:cNvPr id="196" name="Google Shape;196;p5"/>
          <p:cNvCxnSpPr/>
          <p:nvPr/>
        </p:nvCxnSpPr>
        <p:spPr>
          <a:xfrm>
            <a:off x="5257800" y="1646237"/>
            <a:ext cx="2998800" cy="1341300"/>
          </a:xfrm>
          <a:prstGeom prst="bentConnector2">
            <a:avLst/>
          </a:prstGeom>
          <a:noFill/>
          <a:ln cap="flat" cmpd="sng" w="9525">
            <a:solidFill>
              <a:schemeClr val="dk1"/>
            </a:solidFill>
            <a:prstDash val="solid"/>
            <a:miter lim="800000"/>
            <a:headEnd len="med" w="med" type="triangle"/>
            <a:tailEnd len="med" w="med" type="triangle"/>
          </a:ln>
        </p:spPr>
      </p:cxnSp>
      <p:cxnSp>
        <p:nvCxnSpPr>
          <p:cNvPr id="197" name="Google Shape;197;p5"/>
          <p:cNvCxnSpPr/>
          <p:nvPr/>
        </p:nvCxnSpPr>
        <p:spPr>
          <a:xfrm flipH="1">
            <a:off x="5225987" y="4189412"/>
            <a:ext cx="3030600" cy="1698600"/>
          </a:xfrm>
          <a:prstGeom prst="bentConnector2">
            <a:avLst/>
          </a:prstGeom>
          <a:noFill/>
          <a:ln cap="flat" cmpd="sng" w="9525">
            <a:solidFill>
              <a:schemeClr val="dk1"/>
            </a:solidFill>
            <a:prstDash val="solid"/>
            <a:miter lim="800000"/>
            <a:headEnd len="med" w="med" type="triangle"/>
            <a:tailEnd len="med" w="med" type="triangle"/>
          </a:ln>
        </p:spPr>
      </p:cxnSp>
      <p:cxnSp>
        <p:nvCxnSpPr>
          <p:cNvPr id="198" name="Google Shape;198;p5"/>
          <p:cNvCxnSpPr/>
          <p:nvPr/>
        </p:nvCxnSpPr>
        <p:spPr>
          <a:xfrm rot="10800000">
            <a:off x="882612" y="4173537"/>
            <a:ext cx="3014700" cy="1714500"/>
          </a:xfrm>
          <a:prstGeom prst="bentConnector2">
            <a:avLst/>
          </a:prstGeom>
          <a:noFill/>
          <a:ln cap="flat" cmpd="sng" w="9525">
            <a:solidFill>
              <a:schemeClr val="dk1"/>
            </a:solidFill>
            <a:prstDash val="solid"/>
            <a:miter lim="800000"/>
            <a:headEnd len="med" w="med" type="triangle"/>
            <a:tailEnd len="med" w="med" type="triangle"/>
          </a:ln>
        </p:spPr>
      </p:cxnSp>
      <p:cxnSp>
        <p:nvCxnSpPr>
          <p:cNvPr id="199" name="Google Shape;199;p5"/>
          <p:cNvCxnSpPr/>
          <p:nvPr/>
        </p:nvCxnSpPr>
        <p:spPr>
          <a:xfrm flipH="1">
            <a:off x="881062" y="1646237"/>
            <a:ext cx="3048000" cy="1327200"/>
          </a:xfrm>
          <a:prstGeom prst="bentConnector2">
            <a:avLst/>
          </a:prstGeom>
          <a:noFill/>
          <a:ln cap="flat" cmpd="sng" w="9525">
            <a:solidFill>
              <a:schemeClr val="dk1"/>
            </a:solidFill>
            <a:prstDash val="solid"/>
            <a:miter lim="800000"/>
            <a:headEnd len="med" w="med" type="triangle"/>
            <a:tailEnd len="med" w="med" type="triangle"/>
          </a:ln>
        </p:spPr>
      </p:cxnSp>
      <p:sp>
        <p:nvSpPr>
          <p:cNvPr descr="Newsprint" id="200" name="Google Shape;200;p5"/>
          <p:cNvSpPr txBox="1"/>
          <p:nvPr/>
        </p:nvSpPr>
        <p:spPr>
          <a:xfrm>
            <a:off x="1295400" y="2057400"/>
            <a:ext cx="3200400" cy="156845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Organizing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the Message</a:t>
            </a:r>
            <a:endParaRPr b="0" i="0" sz="1400" u="none" cap="none" strike="noStrike">
              <a:solidFill>
                <a:srgbClr val="000000"/>
              </a:solidFill>
              <a:latin typeface="Arial"/>
              <a:ea typeface="Arial"/>
              <a:cs typeface="Arial"/>
              <a:sym typeface="Arial"/>
            </a:endParaRPr>
          </a:p>
        </p:txBody>
      </p:sp>
      <p:sp>
        <p:nvSpPr>
          <p:cNvPr descr="Newsprint" id="201" name="Google Shape;201;p5"/>
          <p:cNvSpPr txBox="1"/>
          <p:nvPr/>
        </p:nvSpPr>
        <p:spPr>
          <a:xfrm>
            <a:off x="1295400" y="3917950"/>
            <a:ext cx="3200400" cy="156845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Composing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the Body</a:t>
            </a:r>
            <a:endParaRPr b="0" i="0" sz="1400" u="none" cap="none" strike="noStrike">
              <a:solidFill>
                <a:srgbClr val="000000"/>
              </a:solidFill>
              <a:latin typeface="Arial"/>
              <a:ea typeface="Arial"/>
              <a:cs typeface="Arial"/>
              <a:sym typeface="Arial"/>
            </a:endParaRPr>
          </a:p>
        </p:txBody>
      </p:sp>
      <p:sp>
        <p:nvSpPr>
          <p:cNvPr descr="Newsprint" id="202" name="Google Shape;202;p5"/>
          <p:cNvSpPr txBox="1"/>
          <p:nvPr/>
        </p:nvSpPr>
        <p:spPr>
          <a:xfrm>
            <a:off x="4648200" y="2057400"/>
            <a:ext cx="3200400" cy="156845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Creating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Introduction</a:t>
            </a:r>
            <a:endParaRPr b="0" i="0" sz="1400" u="none" cap="none" strike="noStrike">
              <a:solidFill>
                <a:srgbClr val="000000"/>
              </a:solidFill>
              <a:latin typeface="Arial"/>
              <a:ea typeface="Arial"/>
              <a:cs typeface="Arial"/>
              <a:sym typeface="Arial"/>
            </a:endParaRPr>
          </a:p>
        </p:txBody>
      </p:sp>
      <p:sp>
        <p:nvSpPr>
          <p:cNvPr descr="Newsprint" id="203" name="Google Shape;203;p5"/>
          <p:cNvSpPr txBox="1"/>
          <p:nvPr/>
        </p:nvSpPr>
        <p:spPr>
          <a:xfrm>
            <a:off x="4648200" y="3917950"/>
            <a:ext cx="3200400" cy="156845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Writing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Conclusion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210" name="Google Shape;210;p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211" name="Google Shape;211;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2" name="Google Shape;212;p6"/>
          <p:cNvSpPr txBox="1"/>
          <p:nvPr/>
        </p:nvSpPr>
        <p:spPr>
          <a:xfrm>
            <a:off x="457200" y="1295400"/>
            <a:ext cx="8229600" cy="4876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3" name="Google Shape;213;p6"/>
          <p:cNvSpPr txBox="1"/>
          <p:nvPr>
            <p:ph type="title"/>
          </p:nvPr>
        </p:nvSpPr>
        <p:spPr>
          <a:xfrm>
            <a:off x="457200" y="381000"/>
            <a:ext cx="8229600" cy="914400"/>
          </a:xfrm>
          <a:prstGeom prst="rect">
            <a:avLst/>
          </a:prstGeom>
          <a:solidFill>
            <a:srgbClr val="00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Organizing the Message</a:t>
            </a:r>
            <a:endParaRPr/>
          </a:p>
        </p:txBody>
      </p:sp>
      <p:grpSp>
        <p:nvGrpSpPr>
          <p:cNvPr id="214" name="Google Shape;214;p6"/>
          <p:cNvGrpSpPr/>
          <p:nvPr/>
        </p:nvGrpSpPr>
        <p:grpSpPr>
          <a:xfrm>
            <a:off x="690562" y="1504950"/>
            <a:ext cx="7762875" cy="4406900"/>
            <a:chOff x="435" y="864"/>
            <a:chExt cx="4890" cy="2946"/>
          </a:xfrm>
        </p:grpSpPr>
        <p:sp>
          <p:nvSpPr>
            <p:cNvPr id="215" name="Google Shape;215;p6"/>
            <p:cNvSpPr txBox="1"/>
            <p:nvPr/>
          </p:nvSpPr>
          <p:spPr>
            <a:xfrm>
              <a:off x="1596" y="864"/>
              <a:ext cx="2568" cy="531"/>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Define the Main Idea</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1596" y="1499"/>
              <a:ext cx="2568" cy="531"/>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Limit the Scope</a:t>
              </a:r>
              <a:endParaRPr b="0" i="0" sz="1400" u="none" cap="none" strike="noStrike">
                <a:solidFill>
                  <a:srgbClr val="000000"/>
                </a:solidFill>
                <a:latin typeface="Arial"/>
                <a:ea typeface="Arial"/>
                <a:cs typeface="Arial"/>
                <a:sym typeface="Arial"/>
              </a:endParaRPr>
            </a:p>
          </p:txBody>
        </p:sp>
        <p:sp>
          <p:nvSpPr>
            <p:cNvPr id="217" name="Google Shape;217;p6"/>
            <p:cNvSpPr txBox="1"/>
            <p:nvPr/>
          </p:nvSpPr>
          <p:spPr>
            <a:xfrm>
              <a:off x="1596" y="2673"/>
              <a:ext cx="2568" cy="531"/>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Prepare the Outline</a:t>
              </a:r>
              <a:endParaRPr b="0" i="0" sz="1400" u="none" cap="none" strike="noStrike">
                <a:solidFill>
                  <a:srgbClr val="000000"/>
                </a:solidFill>
                <a:latin typeface="Arial"/>
                <a:ea typeface="Arial"/>
                <a:cs typeface="Arial"/>
                <a:sym typeface="Arial"/>
              </a:endParaRPr>
            </a:p>
          </p:txBody>
        </p:sp>
        <p:sp>
          <p:nvSpPr>
            <p:cNvPr id="218" name="Google Shape;218;p6"/>
            <p:cNvSpPr txBox="1"/>
            <p:nvPr/>
          </p:nvSpPr>
          <p:spPr>
            <a:xfrm>
              <a:off x="1596" y="3261"/>
              <a:ext cx="2568" cy="531"/>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Choose the Style</a:t>
              </a:r>
              <a:endParaRPr b="0" i="0" sz="1400" u="none" cap="none" strike="noStrike">
                <a:solidFill>
                  <a:srgbClr val="000000"/>
                </a:solidFill>
                <a:latin typeface="Arial"/>
                <a:ea typeface="Arial"/>
                <a:cs typeface="Arial"/>
                <a:sym typeface="Arial"/>
              </a:endParaRPr>
            </a:p>
          </p:txBody>
        </p:sp>
        <p:sp>
          <p:nvSpPr>
            <p:cNvPr id="219" name="Google Shape;219;p6"/>
            <p:cNvSpPr txBox="1"/>
            <p:nvPr/>
          </p:nvSpPr>
          <p:spPr>
            <a:xfrm>
              <a:off x="435" y="915"/>
              <a:ext cx="810" cy="2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Audience</a:t>
              </a:r>
              <a:endParaRPr b="0" i="0" sz="1400" u="none" cap="none" strike="noStrike">
                <a:solidFill>
                  <a:srgbClr val="000000"/>
                </a:solidFill>
                <a:latin typeface="Arial"/>
                <a:ea typeface="Arial"/>
                <a:cs typeface="Arial"/>
                <a:sym typeface="Arial"/>
              </a:endParaRPr>
            </a:p>
          </p:txBody>
        </p:sp>
        <p:sp>
          <p:nvSpPr>
            <p:cNvPr id="220" name="Google Shape;220;p6"/>
            <p:cNvSpPr txBox="1"/>
            <p:nvPr/>
          </p:nvSpPr>
          <p:spPr>
            <a:xfrm>
              <a:off x="4467" y="915"/>
              <a:ext cx="858" cy="2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Purpose</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435" y="3545"/>
              <a:ext cx="820" cy="2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Purpose</a:t>
              </a:r>
              <a:endParaRPr b="0" i="0" sz="1400" u="none" cap="none" strike="noStrike">
                <a:solidFill>
                  <a:srgbClr val="000000"/>
                </a:solidFill>
                <a:latin typeface="Arial"/>
                <a:ea typeface="Arial"/>
                <a:cs typeface="Arial"/>
                <a:sym typeface="Arial"/>
              </a:endParaRPr>
            </a:p>
          </p:txBody>
        </p:sp>
        <p:sp>
          <p:nvSpPr>
            <p:cNvPr id="222" name="Google Shape;222;p6"/>
            <p:cNvSpPr txBox="1"/>
            <p:nvPr/>
          </p:nvSpPr>
          <p:spPr>
            <a:xfrm>
              <a:off x="4467" y="3545"/>
              <a:ext cx="858" cy="2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Audience</a:t>
              </a:r>
              <a:endParaRPr b="0" i="0" sz="1400" u="none" cap="none" strike="noStrike">
                <a:solidFill>
                  <a:srgbClr val="000000"/>
                </a:solidFill>
                <a:latin typeface="Arial"/>
                <a:ea typeface="Arial"/>
                <a:cs typeface="Arial"/>
                <a:sym typeface="Arial"/>
              </a:endParaRPr>
            </a:p>
          </p:txBody>
        </p:sp>
        <p:sp>
          <p:nvSpPr>
            <p:cNvPr id="223" name="Google Shape;223;p6"/>
            <p:cNvSpPr txBox="1"/>
            <p:nvPr/>
          </p:nvSpPr>
          <p:spPr>
            <a:xfrm>
              <a:off x="435" y="2230"/>
              <a:ext cx="810" cy="2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Message</a:t>
              </a:r>
              <a:endParaRPr b="0" i="0" sz="1400" u="none" cap="none" strike="noStrike">
                <a:solidFill>
                  <a:srgbClr val="000000"/>
                </a:solidFill>
                <a:latin typeface="Arial"/>
                <a:ea typeface="Arial"/>
                <a:cs typeface="Arial"/>
                <a:sym typeface="Arial"/>
              </a:endParaRPr>
            </a:p>
          </p:txBody>
        </p:sp>
        <p:sp>
          <p:nvSpPr>
            <p:cNvPr id="224" name="Google Shape;224;p6"/>
            <p:cNvSpPr txBox="1"/>
            <p:nvPr/>
          </p:nvSpPr>
          <p:spPr>
            <a:xfrm flipH="1">
              <a:off x="4467" y="2230"/>
              <a:ext cx="858" cy="2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Message</a:t>
              </a:r>
              <a:endParaRPr b="0" i="0" sz="1400" u="none" cap="none" strike="noStrike">
                <a:solidFill>
                  <a:srgbClr val="000000"/>
                </a:solidFill>
                <a:latin typeface="Arial"/>
                <a:ea typeface="Arial"/>
                <a:cs typeface="Arial"/>
                <a:sym typeface="Arial"/>
              </a:endParaRPr>
            </a:p>
          </p:txBody>
        </p:sp>
        <p:cxnSp>
          <p:nvCxnSpPr>
            <p:cNvPr id="225" name="Google Shape;225;p6"/>
            <p:cNvCxnSpPr/>
            <p:nvPr/>
          </p:nvCxnSpPr>
          <p:spPr>
            <a:xfrm flipH="1" rot="10800000">
              <a:off x="1245" y="1130"/>
              <a:ext cx="351" cy="1225"/>
            </a:xfrm>
            <a:prstGeom prst="bentConnector3">
              <a:avLst>
                <a:gd fmla="val -354701" name="adj1"/>
              </a:avLst>
            </a:prstGeom>
            <a:noFill/>
            <a:ln cap="flat" cmpd="sng" w="9525">
              <a:solidFill>
                <a:schemeClr val="dk1"/>
              </a:solidFill>
              <a:prstDash val="solid"/>
              <a:miter lim="800000"/>
              <a:headEnd len="sm" w="sm" type="none"/>
              <a:tailEnd len="sm" w="sm" type="none"/>
            </a:ln>
          </p:spPr>
        </p:cxnSp>
        <p:cxnSp>
          <p:nvCxnSpPr>
            <p:cNvPr id="226" name="Google Shape;226;p6"/>
            <p:cNvCxnSpPr/>
            <p:nvPr/>
          </p:nvCxnSpPr>
          <p:spPr>
            <a:xfrm>
              <a:off x="1245" y="2355"/>
              <a:ext cx="351" cy="1172"/>
            </a:xfrm>
            <a:prstGeom prst="bentConnector3">
              <a:avLst>
                <a:gd fmla="val -354701" name="adj1"/>
              </a:avLst>
            </a:prstGeom>
            <a:noFill/>
            <a:ln cap="flat" cmpd="sng" w="9525">
              <a:solidFill>
                <a:schemeClr val="dk1"/>
              </a:solidFill>
              <a:prstDash val="solid"/>
              <a:miter lim="800000"/>
              <a:headEnd len="sm" w="sm" type="none"/>
              <a:tailEnd len="sm" w="sm" type="none"/>
            </a:ln>
          </p:spPr>
        </p:cxnSp>
        <p:cxnSp>
          <p:nvCxnSpPr>
            <p:cNvPr id="227" name="Google Shape;227;p6"/>
            <p:cNvCxnSpPr/>
            <p:nvPr/>
          </p:nvCxnSpPr>
          <p:spPr>
            <a:xfrm>
              <a:off x="1200" y="2352"/>
              <a:ext cx="432" cy="0"/>
            </a:xfrm>
            <a:prstGeom prst="straightConnector1">
              <a:avLst/>
            </a:prstGeom>
            <a:noFill/>
            <a:ln cap="flat" cmpd="sng" w="9525">
              <a:solidFill>
                <a:schemeClr val="dk1"/>
              </a:solidFill>
              <a:prstDash val="solid"/>
              <a:miter lim="800000"/>
              <a:headEnd len="sm" w="sm" type="none"/>
              <a:tailEnd len="sm" w="sm" type="none"/>
            </a:ln>
          </p:spPr>
        </p:cxnSp>
        <p:cxnSp>
          <p:nvCxnSpPr>
            <p:cNvPr id="228" name="Google Shape;228;p6"/>
            <p:cNvCxnSpPr/>
            <p:nvPr/>
          </p:nvCxnSpPr>
          <p:spPr>
            <a:xfrm flipH="1" rot="10800000">
              <a:off x="1245" y="1765"/>
              <a:ext cx="351" cy="590"/>
            </a:xfrm>
            <a:prstGeom prst="bentConnector3">
              <a:avLst>
                <a:gd fmla="val -354701" name="adj1"/>
              </a:avLst>
            </a:prstGeom>
            <a:noFill/>
            <a:ln cap="flat" cmpd="sng" w="9525">
              <a:solidFill>
                <a:schemeClr val="dk1"/>
              </a:solidFill>
              <a:prstDash val="solid"/>
              <a:miter lim="800000"/>
              <a:headEnd len="sm" w="sm" type="none"/>
              <a:tailEnd len="sm" w="sm" type="none"/>
            </a:ln>
          </p:spPr>
        </p:cxnSp>
        <p:sp>
          <p:nvSpPr>
            <p:cNvPr id="229" name="Google Shape;229;p6"/>
            <p:cNvSpPr txBox="1"/>
            <p:nvPr/>
          </p:nvSpPr>
          <p:spPr>
            <a:xfrm>
              <a:off x="1596" y="2086"/>
              <a:ext cx="2568" cy="531"/>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Choose the Approach</a:t>
              </a:r>
              <a:endParaRPr b="0" i="0" sz="1400" u="none" cap="none" strike="noStrike">
                <a:solidFill>
                  <a:srgbClr val="000000"/>
                </a:solidFill>
                <a:latin typeface="Arial"/>
                <a:ea typeface="Arial"/>
                <a:cs typeface="Arial"/>
                <a:sym typeface="Arial"/>
              </a:endParaRPr>
            </a:p>
          </p:txBody>
        </p:sp>
        <p:cxnSp>
          <p:nvCxnSpPr>
            <p:cNvPr id="230" name="Google Shape;230;p6"/>
            <p:cNvCxnSpPr/>
            <p:nvPr/>
          </p:nvCxnSpPr>
          <p:spPr>
            <a:xfrm>
              <a:off x="1245" y="2355"/>
              <a:ext cx="351" cy="584"/>
            </a:xfrm>
            <a:prstGeom prst="bentConnector3">
              <a:avLst>
                <a:gd fmla="val -354701" name="adj1"/>
              </a:avLst>
            </a:prstGeom>
            <a:noFill/>
            <a:ln cap="flat" cmpd="sng" w="9525">
              <a:solidFill>
                <a:schemeClr val="dk1"/>
              </a:solidFill>
              <a:prstDash val="solid"/>
              <a:miter lim="800000"/>
              <a:headEnd len="sm" w="sm" type="none"/>
              <a:tailEnd len="sm" w="sm" type="none"/>
            </a:ln>
          </p:spPr>
        </p:cxnSp>
        <p:cxnSp>
          <p:nvCxnSpPr>
            <p:cNvPr id="231" name="Google Shape;231;p6"/>
            <p:cNvCxnSpPr/>
            <p:nvPr/>
          </p:nvCxnSpPr>
          <p:spPr>
            <a:xfrm rot="10800000">
              <a:off x="4164" y="1130"/>
              <a:ext cx="303" cy="1224"/>
            </a:xfrm>
            <a:prstGeom prst="bentConnector3">
              <a:avLst>
                <a:gd fmla="val 1474257" name="adj1"/>
              </a:avLst>
            </a:prstGeom>
            <a:noFill/>
            <a:ln cap="flat" cmpd="sng" w="9525">
              <a:solidFill>
                <a:schemeClr val="dk1"/>
              </a:solidFill>
              <a:prstDash val="solid"/>
              <a:miter lim="800000"/>
              <a:headEnd len="sm" w="sm" type="none"/>
              <a:tailEnd len="sm" w="sm" type="none"/>
            </a:ln>
          </p:spPr>
        </p:cxnSp>
        <p:cxnSp>
          <p:nvCxnSpPr>
            <p:cNvPr id="232" name="Google Shape;232;p6"/>
            <p:cNvCxnSpPr/>
            <p:nvPr/>
          </p:nvCxnSpPr>
          <p:spPr>
            <a:xfrm flipH="1">
              <a:off x="4164" y="2354"/>
              <a:ext cx="303" cy="1173"/>
            </a:xfrm>
            <a:prstGeom prst="bentConnector3">
              <a:avLst>
                <a:gd fmla="val 1474257" name="adj1"/>
              </a:avLst>
            </a:prstGeom>
            <a:noFill/>
            <a:ln cap="flat" cmpd="sng" w="9525">
              <a:solidFill>
                <a:schemeClr val="dk1"/>
              </a:solidFill>
              <a:prstDash val="solid"/>
              <a:miter lim="800000"/>
              <a:headEnd len="sm" w="sm" type="none"/>
              <a:tailEnd len="sm" w="sm" type="none"/>
            </a:ln>
          </p:spPr>
        </p:cxnSp>
        <p:cxnSp>
          <p:nvCxnSpPr>
            <p:cNvPr id="233" name="Google Shape;233;p6"/>
            <p:cNvCxnSpPr/>
            <p:nvPr/>
          </p:nvCxnSpPr>
          <p:spPr>
            <a:xfrm rot="10800000">
              <a:off x="4164" y="1765"/>
              <a:ext cx="303" cy="589"/>
            </a:xfrm>
            <a:prstGeom prst="bentConnector3">
              <a:avLst>
                <a:gd fmla="val 1474257" name="adj1"/>
              </a:avLst>
            </a:prstGeom>
            <a:noFill/>
            <a:ln cap="flat" cmpd="sng" w="9525">
              <a:solidFill>
                <a:schemeClr val="dk1"/>
              </a:solidFill>
              <a:prstDash val="solid"/>
              <a:miter lim="800000"/>
              <a:headEnd len="sm" w="sm" type="none"/>
              <a:tailEnd len="sm" w="sm" type="none"/>
            </a:ln>
          </p:spPr>
        </p:cxnSp>
        <p:cxnSp>
          <p:nvCxnSpPr>
            <p:cNvPr id="234" name="Google Shape;234;p6"/>
            <p:cNvCxnSpPr/>
            <p:nvPr/>
          </p:nvCxnSpPr>
          <p:spPr>
            <a:xfrm flipH="1">
              <a:off x="4164" y="2354"/>
              <a:ext cx="303" cy="585"/>
            </a:xfrm>
            <a:prstGeom prst="bentConnector3">
              <a:avLst>
                <a:gd fmla="val 1474257" name="adj1"/>
              </a:avLst>
            </a:prstGeom>
            <a:noFill/>
            <a:ln cap="flat" cmpd="sng" w="9525">
              <a:solidFill>
                <a:schemeClr val="dk1"/>
              </a:solidFill>
              <a:prstDash val="solid"/>
              <a:miter lim="800000"/>
              <a:headEnd len="sm" w="sm" type="none"/>
              <a:tailEnd len="sm" w="sm" type="none"/>
            </a:ln>
          </p:spPr>
        </p:cxnSp>
        <p:cxnSp>
          <p:nvCxnSpPr>
            <p:cNvPr id="235" name="Google Shape;235;p6"/>
            <p:cNvCxnSpPr/>
            <p:nvPr/>
          </p:nvCxnSpPr>
          <p:spPr>
            <a:xfrm rot="10800000">
              <a:off x="4896" y="1165"/>
              <a:ext cx="0" cy="1065"/>
            </a:xfrm>
            <a:prstGeom prst="straightConnector1">
              <a:avLst/>
            </a:prstGeom>
            <a:noFill/>
            <a:ln cap="flat" cmpd="sng" w="9525">
              <a:solidFill>
                <a:schemeClr val="dk1"/>
              </a:solidFill>
              <a:prstDash val="solid"/>
              <a:miter lim="800000"/>
              <a:headEnd len="sm" w="sm" type="none"/>
              <a:tailEnd len="med" w="med" type="triangle"/>
            </a:ln>
          </p:spPr>
        </p:cxnSp>
        <p:cxnSp>
          <p:nvCxnSpPr>
            <p:cNvPr id="236" name="Google Shape;236;p6"/>
            <p:cNvCxnSpPr/>
            <p:nvPr/>
          </p:nvCxnSpPr>
          <p:spPr>
            <a:xfrm>
              <a:off x="4896" y="2479"/>
              <a:ext cx="0" cy="1066"/>
            </a:xfrm>
            <a:prstGeom prst="straightConnector1">
              <a:avLst/>
            </a:prstGeom>
            <a:noFill/>
            <a:ln cap="flat" cmpd="sng" w="9525">
              <a:solidFill>
                <a:schemeClr val="dk1"/>
              </a:solidFill>
              <a:prstDash val="solid"/>
              <a:miter lim="800000"/>
              <a:headEnd len="sm" w="sm" type="none"/>
              <a:tailEnd len="med" w="med" type="triangle"/>
            </a:ln>
          </p:spPr>
        </p:cxnSp>
        <p:cxnSp>
          <p:nvCxnSpPr>
            <p:cNvPr id="237" name="Google Shape;237;p6"/>
            <p:cNvCxnSpPr/>
            <p:nvPr/>
          </p:nvCxnSpPr>
          <p:spPr>
            <a:xfrm rot="10800000">
              <a:off x="840" y="1165"/>
              <a:ext cx="0" cy="1065"/>
            </a:xfrm>
            <a:prstGeom prst="straightConnector1">
              <a:avLst/>
            </a:prstGeom>
            <a:noFill/>
            <a:ln cap="flat" cmpd="sng" w="9525">
              <a:solidFill>
                <a:schemeClr val="dk1"/>
              </a:solidFill>
              <a:prstDash val="solid"/>
              <a:miter lim="800000"/>
              <a:headEnd len="sm" w="sm" type="none"/>
              <a:tailEnd len="med" w="med" type="triangle"/>
            </a:ln>
          </p:spPr>
        </p:cxnSp>
        <p:cxnSp>
          <p:nvCxnSpPr>
            <p:cNvPr id="238" name="Google Shape;238;p6"/>
            <p:cNvCxnSpPr/>
            <p:nvPr/>
          </p:nvCxnSpPr>
          <p:spPr>
            <a:xfrm>
              <a:off x="840" y="2480"/>
              <a:ext cx="5" cy="1065"/>
            </a:xfrm>
            <a:prstGeom prst="straightConnector1">
              <a:avLst/>
            </a:prstGeom>
            <a:noFill/>
            <a:ln cap="flat" cmpd="sng" w="9525">
              <a:solidFill>
                <a:schemeClr val="dk1"/>
              </a:solidFill>
              <a:prstDash val="solid"/>
              <a:miter lim="800000"/>
              <a:headEnd len="sm" w="sm" type="none"/>
              <a:tailEnd len="med" w="med" type="triangle"/>
            </a:ln>
          </p:spPr>
        </p:cxnSp>
        <p:cxnSp>
          <p:nvCxnSpPr>
            <p:cNvPr id="239" name="Google Shape;239;p6"/>
            <p:cNvCxnSpPr/>
            <p:nvPr/>
          </p:nvCxnSpPr>
          <p:spPr>
            <a:xfrm>
              <a:off x="4176" y="2352"/>
              <a:ext cx="336" cy="0"/>
            </a:xfrm>
            <a:prstGeom prst="straightConnector1">
              <a:avLst/>
            </a:prstGeom>
            <a:noFill/>
            <a:ln cap="flat" cmpd="sng" w="9525">
              <a:solidFill>
                <a:schemeClr val="dk1"/>
              </a:solidFill>
              <a:prstDash val="solid"/>
              <a:miter lim="800000"/>
              <a:headEnd len="sm" w="sm" type="none"/>
              <a:tailEnd len="sm" w="sm" type="none"/>
            </a:ln>
          </p:spPr>
        </p:cxnSp>
      </p:grpSp>
    </p:spTree>
  </p:cSld>
  <p:clrMapOvr>
    <a:masterClrMapping/>
  </p:clrMapOvr>
  <p:transition spd="slow">
    <p:spli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247" name="Google Shape;247;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Stationery" id="248" name="Google Shape;248;p8"/>
          <p:cNvSpPr txBox="1"/>
          <p:nvPr/>
        </p:nvSpPr>
        <p:spPr>
          <a:xfrm>
            <a:off x="4572000" y="381000"/>
            <a:ext cx="4114800" cy="1931987"/>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Arouse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Interest</a:t>
            </a:r>
            <a:endParaRPr b="0" i="0" sz="1400" u="none" cap="none" strike="noStrike">
              <a:solidFill>
                <a:srgbClr val="000000"/>
              </a:solidFill>
              <a:latin typeface="Arial"/>
              <a:ea typeface="Arial"/>
              <a:cs typeface="Arial"/>
              <a:sym typeface="Arial"/>
            </a:endParaRPr>
          </a:p>
        </p:txBody>
      </p:sp>
      <p:sp>
        <p:nvSpPr>
          <p:cNvPr descr="Stationery" id="249" name="Google Shape;249;p8"/>
          <p:cNvSpPr txBox="1"/>
          <p:nvPr/>
        </p:nvSpPr>
        <p:spPr>
          <a:xfrm>
            <a:off x="4572000" y="4240212"/>
            <a:ext cx="4114800" cy="1931987"/>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Preview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Presentation</a:t>
            </a:r>
            <a:endParaRPr b="0" i="0" sz="1400" u="none" cap="none" strike="noStrike">
              <a:solidFill>
                <a:srgbClr val="000000"/>
              </a:solidFill>
              <a:latin typeface="Arial"/>
              <a:ea typeface="Arial"/>
              <a:cs typeface="Arial"/>
              <a:sym typeface="Arial"/>
            </a:endParaRPr>
          </a:p>
        </p:txBody>
      </p:sp>
      <p:sp>
        <p:nvSpPr>
          <p:cNvPr descr="Stationery" id="250" name="Google Shape;250;p8"/>
          <p:cNvSpPr txBox="1"/>
          <p:nvPr/>
        </p:nvSpPr>
        <p:spPr>
          <a:xfrm>
            <a:off x="4572000" y="2312987"/>
            <a:ext cx="4114800" cy="1927225"/>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Build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Credibility</a:t>
            </a:r>
            <a:endParaRPr b="0" i="0" sz="1400" u="none" cap="none" strike="noStrike">
              <a:solidFill>
                <a:srgbClr val="000000"/>
              </a:solidFill>
              <a:latin typeface="Arial"/>
              <a:ea typeface="Arial"/>
              <a:cs typeface="Arial"/>
              <a:sym typeface="Arial"/>
            </a:endParaRPr>
          </a:p>
        </p:txBody>
      </p:sp>
      <p:sp>
        <p:nvSpPr>
          <p:cNvPr descr="Stationery" id="251" name="Google Shape;251;p8"/>
          <p:cNvSpPr txBox="1"/>
          <p:nvPr/>
        </p:nvSpPr>
        <p:spPr>
          <a:xfrm>
            <a:off x="457200" y="381000"/>
            <a:ext cx="4114800" cy="57912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Introducing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the Message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chemeClr val="dk1"/>
              </a:solidFill>
              <a:latin typeface="Tahoma"/>
              <a:ea typeface="Tahoma"/>
              <a:cs typeface="Tahoma"/>
              <a:sym typeface="Tahoma"/>
            </a:endParaRPr>
          </a:p>
        </p:txBody>
      </p:sp>
      <p:grpSp>
        <p:nvGrpSpPr>
          <p:cNvPr id="252" name="Google Shape;252;p8"/>
          <p:cNvGrpSpPr/>
          <p:nvPr/>
        </p:nvGrpSpPr>
        <p:grpSpPr>
          <a:xfrm flipH="1">
            <a:off x="838200" y="2133600"/>
            <a:ext cx="3255962" cy="3856037"/>
            <a:chOff x="739" y="1739"/>
            <a:chExt cx="2051" cy="2130"/>
          </a:xfrm>
        </p:grpSpPr>
        <p:sp>
          <p:nvSpPr>
            <p:cNvPr id="253" name="Google Shape;253;p8"/>
            <p:cNvSpPr/>
            <p:nvPr/>
          </p:nvSpPr>
          <p:spPr>
            <a:xfrm>
              <a:off x="748" y="1749"/>
              <a:ext cx="2014" cy="2097"/>
            </a:xfrm>
            <a:custGeom>
              <a:rect b="b" l="l" r="r" t="t"/>
              <a:pathLst>
                <a:path extrusionOk="0" h="4195" w="4029">
                  <a:moveTo>
                    <a:pt x="939" y="53"/>
                  </a:moveTo>
                  <a:lnTo>
                    <a:pt x="1130" y="13"/>
                  </a:lnTo>
                  <a:lnTo>
                    <a:pt x="1278" y="0"/>
                  </a:lnTo>
                  <a:lnTo>
                    <a:pt x="1500" y="40"/>
                  </a:lnTo>
                  <a:lnTo>
                    <a:pt x="1744" y="209"/>
                  </a:lnTo>
                  <a:lnTo>
                    <a:pt x="2000" y="561"/>
                  </a:lnTo>
                  <a:lnTo>
                    <a:pt x="2169" y="926"/>
                  </a:lnTo>
                  <a:lnTo>
                    <a:pt x="2122" y="1169"/>
                  </a:lnTo>
                  <a:lnTo>
                    <a:pt x="2441" y="1190"/>
                  </a:lnTo>
                  <a:lnTo>
                    <a:pt x="2730" y="1217"/>
                  </a:lnTo>
                  <a:lnTo>
                    <a:pt x="3198" y="1169"/>
                  </a:lnTo>
                  <a:lnTo>
                    <a:pt x="3495" y="1190"/>
                  </a:lnTo>
                  <a:lnTo>
                    <a:pt x="3860" y="1433"/>
                  </a:lnTo>
                  <a:lnTo>
                    <a:pt x="4023" y="1658"/>
                  </a:lnTo>
                  <a:lnTo>
                    <a:pt x="4023" y="1853"/>
                  </a:lnTo>
                  <a:lnTo>
                    <a:pt x="3907" y="2017"/>
                  </a:lnTo>
                  <a:lnTo>
                    <a:pt x="4023" y="2213"/>
                  </a:lnTo>
                  <a:lnTo>
                    <a:pt x="4029" y="2557"/>
                  </a:lnTo>
                  <a:lnTo>
                    <a:pt x="3947" y="2897"/>
                  </a:lnTo>
                  <a:lnTo>
                    <a:pt x="3941" y="3051"/>
                  </a:lnTo>
                  <a:lnTo>
                    <a:pt x="4023" y="3357"/>
                  </a:lnTo>
                  <a:lnTo>
                    <a:pt x="3873" y="3403"/>
                  </a:lnTo>
                  <a:lnTo>
                    <a:pt x="3690" y="3471"/>
                  </a:lnTo>
                  <a:lnTo>
                    <a:pt x="3495" y="3884"/>
                  </a:lnTo>
                  <a:lnTo>
                    <a:pt x="3278" y="3870"/>
                  </a:lnTo>
                  <a:lnTo>
                    <a:pt x="3177" y="4005"/>
                  </a:lnTo>
                  <a:lnTo>
                    <a:pt x="3054" y="3992"/>
                  </a:lnTo>
                  <a:lnTo>
                    <a:pt x="2846" y="4174"/>
                  </a:lnTo>
                  <a:lnTo>
                    <a:pt x="2666" y="4195"/>
                  </a:lnTo>
                  <a:lnTo>
                    <a:pt x="2293" y="4104"/>
                  </a:lnTo>
                  <a:lnTo>
                    <a:pt x="2128" y="4117"/>
                  </a:lnTo>
                  <a:lnTo>
                    <a:pt x="2109" y="4161"/>
                  </a:lnTo>
                  <a:lnTo>
                    <a:pt x="1785" y="4135"/>
                  </a:lnTo>
                  <a:lnTo>
                    <a:pt x="1738" y="4195"/>
                  </a:lnTo>
                  <a:lnTo>
                    <a:pt x="1514" y="4169"/>
                  </a:lnTo>
                  <a:lnTo>
                    <a:pt x="934" y="3973"/>
                  </a:lnTo>
                  <a:lnTo>
                    <a:pt x="453" y="3600"/>
                  </a:lnTo>
                  <a:lnTo>
                    <a:pt x="101" y="3085"/>
                  </a:lnTo>
                  <a:lnTo>
                    <a:pt x="0" y="2639"/>
                  </a:lnTo>
                  <a:lnTo>
                    <a:pt x="61" y="2247"/>
                  </a:lnTo>
                  <a:lnTo>
                    <a:pt x="217" y="1962"/>
                  </a:lnTo>
                  <a:lnTo>
                    <a:pt x="540" y="1631"/>
                  </a:lnTo>
                  <a:lnTo>
                    <a:pt x="474" y="1333"/>
                  </a:lnTo>
                  <a:lnTo>
                    <a:pt x="479" y="1082"/>
                  </a:lnTo>
                  <a:lnTo>
                    <a:pt x="574" y="751"/>
                  </a:lnTo>
                  <a:lnTo>
                    <a:pt x="582" y="426"/>
                  </a:lnTo>
                  <a:lnTo>
                    <a:pt x="730" y="196"/>
                  </a:lnTo>
                  <a:lnTo>
                    <a:pt x="939" y="53"/>
                  </a:lnTo>
                  <a:lnTo>
                    <a:pt x="939" y="5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4" name="Google Shape;254;p8"/>
            <p:cNvSpPr/>
            <p:nvPr/>
          </p:nvSpPr>
          <p:spPr>
            <a:xfrm>
              <a:off x="822" y="2374"/>
              <a:ext cx="1938" cy="1466"/>
            </a:xfrm>
            <a:custGeom>
              <a:rect b="b" l="l" r="r" t="t"/>
              <a:pathLst>
                <a:path extrusionOk="0" h="2931" w="3875">
                  <a:moveTo>
                    <a:pt x="177" y="874"/>
                  </a:moveTo>
                  <a:lnTo>
                    <a:pt x="331" y="1023"/>
                  </a:lnTo>
                  <a:lnTo>
                    <a:pt x="219" y="998"/>
                  </a:lnTo>
                  <a:lnTo>
                    <a:pt x="82" y="1015"/>
                  </a:lnTo>
                  <a:lnTo>
                    <a:pt x="0" y="1289"/>
                  </a:lnTo>
                  <a:lnTo>
                    <a:pt x="8" y="1439"/>
                  </a:lnTo>
                  <a:lnTo>
                    <a:pt x="42" y="1593"/>
                  </a:lnTo>
                  <a:lnTo>
                    <a:pt x="101" y="1751"/>
                  </a:lnTo>
                  <a:lnTo>
                    <a:pt x="278" y="2059"/>
                  </a:lnTo>
                  <a:lnTo>
                    <a:pt x="390" y="2205"/>
                  </a:lnTo>
                  <a:lnTo>
                    <a:pt x="645" y="2469"/>
                  </a:lnTo>
                  <a:lnTo>
                    <a:pt x="915" y="2678"/>
                  </a:lnTo>
                  <a:lnTo>
                    <a:pt x="1175" y="2807"/>
                  </a:lnTo>
                  <a:lnTo>
                    <a:pt x="1400" y="2836"/>
                  </a:lnTo>
                  <a:lnTo>
                    <a:pt x="1582" y="2815"/>
                  </a:lnTo>
                  <a:lnTo>
                    <a:pt x="1691" y="2910"/>
                  </a:lnTo>
                  <a:lnTo>
                    <a:pt x="1921" y="2931"/>
                  </a:lnTo>
                  <a:lnTo>
                    <a:pt x="1900" y="2794"/>
                  </a:lnTo>
                  <a:lnTo>
                    <a:pt x="1921" y="2648"/>
                  </a:lnTo>
                  <a:lnTo>
                    <a:pt x="1630" y="2598"/>
                  </a:lnTo>
                  <a:lnTo>
                    <a:pt x="1582" y="2484"/>
                  </a:lnTo>
                  <a:lnTo>
                    <a:pt x="1392" y="2308"/>
                  </a:lnTo>
                  <a:lnTo>
                    <a:pt x="905" y="2017"/>
                  </a:lnTo>
                  <a:lnTo>
                    <a:pt x="710" y="1469"/>
                  </a:lnTo>
                  <a:lnTo>
                    <a:pt x="1001" y="1963"/>
                  </a:lnTo>
                  <a:lnTo>
                    <a:pt x="1577" y="2275"/>
                  </a:lnTo>
                  <a:lnTo>
                    <a:pt x="1900" y="1673"/>
                  </a:lnTo>
                  <a:lnTo>
                    <a:pt x="2117" y="907"/>
                  </a:lnTo>
                  <a:lnTo>
                    <a:pt x="1982" y="732"/>
                  </a:lnTo>
                  <a:lnTo>
                    <a:pt x="2042" y="570"/>
                  </a:lnTo>
                  <a:lnTo>
                    <a:pt x="2124" y="502"/>
                  </a:lnTo>
                  <a:lnTo>
                    <a:pt x="2381" y="589"/>
                  </a:lnTo>
                  <a:lnTo>
                    <a:pt x="2733" y="576"/>
                  </a:lnTo>
                  <a:lnTo>
                    <a:pt x="3259" y="190"/>
                  </a:lnTo>
                  <a:lnTo>
                    <a:pt x="3219" y="393"/>
                  </a:lnTo>
                  <a:lnTo>
                    <a:pt x="3077" y="481"/>
                  </a:lnTo>
                  <a:lnTo>
                    <a:pt x="3233" y="718"/>
                  </a:lnTo>
                  <a:lnTo>
                    <a:pt x="2955" y="597"/>
                  </a:lnTo>
                  <a:lnTo>
                    <a:pt x="3063" y="753"/>
                  </a:lnTo>
                  <a:lnTo>
                    <a:pt x="2887" y="671"/>
                  </a:lnTo>
                  <a:lnTo>
                    <a:pt x="2772" y="745"/>
                  </a:lnTo>
                  <a:lnTo>
                    <a:pt x="2868" y="1157"/>
                  </a:lnTo>
                  <a:lnTo>
                    <a:pt x="2907" y="1422"/>
                  </a:lnTo>
                  <a:lnTo>
                    <a:pt x="3354" y="1469"/>
                  </a:lnTo>
                  <a:lnTo>
                    <a:pt x="3563" y="1353"/>
                  </a:lnTo>
                  <a:lnTo>
                    <a:pt x="3733" y="827"/>
                  </a:lnTo>
                  <a:lnTo>
                    <a:pt x="3875" y="563"/>
                  </a:lnTo>
                  <a:lnTo>
                    <a:pt x="3799" y="285"/>
                  </a:lnTo>
                  <a:lnTo>
                    <a:pt x="3421" y="61"/>
                  </a:lnTo>
                  <a:lnTo>
                    <a:pt x="3090" y="28"/>
                  </a:lnTo>
                  <a:lnTo>
                    <a:pt x="2577" y="108"/>
                  </a:lnTo>
                  <a:lnTo>
                    <a:pt x="2164" y="28"/>
                  </a:lnTo>
                  <a:lnTo>
                    <a:pt x="2238" y="203"/>
                  </a:lnTo>
                  <a:lnTo>
                    <a:pt x="2077" y="28"/>
                  </a:lnTo>
                  <a:lnTo>
                    <a:pt x="1955" y="0"/>
                  </a:lnTo>
                  <a:lnTo>
                    <a:pt x="1822" y="102"/>
                  </a:lnTo>
                  <a:lnTo>
                    <a:pt x="1548" y="150"/>
                  </a:lnTo>
                  <a:lnTo>
                    <a:pt x="1291" y="1023"/>
                  </a:lnTo>
                  <a:lnTo>
                    <a:pt x="921" y="528"/>
                  </a:lnTo>
                  <a:lnTo>
                    <a:pt x="894" y="325"/>
                  </a:lnTo>
                  <a:lnTo>
                    <a:pt x="744" y="386"/>
                  </a:lnTo>
                  <a:lnTo>
                    <a:pt x="670" y="528"/>
                  </a:lnTo>
                  <a:lnTo>
                    <a:pt x="453" y="428"/>
                  </a:lnTo>
                  <a:lnTo>
                    <a:pt x="177" y="874"/>
                  </a:lnTo>
                  <a:lnTo>
                    <a:pt x="177" y="874"/>
                  </a:lnTo>
                  <a:close/>
                </a:path>
              </a:pathLst>
            </a:custGeom>
            <a:solidFill>
              <a:srgbClr val="D6C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5" name="Google Shape;255;p8"/>
            <p:cNvSpPr/>
            <p:nvPr/>
          </p:nvSpPr>
          <p:spPr>
            <a:xfrm>
              <a:off x="1048" y="1778"/>
              <a:ext cx="771" cy="862"/>
            </a:xfrm>
            <a:custGeom>
              <a:rect b="b" l="l" r="r" t="t"/>
              <a:pathLst>
                <a:path extrusionOk="0" h="1724" w="1542">
                  <a:moveTo>
                    <a:pt x="99" y="591"/>
                  </a:moveTo>
                  <a:lnTo>
                    <a:pt x="78" y="920"/>
                  </a:lnTo>
                  <a:lnTo>
                    <a:pt x="0" y="1209"/>
                  </a:lnTo>
                  <a:lnTo>
                    <a:pt x="27" y="1458"/>
                  </a:lnTo>
                  <a:lnTo>
                    <a:pt x="150" y="1715"/>
                  </a:lnTo>
                  <a:lnTo>
                    <a:pt x="259" y="1724"/>
                  </a:lnTo>
                  <a:lnTo>
                    <a:pt x="394" y="1612"/>
                  </a:lnTo>
                  <a:lnTo>
                    <a:pt x="441" y="1517"/>
                  </a:lnTo>
                  <a:lnTo>
                    <a:pt x="504" y="1353"/>
                  </a:lnTo>
                  <a:lnTo>
                    <a:pt x="413" y="1222"/>
                  </a:lnTo>
                  <a:lnTo>
                    <a:pt x="217" y="920"/>
                  </a:lnTo>
                  <a:lnTo>
                    <a:pt x="209" y="565"/>
                  </a:lnTo>
                  <a:lnTo>
                    <a:pt x="228" y="441"/>
                  </a:lnTo>
                  <a:lnTo>
                    <a:pt x="548" y="380"/>
                  </a:lnTo>
                  <a:lnTo>
                    <a:pt x="778" y="401"/>
                  </a:lnTo>
                  <a:lnTo>
                    <a:pt x="960" y="468"/>
                  </a:lnTo>
                  <a:lnTo>
                    <a:pt x="1103" y="698"/>
                  </a:lnTo>
                  <a:lnTo>
                    <a:pt x="1063" y="990"/>
                  </a:lnTo>
                  <a:lnTo>
                    <a:pt x="1078" y="1386"/>
                  </a:lnTo>
                  <a:lnTo>
                    <a:pt x="1276" y="1386"/>
                  </a:lnTo>
                  <a:lnTo>
                    <a:pt x="1443" y="1258"/>
                  </a:lnTo>
                  <a:lnTo>
                    <a:pt x="1542" y="867"/>
                  </a:lnTo>
                  <a:lnTo>
                    <a:pt x="1272" y="428"/>
                  </a:lnTo>
                  <a:lnTo>
                    <a:pt x="1042" y="192"/>
                  </a:lnTo>
                  <a:lnTo>
                    <a:pt x="833" y="47"/>
                  </a:lnTo>
                  <a:lnTo>
                    <a:pt x="878" y="224"/>
                  </a:lnTo>
                  <a:lnTo>
                    <a:pt x="688" y="21"/>
                  </a:lnTo>
                  <a:lnTo>
                    <a:pt x="565" y="0"/>
                  </a:lnTo>
                  <a:lnTo>
                    <a:pt x="394" y="141"/>
                  </a:lnTo>
                  <a:lnTo>
                    <a:pt x="308" y="239"/>
                  </a:lnTo>
                  <a:lnTo>
                    <a:pt x="222" y="329"/>
                  </a:lnTo>
                  <a:lnTo>
                    <a:pt x="302" y="131"/>
                  </a:lnTo>
                  <a:lnTo>
                    <a:pt x="240" y="194"/>
                  </a:lnTo>
                  <a:lnTo>
                    <a:pt x="177" y="255"/>
                  </a:lnTo>
                  <a:lnTo>
                    <a:pt x="65" y="388"/>
                  </a:lnTo>
                  <a:lnTo>
                    <a:pt x="59" y="527"/>
                  </a:lnTo>
                  <a:lnTo>
                    <a:pt x="99" y="591"/>
                  </a:lnTo>
                  <a:lnTo>
                    <a:pt x="99" y="591"/>
                  </a:lnTo>
                  <a:close/>
                </a:path>
              </a:pathLst>
            </a:custGeom>
            <a:solidFill>
              <a:srgbClr val="FFAB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6" name="Google Shape;256;p8"/>
            <p:cNvSpPr/>
            <p:nvPr/>
          </p:nvSpPr>
          <p:spPr>
            <a:xfrm>
              <a:off x="1187" y="1834"/>
              <a:ext cx="413" cy="977"/>
            </a:xfrm>
            <a:custGeom>
              <a:rect b="b" l="l" r="r" t="t"/>
              <a:pathLst>
                <a:path extrusionOk="0" h="1954" w="825">
                  <a:moveTo>
                    <a:pt x="5" y="519"/>
                  </a:moveTo>
                  <a:lnTo>
                    <a:pt x="129" y="472"/>
                  </a:lnTo>
                  <a:lnTo>
                    <a:pt x="235" y="525"/>
                  </a:lnTo>
                  <a:lnTo>
                    <a:pt x="142" y="607"/>
                  </a:lnTo>
                  <a:lnTo>
                    <a:pt x="0" y="607"/>
                  </a:lnTo>
                  <a:lnTo>
                    <a:pt x="7" y="732"/>
                  </a:lnTo>
                  <a:lnTo>
                    <a:pt x="62" y="827"/>
                  </a:lnTo>
                  <a:lnTo>
                    <a:pt x="197" y="990"/>
                  </a:lnTo>
                  <a:lnTo>
                    <a:pt x="245" y="1150"/>
                  </a:lnTo>
                  <a:lnTo>
                    <a:pt x="311" y="1192"/>
                  </a:lnTo>
                  <a:lnTo>
                    <a:pt x="446" y="1230"/>
                  </a:lnTo>
                  <a:lnTo>
                    <a:pt x="226" y="1241"/>
                  </a:lnTo>
                  <a:lnTo>
                    <a:pt x="260" y="1386"/>
                  </a:lnTo>
                  <a:lnTo>
                    <a:pt x="378" y="1498"/>
                  </a:lnTo>
                  <a:lnTo>
                    <a:pt x="595" y="1954"/>
                  </a:lnTo>
                  <a:lnTo>
                    <a:pt x="790" y="1357"/>
                  </a:lnTo>
                  <a:lnTo>
                    <a:pt x="806" y="854"/>
                  </a:lnTo>
                  <a:lnTo>
                    <a:pt x="825" y="586"/>
                  </a:lnTo>
                  <a:lnTo>
                    <a:pt x="682" y="356"/>
                  </a:lnTo>
                  <a:lnTo>
                    <a:pt x="500" y="289"/>
                  </a:lnTo>
                  <a:lnTo>
                    <a:pt x="338" y="0"/>
                  </a:lnTo>
                  <a:lnTo>
                    <a:pt x="270" y="268"/>
                  </a:lnTo>
                  <a:lnTo>
                    <a:pt x="129" y="281"/>
                  </a:lnTo>
                  <a:lnTo>
                    <a:pt x="34" y="375"/>
                  </a:lnTo>
                  <a:lnTo>
                    <a:pt x="5" y="519"/>
                  </a:lnTo>
                  <a:lnTo>
                    <a:pt x="5" y="519"/>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7" name="Google Shape;257;p8"/>
            <p:cNvSpPr/>
            <p:nvPr/>
          </p:nvSpPr>
          <p:spPr>
            <a:xfrm>
              <a:off x="1429" y="2078"/>
              <a:ext cx="39" cy="39"/>
            </a:xfrm>
            <a:custGeom>
              <a:rect b="b" l="l" r="r" t="t"/>
              <a:pathLst>
                <a:path extrusionOk="0" h="78" w="78">
                  <a:moveTo>
                    <a:pt x="2" y="0"/>
                  </a:moveTo>
                  <a:lnTo>
                    <a:pt x="78" y="49"/>
                  </a:lnTo>
                  <a:lnTo>
                    <a:pt x="0" y="78"/>
                  </a:lnTo>
                  <a:lnTo>
                    <a:pt x="2" y="0"/>
                  </a:lnTo>
                  <a:lnTo>
                    <a:pt x="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8" name="Google Shape;258;p8"/>
            <p:cNvSpPr/>
            <p:nvPr/>
          </p:nvSpPr>
          <p:spPr>
            <a:xfrm>
              <a:off x="1299" y="2281"/>
              <a:ext cx="168" cy="72"/>
            </a:xfrm>
            <a:custGeom>
              <a:rect b="b" l="l" r="r" t="t"/>
              <a:pathLst>
                <a:path extrusionOk="0" h="144" w="335">
                  <a:moveTo>
                    <a:pt x="0" y="45"/>
                  </a:moveTo>
                  <a:lnTo>
                    <a:pt x="78" y="0"/>
                  </a:lnTo>
                  <a:lnTo>
                    <a:pt x="150" y="20"/>
                  </a:lnTo>
                  <a:lnTo>
                    <a:pt x="222" y="0"/>
                  </a:lnTo>
                  <a:lnTo>
                    <a:pt x="335" y="53"/>
                  </a:lnTo>
                  <a:lnTo>
                    <a:pt x="241" y="125"/>
                  </a:lnTo>
                  <a:lnTo>
                    <a:pt x="65" y="144"/>
                  </a:lnTo>
                  <a:lnTo>
                    <a:pt x="0" y="45"/>
                  </a:lnTo>
                  <a:lnTo>
                    <a:pt x="0" y="45"/>
                  </a:lnTo>
                  <a:close/>
                </a:path>
              </a:pathLst>
            </a:custGeom>
            <a:solidFill>
              <a:srgbClr val="FF9D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9" name="Google Shape;259;p8"/>
            <p:cNvSpPr/>
            <p:nvPr/>
          </p:nvSpPr>
          <p:spPr>
            <a:xfrm>
              <a:off x="1661" y="2709"/>
              <a:ext cx="1119" cy="1035"/>
            </a:xfrm>
            <a:custGeom>
              <a:rect b="b" l="l" r="r" t="t"/>
              <a:pathLst>
                <a:path extrusionOk="0" h="2070" w="2238">
                  <a:moveTo>
                    <a:pt x="995" y="26"/>
                  </a:moveTo>
                  <a:lnTo>
                    <a:pt x="670" y="34"/>
                  </a:lnTo>
                  <a:lnTo>
                    <a:pt x="535" y="0"/>
                  </a:lnTo>
                  <a:lnTo>
                    <a:pt x="398" y="23"/>
                  </a:lnTo>
                  <a:lnTo>
                    <a:pt x="339" y="103"/>
                  </a:lnTo>
                  <a:lnTo>
                    <a:pt x="363" y="161"/>
                  </a:lnTo>
                  <a:lnTo>
                    <a:pt x="440" y="236"/>
                  </a:lnTo>
                  <a:lnTo>
                    <a:pt x="312" y="675"/>
                  </a:lnTo>
                  <a:lnTo>
                    <a:pt x="265" y="1093"/>
                  </a:lnTo>
                  <a:lnTo>
                    <a:pt x="240" y="1285"/>
                  </a:lnTo>
                  <a:lnTo>
                    <a:pt x="196" y="1464"/>
                  </a:lnTo>
                  <a:lnTo>
                    <a:pt x="120" y="1625"/>
                  </a:lnTo>
                  <a:lnTo>
                    <a:pt x="67" y="1699"/>
                  </a:lnTo>
                  <a:lnTo>
                    <a:pt x="0" y="1766"/>
                  </a:lnTo>
                  <a:lnTo>
                    <a:pt x="521" y="1895"/>
                  </a:lnTo>
                  <a:lnTo>
                    <a:pt x="818" y="1792"/>
                  </a:lnTo>
                  <a:lnTo>
                    <a:pt x="1156" y="1800"/>
                  </a:lnTo>
                  <a:lnTo>
                    <a:pt x="1217" y="1853"/>
                  </a:lnTo>
                  <a:lnTo>
                    <a:pt x="1130" y="1996"/>
                  </a:lnTo>
                  <a:lnTo>
                    <a:pt x="1291" y="2070"/>
                  </a:lnTo>
                  <a:lnTo>
                    <a:pt x="1434" y="1821"/>
                  </a:lnTo>
                  <a:lnTo>
                    <a:pt x="1664" y="1887"/>
                  </a:lnTo>
                  <a:lnTo>
                    <a:pt x="1913" y="1528"/>
                  </a:lnTo>
                  <a:lnTo>
                    <a:pt x="2198" y="1435"/>
                  </a:lnTo>
                  <a:lnTo>
                    <a:pt x="2122" y="975"/>
                  </a:lnTo>
                  <a:lnTo>
                    <a:pt x="2238" y="386"/>
                  </a:lnTo>
                  <a:lnTo>
                    <a:pt x="2082" y="95"/>
                  </a:lnTo>
                  <a:lnTo>
                    <a:pt x="1846" y="737"/>
                  </a:lnTo>
                  <a:lnTo>
                    <a:pt x="1677" y="798"/>
                  </a:lnTo>
                  <a:lnTo>
                    <a:pt x="1272" y="703"/>
                  </a:lnTo>
                  <a:lnTo>
                    <a:pt x="1191" y="486"/>
                  </a:lnTo>
                  <a:lnTo>
                    <a:pt x="1088" y="832"/>
                  </a:lnTo>
                  <a:lnTo>
                    <a:pt x="913" y="941"/>
                  </a:lnTo>
                  <a:lnTo>
                    <a:pt x="818" y="1163"/>
                  </a:lnTo>
                  <a:lnTo>
                    <a:pt x="765" y="1184"/>
                  </a:lnTo>
                  <a:lnTo>
                    <a:pt x="730" y="635"/>
                  </a:lnTo>
                  <a:lnTo>
                    <a:pt x="635" y="460"/>
                  </a:lnTo>
                  <a:lnTo>
                    <a:pt x="696" y="365"/>
                  </a:lnTo>
                  <a:lnTo>
                    <a:pt x="919" y="175"/>
                  </a:lnTo>
                  <a:lnTo>
                    <a:pt x="1008" y="101"/>
                  </a:lnTo>
                  <a:lnTo>
                    <a:pt x="995" y="26"/>
                  </a:lnTo>
                  <a:lnTo>
                    <a:pt x="995" y="26"/>
                  </a:lnTo>
                  <a:close/>
                </a:path>
              </a:pathLst>
            </a:custGeom>
            <a:solidFill>
              <a:srgbClr val="E0F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0" name="Google Shape;260;p8"/>
            <p:cNvSpPr/>
            <p:nvPr/>
          </p:nvSpPr>
          <p:spPr>
            <a:xfrm>
              <a:off x="2165" y="2757"/>
              <a:ext cx="601" cy="948"/>
            </a:xfrm>
            <a:custGeom>
              <a:rect b="b" l="l" r="r" t="t"/>
              <a:pathLst>
                <a:path extrusionOk="0" h="1895" w="1203">
                  <a:moveTo>
                    <a:pt x="0" y="783"/>
                  </a:moveTo>
                  <a:lnTo>
                    <a:pt x="19" y="1055"/>
                  </a:lnTo>
                  <a:lnTo>
                    <a:pt x="6" y="1142"/>
                  </a:lnTo>
                  <a:lnTo>
                    <a:pt x="101" y="1177"/>
                  </a:lnTo>
                  <a:lnTo>
                    <a:pt x="196" y="941"/>
                  </a:lnTo>
                  <a:lnTo>
                    <a:pt x="432" y="947"/>
                  </a:lnTo>
                  <a:lnTo>
                    <a:pt x="762" y="852"/>
                  </a:lnTo>
                  <a:lnTo>
                    <a:pt x="445" y="1853"/>
                  </a:lnTo>
                  <a:lnTo>
                    <a:pt x="709" y="1895"/>
                  </a:lnTo>
                  <a:lnTo>
                    <a:pt x="905" y="1433"/>
                  </a:lnTo>
                  <a:lnTo>
                    <a:pt x="1122" y="1386"/>
                  </a:lnTo>
                  <a:lnTo>
                    <a:pt x="1082" y="1123"/>
                  </a:lnTo>
                  <a:lnTo>
                    <a:pt x="1101" y="812"/>
                  </a:lnTo>
                  <a:lnTo>
                    <a:pt x="1203" y="331"/>
                  </a:lnTo>
                  <a:lnTo>
                    <a:pt x="1190" y="196"/>
                  </a:lnTo>
                  <a:lnTo>
                    <a:pt x="1074" y="0"/>
                  </a:lnTo>
                  <a:lnTo>
                    <a:pt x="838" y="642"/>
                  </a:lnTo>
                  <a:lnTo>
                    <a:pt x="614" y="730"/>
                  </a:lnTo>
                  <a:lnTo>
                    <a:pt x="331" y="648"/>
                  </a:lnTo>
                  <a:lnTo>
                    <a:pt x="257" y="540"/>
                  </a:lnTo>
                  <a:lnTo>
                    <a:pt x="202" y="338"/>
                  </a:lnTo>
                  <a:lnTo>
                    <a:pt x="141" y="500"/>
                  </a:lnTo>
                  <a:lnTo>
                    <a:pt x="114" y="690"/>
                  </a:lnTo>
                  <a:lnTo>
                    <a:pt x="0" y="783"/>
                  </a:lnTo>
                  <a:lnTo>
                    <a:pt x="0" y="783"/>
                  </a:lnTo>
                  <a:close/>
                </a:path>
              </a:pathLst>
            </a:custGeom>
            <a:solidFill>
              <a:srgbClr val="99B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1" name="Google Shape;261;p8"/>
            <p:cNvSpPr/>
            <p:nvPr/>
          </p:nvSpPr>
          <p:spPr>
            <a:xfrm>
              <a:off x="2032" y="2766"/>
              <a:ext cx="229" cy="546"/>
            </a:xfrm>
            <a:custGeom>
              <a:rect b="b" l="l" r="r" t="t"/>
              <a:pathLst>
                <a:path extrusionOk="0" h="1091" w="458">
                  <a:moveTo>
                    <a:pt x="327" y="0"/>
                  </a:moveTo>
                  <a:lnTo>
                    <a:pt x="458" y="131"/>
                  </a:lnTo>
                  <a:lnTo>
                    <a:pt x="378" y="671"/>
                  </a:lnTo>
                  <a:lnTo>
                    <a:pt x="169" y="827"/>
                  </a:lnTo>
                  <a:lnTo>
                    <a:pt x="61" y="1091"/>
                  </a:lnTo>
                  <a:lnTo>
                    <a:pt x="21" y="1070"/>
                  </a:lnTo>
                  <a:lnTo>
                    <a:pt x="0" y="755"/>
                  </a:lnTo>
                  <a:lnTo>
                    <a:pt x="175" y="378"/>
                  </a:lnTo>
                  <a:lnTo>
                    <a:pt x="190" y="198"/>
                  </a:lnTo>
                  <a:lnTo>
                    <a:pt x="327" y="0"/>
                  </a:lnTo>
                  <a:lnTo>
                    <a:pt x="327" y="0"/>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2" name="Google Shape;262;p8"/>
            <p:cNvSpPr/>
            <p:nvPr/>
          </p:nvSpPr>
          <p:spPr>
            <a:xfrm>
              <a:off x="1812" y="3636"/>
              <a:ext cx="463" cy="210"/>
            </a:xfrm>
            <a:custGeom>
              <a:rect b="b" l="l" r="r" t="t"/>
              <a:pathLst>
                <a:path extrusionOk="0" h="420" w="926">
                  <a:moveTo>
                    <a:pt x="72" y="131"/>
                  </a:moveTo>
                  <a:lnTo>
                    <a:pt x="340" y="122"/>
                  </a:lnTo>
                  <a:lnTo>
                    <a:pt x="433" y="166"/>
                  </a:lnTo>
                  <a:lnTo>
                    <a:pt x="536" y="86"/>
                  </a:lnTo>
                  <a:lnTo>
                    <a:pt x="618" y="65"/>
                  </a:lnTo>
                  <a:lnTo>
                    <a:pt x="762" y="59"/>
                  </a:lnTo>
                  <a:lnTo>
                    <a:pt x="914" y="0"/>
                  </a:lnTo>
                  <a:lnTo>
                    <a:pt x="781" y="166"/>
                  </a:lnTo>
                  <a:lnTo>
                    <a:pt x="926" y="217"/>
                  </a:lnTo>
                  <a:lnTo>
                    <a:pt x="676" y="415"/>
                  </a:lnTo>
                  <a:lnTo>
                    <a:pt x="538" y="420"/>
                  </a:lnTo>
                  <a:lnTo>
                    <a:pt x="165" y="329"/>
                  </a:lnTo>
                  <a:lnTo>
                    <a:pt x="0" y="342"/>
                  </a:lnTo>
                  <a:lnTo>
                    <a:pt x="26" y="217"/>
                  </a:lnTo>
                  <a:lnTo>
                    <a:pt x="72" y="131"/>
                  </a:lnTo>
                  <a:lnTo>
                    <a:pt x="72" y="131"/>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3" name="Google Shape;263;p8"/>
            <p:cNvSpPr/>
            <p:nvPr/>
          </p:nvSpPr>
          <p:spPr>
            <a:xfrm>
              <a:off x="1104" y="2286"/>
              <a:ext cx="76" cy="165"/>
            </a:xfrm>
            <a:custGeom>
              <a:rect b="b" l="l" r="r" t="t"/>
              <a:pathLst>
                <a:path extrusionOk="0" h="329" w="152">
                  <a:moveTo>
                    <a:pt x="112" y="0"/>
                  </a:moveTo>
                  <a:lnTo>
                    <a:pt x="21" y="74"/>
                  </a:lnTo>
                  <a:lnTo>
                    <a:pt x="0" y="158"/>
                  </a:lnTo>
                  <a:lnTo>
                    <a:pt x="53" y="283"/>
                  </a:lnTo>
                  <a:lnTo>
                    <a:pt x="126" y="329"/>
                  </a:lnTo>
                  <a:lnTo>
                    <a:pt x="112" y="184"/>
                  </a:lnTo>
                  <a:lnTo>
                    <a:pt x="152" y="66"/>
                  </a:lnTo>
                  <a:lnTo>
                    <a:pt x="112" y="0"/>
                  </a:lnTo>
                  <a:lnTo>
                    <a:pt x="112" y="0"/>
                  </a:lnTo>
                  <a:close/>
                </a:path>
              </a:pathLst>
            </a:custGeom>
            <a:solidFill>
              <a:srgbClr val="FFF2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4" name="Google Shape;264;p8"/>
            <p:cNvSpPr/>
            <p:nvPr/>
          </p:nvSpPr>
          <p:spPr>
            <a:xfrm>
              <a:off x="1589" y="2201"/>
              <a:ext cx="108" cy="137"/>
            </a:xfrm>
            <a:custGeom>
              <a:rect b="b" l="l" r="r" t="t"/>
              <a:pathLst>
                <a:path extrusionOk="0" h="274" w="215">
                  <a:moveTo>
                    <a:pt x="186" y="19"/>
                  </a:moveTo>
                  <a:lnTo>
                    <a:pt x="213" y="80"/>
                  </a:lnTo>
                  <a:lnTo>
                    <a:pt x="215" y="165"/>
                  </a:lnTo>
                  <a:lnTo>
                    <a:pt x="139" y="274"/>
                  </a:lnTo>
                  <a:lnTo>
                    <a:pt x="0" y="262"/>
                  </a:lnTo>
                  <a:lnTo>
                    <a:pt x="24" y="116"/>
                  </a:lnTo>
                  <a:lnTo>
                    <a:pt x="110" y="150"/>
                  </a:lnTo>
                  <a:lnTo>
                    <a:pt x="158" y="104"/>
                  </a:lnTo>
                  <a:lnTo>
                    <a:pt x="112" y="0"/>
                  </a:lnTo>
                  <a:lnTo>
                    <a:pt x="186" y="19"/>
                  </a:lnTo>
                  <a:lnTo>
                    <a:pt x="186" y="19"/>
                  </a:lnTo>
                  <a:close/>
                </a:path>
              </a:pathLst>
            </a:custGeom>
            <a:solidFill>
              <a:srgbClr val="ADA1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5" name="Google Shape;265;p8"/>
            <p:cNvSpPr/>
            <p:nvPr/>
          </p:nvSpPr>
          <p:spPr>
            <a:xfrm>
              <a:off x="1225" y="2076"/>
              <a:ext cx="45" cy="63"/>
            </a:xfrm>
            <a:custGeom>
              <a:rect b="b" l="l" r="r" t="t"/>
              <a:pathLst>
                <a:path extrusionOk="0" h="125" w="89">
                  <a:moveTo>
                    <a:pt x="5" y="0"/>
                  </a:moveTo>
                  <a:lnTo>
                    <a:pt x="47" y="7"/>
                  </a:lnTo>
                  <a:lnTo>
                    <a:pt x="89" y="101"/>
                  </a:lnTo>
                  <a:lnTo>
                    <a:pt x="11" y="125"/>
                  </a:lnTo>
                  <a:lnTo>
                    <a:pt x="36" y="61"/>
                  </a:lnTo>
                  <a:lnTo>
                    <a:pt x="0" y="44"/>
                  </a:lnTo>
                  <a:lnTo>
                    <a:pt x="5" y="0"/>
                  </a:lnTo>
                  <a:lnTo>
                    <a:pt x="5"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6" name="Google Shape;266;p8"/>
            <p:cNvSpPr/>
            <p:nvPr/>
          </p:nvSpPr>
          <p:spPr>
            <a:xfrm>
              <a:off x="1429" y="2070"/>
              <a:ext cx="40" cy="49"/>
            </a:xfrm>
            <a:custGeom>
              <a:rect b="b" l="l" r="r" t="t"/>
              <a:pathLst>
                <a:path extrusionOk="0" h="98" w="80">
                  <a:moveTo>
                    <a:pt x="12" y="0"/>
                  </a:moveTo>
                  <a:lnTo>
                    <a:pt x="54" y="3"/>
                  </a:lnTo>
                  <a:lnTo>
                    <a:pt x="80" y="98"/>
                  </a:lnTo>
                  <a:lnTo>
                    <a:pt x="0" y="95"/>
                  </a:lnTo>
                  <a:lnTo>
                    <a:pt x="42" y="57"/>
                  </a:lnTo>
                  <a:lnTo>
                    <a:pt x="0" y="30"/>
                  </a:lnTo>
                  <a:lnTo>
                    <a:pt x="12" y="0"/>
                  </a:lnTo>
                  <a:lnTo>
                    <a:pt x="12"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7" name="Google Shape;267;p8"/>
            <p:cNvSpPr/>
            <p:nvPr/>
          </p:nvSpPr>
          <p:spPr>
            <a:xfrm>
              <a:off x="1131" y="2053"/>
              <a:ext cx="491" cy="424"/>
            </a:xfrm>
            <a:custGeom>
              <a:rect b="b" l="l" r="r" t="t"/>
              <a:pathLst>
                <a:path extrusionOk="0" h="848" w="981">
                  <a:moveTo>
                    <a:pt x="57" y="44"/>
                  </a:moveTo>
                  <a:lnTo>
                    <a:pt x="80" y="373"/>
                  </a:lnTo>
                  <a:lnTo>
                    <a:pt x="145" y="464"/>
                  </a:lnTo>
                  <a:lnTo>
                    <a:pt x="211" y="553"/>
                  </a:lnTo>
                  <a:lnTo>
                    <a:pt x="299" y="679"/>
                  </a:lnTo>
                  <a:lnTo>
                    <a:pt x="346" y="732"/>
                  </a:lnTo>
                  <a:lnTo>
                    <a:pt x="400" y="776"/>
                  </a:lnTo>
                  <a:lnTo>
                    <a:pt x="519" y="797"/>
                  </a:lnTo>
                  <a:lnTo>
                    <a:pt x="654" y="692"/>
                  </a:lnTo>
                  <a:lnTo>
                    <a:pt x="734" y="593"/>
                  </a:lnTo>
                  <a:lnTo>
                    <a:pt x="810" y="491"/>
                  </a:lnTo>
                  <a:lnTo>
                    <a:pt x="902" y="253"/>
                  </a:lnTo>
                  <a:lnTo>
                    <a:pt x="905" y="137"/>
                  </a:lnTo>
                  <a:lnTo>
                    <a:pt x="862" y="31"/>
                  </a:lnTo>
                  <a:lnTo>
                    <a:pt x="864" y="0"/>
                  </a:lnTo>
                  <a:lnTo>
                    <a:pt x="892" y="4"/>
                  </a:lnTo>
                  <a:lnTo>
                    <a:pt x="972" y="118"/>
                  </a:lnTo>
                  <a:lnTo>
                    <a:pt x="981" y="268"/>
                  </a:lnTo>
                  <a:lnTo>
                    <a:pt x="936" y="436"/>
                  </a:lnTo>
                  <a:lnTo>
                    <a:pt x="896" y="517"/>
                  </a:lnTo>
                  <a:lnTo>
                    <a:pt x="846" y="597"/>
                  </a:lnTo>
                  <a:lnTo>
                    <a:pt x="789" y="669"/>
                  </a:lnTo>
                  <a:lnTo>
                    <a:pt x="727" y="734"/>
                  </a:lnTo>
                  <a:lnTo>
                    <a:pt x="660" y="785"/>
                  </a:lnTo>
                  <a:lnTo>
                    <a:pt x="588" y="823"/>
                  </a:lnTo>
                  <a:lnTo>
                    <a:pt x="445" y="848"/>
                  </a:lnTo>
                  <a:lnTo>
                    <a:pt x="310" y="787"/>
                  </a:lnTo>
                  <a:lnTo>
                    <a:pt x="259" y="721"/>
                  </a:lnTo>
                  <a:lnTo>
                    <a:pt x="175" y="599"/>
                  </a:lnTo>
                  <a:lnTo>
                    <a:pt x="94" y="472"/>
                  </a:lnTo>
                  <a:lnTo>
                    <a:pt x="44" y="392"/>
                  </a:lnTo>
                  <a:lnTo>
                    <a:pt x="0" y="221"/>
                  </a:lnTo>
                  <a:lnTo>
                    <a:pt x="16" y="40"/>
                  </a:lnTo>
                  <a:lnTo>
                    <a:pt x="57" y="44"/>
                  </a:lnTo>
                  <a:lnTo>
                    <a:pt x="57" y="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8" name="Google Shape;268;p8"/>
            <p:cNvSpPr/>
            <p:nvPr/>
          </p:nvSpPr>
          <p:spPr>
            <a:xfrm>
              <a:off x="1076" y="2693"/>
              <a:ext cx="385" cy="306"/>
            </a:xfrm>
            <a:custGeom>
              <a:rect b="b" l="l" r="r" t="t"/>
              <a:pathLst>
                <a:path extrusionOk="0" h="612" w="770">
                  <a:moveTo>
                    <a:pt x="135" y="30"/>
                  </a:moveTo>
                  <a:lnTo>
                    <a:pt x="63" y="193"/>
                  </a:lnTo>
                  <a:lnTo>
                    <a:pt x="114" y="243"/>
                  </a:lnTo>
                  <a:lnTo>
                    <a:pt x="183" y="252"/>
                  </a:lnTo>
                  <a:lnTo>
                    <a:pt x="325" y="239"/>
                  </a:lnTo>
                  <a:lnTo>
                    <a:pt x="493" y="309"/>
                  </a:lnTo>
                  <a:lnTo>
                    <a:pt x="650" y="406"/>
                  </a:lnTo>
                  <a:lnTo>
                    <a:pt x="698" y="465"/>
                  </a:lnTo>
                  <a:lnTo>
                    <a:pt x="747" y="551"/>
                  </a:lnTo>
                  <a:lnTo>
                    <a:pt x="770" y="612"/>
                  </a:lnTo>
                  <a:lnTo>
                    <a:pt x="736" y="598"/>
                  </a:lnTo>
                  <a:lnTo>
                    <a:pt x="652" y="530"/>
                  </a:lnTo>
                  <a:lnTo>
                    <a:pt x="536" y="446"/>
                  </a:lnTo>
                  <a:lnTo>
                    <a:pt x="314" y="338"/>
                  </a:lnTo>
                  <a:lnTo>
                    <a:pt x="143" y="325"/>
                  </a:lnTo>
                  <a:lnTo>
                    <a:pt x="12" y="218"/>
                  </a:lnTo>
                  <a:lnTo>
                    <a:pt x="0" y="163"/>
                  </a:lnTo>
                  <a:lnTo>
                    <a:pt x="12" y="114"/>
                  </a:lnTo>
                  <a:lnTo>
                    <a:pt x="70" y="34"/>
                  </a:lnTo>
                  <a:lnTo>
                    <a:pt x="133" y="0"/>
                  </a:lnTo>
                  <a:lnTo>
                    <a:pt x="135" y="30"/>
                  </a:lnTo>
                  <a:lnTo>
                    <a:pt x="135"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9" name="Google Shape;269;p8"/>
            <p:cNvSpPr/>
            <p:nvPr/>
          </p:nvSpPr>
          <p:spPr>
            <a:xfrm>
              <a:off x="1592" y="2196"/>
              <a:ext cx="81" cy="100"/>
            </a:xfrm>
            <a:custGeom>
              <a:rect b="b" l="l" r="r" t="t"/>
              <a:pathLst>
                <a:path extrusionOk="0" h="200" w="162">
                  <a:moveTo>
                    <a:pt x="46" y="132"/>
                  </a:moveTo>
                  <a:lnTo>
                    <a:pt x="94" y="124"/>
                  </a:lnTo>
                  <a:lnTo>
                    <a:pt x="92" y="40"/>
                  </a:lnTo>
                  <a:lnTo>
                    <a:pt x="78" y="14"/>
                  </a:lnTo>
                  <a:lnTo>
                    <a:pt x="105" y="0"/>
                  </a:lnTo>
                  <a:lnTo>
                    <a:pt x="162" y="71"/>
                  </a:lnTo>
                  <a:lnTo>
                    <a:pt x="143" y="162"/>
                  </a:lnTo>
                  <a:lnTo>
                    <a:pt x="61" y="200"/>
                  </a:lnTo>
                  <a:lnTo>
                    <a:pt x="0" y="175"/>
                  </a:lnTo>
                  <a:lnTo>
                    <a:pt x="4" y="116"/>
                  </a:lnTo>
                  <a:lnTo>
                    <a:pt x="46" y="132"/>
                  </a:lnTo>
                  <a:lnTo>
                    <a:pt x="46" y="1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8"/>
            <p:cNvSpPr/>
            <p:nvPr/>
          </p:nvSpPr>
          <p:spPr>
            <a:xfrm>
              <a:off x="1452" y="2275"/>
              <a:ext cx="150" cy="644"/>
            </a:xfrm>
            <a:custGeom>
              <a:rect b="b" l="l" r="r" t="t"/>
              <a:pathLst>
                <a:path extrusionOk="0" h="1287" w="298">
                  <a:moveTo>
                    <a:pt x="298" y="0"/>
                  </a:moveTo>
                  <a:lnTo>
                    <a:pt x="278" y="517"/>
                  </a:lnTo>
                  <a:lnTo>
                    <a:pt x="230" y="696"/>
                  </a:lnTo>
                  <a:lnTo>
                    <a:pt x="141" y="1002"/>
                  </a:lnTo>
                  <a:lnTo>
                    <a:pt x="99" y="1143"/>
                  </a:lnTo>
                  <a:lnTo>
                    <a:pt x="40" y="1274"/>
                  </a:lnTo>
                  <a:lnTo>
                    <a:pt x="13" y="1287"/>
                  </a:lnTo>
                  <a:lnTo>
                    <a:pt x="0" y="1260"/>
                  </a:lnTo>
                  <a:lnTo>
                    <a:pt x="53" y="973"/>
                  </a:lnTo>
                  <a:lnTo>
                    <a:pt x="97" y="833"/>
                  </a:lnTo>
                  <a:lnTo>
                    <a:pt x="141" y="694"/>
                  </a:lnTo>
                  <a:lnTo>
                    <a:pt x="228" y="352"/>
                  </a:lnTo>
                  <a:lnTo>
                    <a:pt x="257" y="0"/>
                  </a:lnTo>
                  <a:lnTo>
                    <a:pt x="298" y="0"/>
                  </a:lnTo>
                  <a:lnTo>
                    <a:pt x="29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1" name="Google Shape;271;p8"/>
            <p:cNvSpPr/>
            <p:nvPr/>
          </p:nvSpPr>
          <p:spPr>
            <a:xfrm>
              <a:off x="1257" y="2509"/>
              <a:ext cx="317" cy="794"/>
            </a:xfrm>
            <a:custGeom>
              <a:rect b="b" l="l" r="r" t="t"/>
              <a:pathLst>
                <a:path extrusionOk="0" h="1589" w="635">
                  <a:moveTo>
                    <a:pt x="61" y="26"/>
                  </a:moveTo>
                  <a:lnTo>
                    <a:pt x="74" y="182"/>
                  </a:lnTo>
                  <a:lnTo>
                    <a:pt x="116" y="279"/>
                  </a:lnTo>
                  <a:lnTo>
                    <a:pt x="185" y="363"/>
                  </a:lnTo>
                  <a:lnTo>
                    <a:pt x="280" y="484"/>
                  </a:lnTo>
                  <a:lnTo>
                    <a:pt x="371" y="618"/>
                  </a:lnTo>
                  <a:lnTo>
                    <a:pt x="460" y="758"/>
                  </a:lnTo>
                  <a:lnTo>
                    <a:pt x="597" y="1057"/>
                  </a:lnTo>
                  <a:lnTo>
                    <a:pt x="635" y="1321"/>
                  </a:lnTo>
                  <a:lnTo>
                    <a:pt x="635" y="1589"/>
                  </a:lnTo>
                  <a:lnTo>
                    <a:pt x="595" y="1589"/>
                  </a:lnTo>
                  <a:lnTo>
                    <a:pt x="563" y="1308"/>
                  </a:lnTo>
                  <a:lnTo>
                    <a:pt x="529" y="1169"/>
                  </a:lnTo>
                  <a:lnTo>
                    <a:pt x="479" y="1034"/>
                  </a:lnTo>
                  <a:lnTo>
                    <a:pt x="422" y="903"/>
                  </a:lnTo>
                  <a:lnTo>
                    <a:pt x="354" y="775"/>
                  </a:lnTo>
                  <a:lnTo>
                    <a:pt x="280" y="654"/>
                  </a:lnTo>
                  <a:lnTo>
                    <a:pt x="200" y="538"/>
                  </a:lnTo>
                  <a:lnTo>
                    <a:pt x="126" y="429"/>
                  </a:lnTo>
                  <a:lnTo>
                    <a:pt x="46" y="291"/>
                  </a:lnTo>
                  <a:lnTo>
                    <a:pt x="0" y="144"/>
                  </a:lnTo>
                  <a:lnTo>
                    <a:pt x="21" y="15"/>
                  </a:lnTo>
                  <a:lnTo>
                    <a:pt x="46" y="0"/>
                  </a:lnTo>
                  <a:lnTo>
                    <a:pt x="61" y="26"/>
                  </a:lnTo>
                  <a:lnTo>
                    <a:pt x="61"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2" name="Google Shape;272;p8"/>
            <p:cNvSpPr/>
            <p:nvPr/>
          </p:nvSpPr>
          <p:spPr>
            <a:xfrm>
              <a:off x="1570" y="2429"/>
              <a:ext cx="267" cy="549"/>
            </a:xfrm>
            <a:custGeom>
              <a:rect b="b" l="l" r="r" t="t"/>
              <a:pathLst>
                <a:path extrusionOk="0" h="1099" w="532">
                  <a:moveTo>
                    <a:pt x="243" y="0"/>
                  </a:moveTo>
                  <a:lnTo>
                    <a:pt x="378" y="17"/>
                  </a:lnTo>
                  <a:lnTo>
                    <a:pt x="492" y="86"/>
                  </a:lnTo>
                  <a:lnTo>
                    <a:pt x="532" y="162"/>
                  </a:lnTo>
                  <a:lnTo>
                    <a:pt x="521" y="226"/>
                  </a:lnTo>
                  <a:lnTo>
                    <a:pt x="473" y="283"/>
                  </a:lnTo>
                  <a:lnTo>
                    <a:pt x="405" y="333"/>
                  </a:lnTo>
                  <a:lnTo>
                    <a:pt x="272" y="420"/>
                  </a:lnTo>
                  <a:lnTo>
                    <a:pt x="262" y="504"/>
                  </a:lnTo>
                  <a:lnTo>
                    <a:pt x="340" y="679"/>
                  </a:lnTo>
                  <a:lnTo>
                    <a:pt x="323" y="760"/>
                  </a:lnTo>
                  <a:lnTo>
                    <a:pt x="249" y="848"/>
                  </a:lnTo>
                  <a:lnTo>
                    <a:pt x="38" y="1089"/>
                  </a:lnTo>
                  <a:lnTo>
                    <a:pt x="9" y="1099"/>
                  </a:lnTo>
                  <a:lnTo>
                    <a:pt x="0" y="1070"/>
                  </a:lnTo>
                  <a:lnTo>
                    <a:pt x="76" y="911"/>
                  </a:lnTo>
                  <a:lnTo>
                    <a:pt x="129" y="838"/>
                  </a:lnTo>
                  <a:lnTo>
                    <a:pt x="186" y="776"/>
                  </a:lnTo>
                  <a:lnTo>
                    <a:pt x="247" y="692"/>
                  </a:lnTo>
                  <a:lnTo>
                    <a:pt x="245" y="608"/>
                  </a:lnTo>
                  <a:lnTo>
                    <a:pt x="222" y="536"/>
                  </a:lnTo>
                  <a:lnTo>
                    <a:pt x="205" y="414"/>
                  </a:lnTo>
                  <a:lnTo>
                    <a:pt x="258" y="304"/>
                  </a:lnTo>
                  <a:lnTo>
                    <a:pt x="315" y="274"/>
                  </a:lnTo>
                  <a:lnTo>
                    <a:pt x="395" y="228"/>
                  </a:lnTo>
                  <a:lnTo>
                    <a:pt x="458" y="116"/>
                  </a:lnTo>
                  <a:lnTo>
                    <a:pt x="357" y="57"/>
                  </a:lnTo>
                  <a:lnTo>
                    <a:pt x="241" y="42"/>
                  </a:lnTo>
                  <a:lnTo>
                    <a:pt x="222" y="19"/>
                  </a:lnTo>
                  <a:lnTo>
                    <a:pt x="243" y="0"/>
                  </a:lnTo>
                  <a:lnTo>
                    <a:pt x="2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3" name="Google Shape;273;p8"/>
            <p:cNvSpPr/>
            <p:nvPr/>
          </p:nvSpPr>
          <p:spPr>
            <a:xfrm>
              <a:off x="1844" y="2310"/>
              <a:ext cx="938" cy="820"/>
            </a:xfrm>
            <a:custGeom>
              <a:rect b="b" l="l" r="r" t="t"/>
              <a:pathLst>
                <a:path extrusionOk="0" h="1641" w="1877">
                  <a:moveTo>
                    <a:pt x="0" y="40"/>
                  </a:moveTo>
                  <a:lnTo>
                    <a:pt x="268" y="50"/>
                  </a:lnTo>
                  <a:lnTo>
                    <a:pt x="536" y="75"/>
                  </a:lnTo>
                  <a:lnTo>
                    <a:pt x="917" y="21"/>
                  </a:lnTo>
                  <a:lnTo>
                    <a:pt x="1103" y="0"/>
                  </a:lnTo>
                  <a:lnTo>
                    <a:pt x="1297" y="27"/>
                  </a:lnTo>
                  <a:lnTo>
                    <a:pt x="1512" y="124"/>
                  </a:lnTo>
                  <a:lnTo>
                    <a:pt x="1704" y="278"/>
                  </a:lnTo>
                  <a:lnTo>
                    <a:pt x="1839" y="476"/>
                  </a:lnTo>
                  <a:lnTo>
                    <a:pt x="1877" y="708"/>
                  </a:lnTo>
                  <a:lnTo>
                    <a:pt x="1854" y="787"/>
                  </a:lnTo>
                  <a:lnTo>
                    <a:pt x="1810" y="858"/>
                  </a:lnTo>
                  <a:lnTo>
                    <a:pt x="1723" y="1000"/>
                  </a:lnTo>
                  <a:lnTo>
                    <a:pt x="1620" y="1322"/>
                  </a:lnTo>
                  <a:lnTo>
                    <a:pt x="1571" y="1453"/>
                  </a:lnTo>
                  <a:lnTo>
                    <a:pt x="1508" y="1554"/>
                  </a:lnTo>
                  <a:lnTo>
                    <a:pt x="1424" y="1618"/>
                  </a:lnTo>
                  <a:lnTo>
                    <a:pt x="1308" y="1641"/>
                  </a:lnTo>
                  <a:lnTo>
                    <a:pt x="936" y="1531"/>
                  </a:lnTo>
                  <a:lnTo>
                    <a:pt x="955" y="1493"/>
                  </a:lnTo>
                  <a:lnTo>
                    <a:pt x="1126" y="1555"/>
                  </a:lnTo>
                  <a:lnTo>
                    <a:pt x="1259" y="1563"/>
                  </a:lnTo>
                  <a:lnTo>
                    <a:pt x="1440" y="1457"/>
                  </a:lnTo>
                  <a:lnTo>
                    <a:pt x="1544" y="1236"/>
                  </a:lnTo>
                  <a:lnTo>
                    <a:pt x="1632" y="972"/>
                  </a:lnTo>
                  <a:lnTo>
                    <a:pt x="1670" y="902"/>
                  </a:lnTo>
                  <a:lnTo>
                    <a:pt x="1717" y="841"/>
                  </a:lnTo>
                  <a:lnTo>
                    <a:pt x="1782" y="700"/>
                  </a:lnTo>
                  <a:lnTo>
                    <a:pt x="1748" y="499"/>
                  </a:lnTo>
                  <a:lnTo>
                    <a:pt x="1698" y="407"/>
                  </a:lnTo>
                  <a:lnTo>
                    <a:pt x="1630" y="326"/>
                  </a:lnTo>
                  <a:lnTo>
                    <a:pt x="1550" y="253"/>
                  </a:lnTo>
                  <a:lnTo>
                    <a:pt x="1460" y="192"/>
                  </a:lnTo>
                  <a:lnTo>
                    <a:pt x="1367" y="143"/>
                  </a:lnTo>
                  <a:lnTo>
                    <a:pt x="1274" y="107"/>
                  </a:lnTo>
                  <a:lnTo>
                    <a:pt x="1088" y="77"/>
                  </a:lnTo>
                  <a:lnTo>
                    <a:pt x="905" y="88"/>
                  </a:lnTo>
                  <a:lnTo>
                    <a:pt x="536" y="126"/>
                  </a:lnTo>
                  <a:lnTo>
                    <a:pt x="272" y="96"/>
                  </a:lnTo>
                  <a:lnTo>
                    <a:pt x="6" y="82"/>
                  </a:lnTo>
                  <a:lnTo>
                    <a:pt x="0" y="40"/>
                  </a:lnTo>
                  <a:lnTo>
                    <a:pt x="0"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4" name="Google Shape;274;p8"/>
            <p:cNvSpPr/>
            <p:nvPr/>
          </p:nvSpPr>
          <p:spPr>
            <a:xfrm>
              <a:off x="2296" y="2665"/>
              <a:ext cx="149" cy="277"/>
            </a:xfrm>
            <a:custGeom>
              <a:rect b="b" l="l" r="r" t="t"/>
              <a:pathLst>
                <a:path extrusionOk="0" h="555" w="299">
                  <a:moveTo>
                    <a:pt x="206" y="551"/>
                  </a:moveTo>
                  <a:lnTo>
                    <a:pt x="35" y="555"/>
                  </a:lnTo>
                  <a:lnTo>
                    <a:pt x="35" y="515"/>
                  </a:lnTo>
                  <a:lnTo>
                    <a:pt x="145" y="467"/>
                  </a:lnTo>
                  <a:lnTo>
                    <a:pt x="217" y="271"/>
                  </a:lnTo>
                  <a:lnTo>
                    <a:pt x="190" y="190"/>
                  </a:lnTo>
                  <a:lnTo>
                    <a:pt x="147" y="115"/>
                  </a:lnTo>
                  <a:lnTo>
                    <a:pt x="84" y="60"/>
                  </a:lnTo>
                  <a:lnTo>
                    <a:pt x="0" y="39"/>
                  </a:lnTo>
                  <a:lnTo>
                    <a:pt x="0" y="0"/>
                  </a:lnTo>
                  <a:lnTo>
                    <a:pt x="194" y="70"/>
                  </a:lnTo>
                  <a:lnTo>
                    <a:pt x="299" y="250"/>
                  </a:lnTo>
                  <a:lnTo>
                    <a:pt x="289" y="412"/>
                  </a:lnTo>
                  <a:lnTo>
                    <a:pt x="253" y="484"/>
                  </a:lnTo>
                  <a:lnTo>
                    <a:pt x="206" y="551"/>
                  </a:lnTo>
                  <a:lnTo>
                    <a:pt x="206" y="5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5" name="Google Shape;275;p8"/>
            <p:cNvSpPr/>
            <p:nvPr/>
          </p:nvSpPr>
          <p:spPr>
            <a:xfrm>
              <a:off x="2148" y="2416"/>
              <a:ext cx="321" cy="334"/>
            </a:xfrm>
            <a:custGeom>
              <a:rect b="b" l="l" r="r" t="t"/>
              <a:pathLst>
                <a:path extrusionOk="0" h="670" w="640">
                  <a:moveTo>
                    <a:pt x="640" y="0"/>
                  </a:moveTo>
                  <a:lnTo>
                    <a:pt x="604" y="132"/>
                  </a:lnTo>
                  <a:lnTo>
                    <a:pt x="562" y="187"/>
                  </a:lnTo>
                  <a:lnTo>
                    <a:pt x="511" y="236"/>
                  </a:lnTo>
                  <a:lnTo>
                    <a:pt x="391" y="318"/>
                  </a:lnTo>
                  <a:lnTo>
                    <a:pt x="270" y="381"/>
                  </a:lnTo>
                  <a:lnTo>
                    <a:pt x="116" y="497"/>
                  </a:lnTo>
                  <a:lnTo>
                    <a:pt x="42" y="670"/>
                  </a:lnTo>
                  <a:lnTo>
                    <a:pt x="0" y="666"/>
                  </a:lnTo>
                  <a:lnTo>
                    <a:pt x="11" y="559"/>
                  </a:lnTo>
                  <a:lnTo>
                    <a:pt x="62" y="447"/>
                  </a:lnTo>
                  <a:lnTo>
                    <a:pt x="138" y="350"/>
                  </a:lnTo>
                  <a:lnTo>
                    <a:pt x="224" y="286"/>
                  </a:lnTo>
                  <a:lnTo>
                    <a:pt x="319" y="236"/>
                  </a:lnTo>
                  <a:lnTo>
                    <a:pt x="414" y="183"/>
                  </a:lnTo>
                  <a:lnTo>
                    <a:pt x="599" y="0"/>
                  </a:lnTo>
                  <a:lnTo>
                    <a:pt x="640" y="0"/>
                  </a:lnTo>
                  <a:lnTo>
                    <a:pt x="6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6" name="Google Shape;276;p8"/>
            <p:cNvSpPr/>
            <p:nvPr/>
          </p:nvSpPr>
          <p:spPr>
            <a:xfrm>
              <a:off x="2146" y="2741"/>
              <a:ext cx="151" cy="272"/>
            </a:xfrm>
            <a:custGeom>
              <a:rect b="b" l="l" r="r" t="t"/>
              <a:pathLst>
                <a:path extrusionOk="0" h="543" w="300">
                  <a:moveTo>
                    <a:pt x="0" y="38"/>
                  </a:moveTo>
                  <a:lnTo>
                    <a:pt x="49" y="1"/>
                  </a:lnTo>
                  <a:lnTo>
                    <a:pt x="116" y="0"/>
                  </a:lnTo>
                  <a:lnTo>
                    <a:pt x="232" y="59"/>
                  </a:lnTo>
                  <a:lnTo>
                    <a:pt x="300" y="298"/>
                  </a:lnTo>
                  <a:lnTo>
                    <a:pt x="251" y="416"/>
                  </a:lnTo>
                  <a:lnTo>
                    <a:pt x="184" y="532"/>
                  </a:lnTo>
                  <a:lnTo>
                    <a:pt x="158" y="543"/>
                  </a:lnTo>
                  <a:lnTo>
                    <a:pt x="146" y="517"/>
                  </a:lnTo>
                  <a:lnTo>
                    <a:pt x="196" y="285"/>
                  </a:lnTo>
                  <a:lnTo>
                    <a:pt x="186" y="199"/>
                  </a:lnTo>
                  <a:lnTo>
                    <a:pt x="148" y="123"/>
                  </a:lnTo>
                  <a:lnTo>
                    <a:pt x="97" y="68"/>
                  </a:lnTo>
                  <a:lnTo>
                    <a:pt x="30" y="64"/>
                  </a:lnTo>
                  <a:lnTo>
                    <a:pt x="0" y="38"/>
                  </a:lnTo>
                  <a:lnTo>
                    <a:pt x="0"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7" name="Google Shape;277;p8"/>
            <p:cNvSpPr/>
            <p:nvPr/>
          </p:nvSpPr>
          <p:spPr>
            <a:xfrm>
              <a:off x="1791" y="2611"/>
              <a:ext cx="391" cy="225"/>
            </a:xfrm>
            <a:custGeom>
              <a:rect b="b" l="l" r="r" t="t"/>
              <a:pathLst>
                <a:path extrusionOk="0" h="451" w="781">
                  <a:moveTo>
                    <a:pt x="139" y="451"/>
                  </a:moveTo>
                  <a:lnTo>
                    <a:pt x="23" y="314"/>
                  </a:lnTo>
                  <a:lnTo>
                    <a:pt x="0" y="141"/>
                  </a:lnTo>
                  <a:lnTo>
                    <a:pt x="26" y="105"/>
                  </a:lnTo>
                  <a:lnTo>
                    <a:pt x="72" y="61"/>
                  </a:lnTo>
                  <a:lnTo>
                    <a:pt x="160" y="0"/>
                  </a:lnTo>
                  <a:lnTo>
                    <a:pt x="285" y="25"/>
                  </a:lnTo>
                  <a:lnTo>
                    <a:pt x="414" y="76"/>
                  </a:lnTo>
                  <a:lnTo>
                    <a:pt x="781" y="105"/>
                  </a:lnTo>
                  <a:lnTo>
                    <a:pt x="781" y="147"/>
                  </a:lnTo>
                  <a:lnTo>
                    <a:pt x="587" y="164"/>
                  </a:lnTo>
                  <a:lnTo>
                    <a:pt x="395" y="158"/>
                  </a:lnTo>
                  <a:lnTo>
                    <a:pt x="291" y="109"/>
                  </a:lnTo>
                  <a:lnTo>
                    <a:pt x="186" y="84"/>
                  </a:lnTo>
                  <a:lnTo>
                    <a:pt x="80" y="181"/>
                  </a:lnTo>
                  <a:lnTo>
                    <a:pt x="66" y="251"/>
                  </a:lnTo>
                  <a:lnTo>
                    <a:pt x="89" y="312"/>
                  </a:lnTo>
                  <a:lnTo>
                    <a:pt x="171" y="418"/>
                  </a:lnTo>
                  <a:lnTo>
                    <a:pt x="173" y="451"/>
                  </a:lnTo>
                  <a:lnTo>
                    <a:pt x="139" y="451"/>
                  </a:lnTo>
                  <a:lnTo>
                    <a:pt x="139" y="4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p8"/>
            <p:cNvSpPr/>
            <p:nvPr/>
          </p:nvSpPr>
          <p:spPr>
            <a:xfrm>
              <a:off x="1864" y="2771"/>
              <a:ext cx="255" cy="73"/>
            </a:xfrm>
            <a:custGeom>
              <a:rect b="b" l="l" r="r" t="t"/>
              <a:pathLst>
                <a:path extrusionOk="0" h="147" w="510">
                  <a:moveTo>
                    <a:pt x="8" y="88"/>
                  </a:moveTo>
                  <a:lnTo>
                    <a:pt x="52" y="48"/>
                  </a:lnTo>
                  <a:lnTo>
                    <a:pt x="95" y="16"/>
                  </a:lnTo>
                  <a:lnTo>
                    <a:pt x="293" y="0"/>
                  </a:lnTo>
                  <a:lnTo>
                    <a:pt x="493" y="31"/>
                  </a:lnTo>
                  <a:lnTo>
                    <a:pt x="510" y="54"/>
                  </a:lnTo>
                  <a:lnTo>
                    <a:pt x="485" y="71"/>
                  </a:lnTo>
                  <a:lnTo>
                    <a:pt x="405" y="63"/>
                  </a:lnTo>
                  <a:lnTo>
                    <a:pt x="131" y="103"/>
                  </a:lnTo>
                  <a:lnTo>
                    <a:pt x="52" y="147"/>
                  </a:lnTo>
                  <a:lnTo>
                    <a:pt x="0" y="139"/>
                  </a:lnTo>
                  <a:lnTo>
                    <a:pt x="8" y="88"/>
                  </a:lnTo>
                  <a:lnTo>
                    <a:pt x="8"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9" name="Google Shape;279;p8"/>
            <p:cNvSpPr/>
            <p:nvPr/>
          </p:nvSpPr>
          <p:spPr>
            <a:xfrm>
              <a:off x="1613" y="2827"/>
              <a:ext cx="267" cy="662"/>
            </a:xfrm>
            <a:custGeom>
              <a:rect b="b" l="l" r="r" t="t"/>
              <a:pathLst>
                <a:path extrusionOk="0" h="1323" w="535">
                  <a:moveTo>
                    <a:pt x="535" y="28"/>
                  </a:moveTo>
                  <a:lnTo>
                    <a:pt x="474" y="214"/>
                  </a:lnTo>
                  <a:lnTo>
                    <a:pt x="396" y="686"/>
                  </a:lnTo>
                  <a:lnTo>
                    <a:pt x="352" y="788"/>
                  </a:lnTo>
                  <a:lnTo>
                    <a:pt x="251" y="990"/>
                  </a:lnTo>
                  <a:lnTo>
                    <a:pt x="103" y="1237"/>
                  </a:lnTo>
                  <a:lnTo>
                    <a:pt x="35" y="1323"/>
                  </a:lnTo>
                  <a:lnTo>
                    <a:pt x="0" y="1300"/>
                  </a:lnTo>
                  <a:lnTo>
                    <a:pt x="46" y="1214"/>
                  </a:lnTo>
                  <a:lnTo>
                    <a:pt x="158" y="988"/>
                  </a:lnTo>
                  <a:lnTo>
                    <a:pt x="306" y="653"/>
                  </a:lnTo>
                  <a:lnTo>
                    <a:pt x="394" y="311"/>
                  </a:lnTo>
                  <a:lnTo>
                    <a:pt x="443" y="131"/>
                  </a:lnTo>
                  <a:lnTo>
                    <a:pt x="498" y="9"/>
                  </a:lnTo>
                  <a:lnTo>
                    <a:pt x="527" y="0"/>
                  </a:lnTo>
                  <a:lnTo>
                    <a:pt x="535" y="28"/>
                  </a:lnTo>
                  <a:lnTo>
                    <a:pt x="535"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0" name="Google Shape;280;p8"/>
            <p:cNvSpPr/>
            <p:nvPr/>
          </p:nvSpPr>
          <p:spPr>
            <a:xfrm>
              <a:off x="2691" y="2755"/>
              <a:ext cx="99" cy="666"/>
            </a:xfrm>
            <a:custGeom>
              <a:rect b="b" l="l" r="r" t="t"/>
              <a:pathLst>
                <a:path extrusionOk="0" h="1333" w="198">
                  <a:moveTo>
                    <a:pt x="57" y="6"/>
                  </a:moveTo>
                  <a:lnTo>
                    <a:pt x="149" y="124"/>
                  </a:lnTo>
                  <a:lnTo>
                    <a:pt x="194" y="272"/>
                  </a:lnTo>
                  <a:lnTo>
                    <a:pt x="198" y="428"/>
                  </a:lnTo>
                  <a:lnTo>
                    <a:pt x="171" y="572"/>
                  </a:lnTo>
                  <a:lnTo>
                    <a:pt x="99" y="1008"/>
                  </a:lnTo>
                  <a:lnTo>
                    <a:pt x="97" y="1163"/>
                  </a:lnTo>
                  <a:lnTo>
                    <a:pt x="162" y="1302"/>
                  </a:lnTo>
                  <a:lnTo>
                    <a:pt x="164" y="1331"/>
                  </a:lnTo>
                  <a:lnTo>
                    <a:pt x="135" y="1333"/>
                  </a:lnTo>
                  <a:lnTo>
                    <a:pt x="25" y="1186"/>
                  </a:lnTo>
                  <a:lnTo>
                    <a:pt x="0" y="964"/>
                  </a:lnTo>
                  <a:lnTo>
                    <a:pt x="29" y="726"/>
                  </a:lnTo>
                  <a:lnTo>
                    <a:pt x="76" y="542"/>
                  </a:lnTo>
                  <a:lnTo>
                    <a:pt x="124" y="268"/>
                  </a:lnTo>
                  <a:lnTo>
                    <a:pt x="90" y="173"/>
                  </a:lnTo>
                  <a:lnTo>
                    <a:pt x="23" y="31"/>
                  </a:lnTo>
                  <a:lnTo>
                    <a:pt x="27" y="0"/>
                  </a:lnTo>
                  <a:lnTo>
                    <a:pt x="57" y="6"/>
                  </a:lnTo>
                  <a:lnTo>
                    <a:pt x="5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1" name="Google Shape;281;p8"/>
            <p:cNvSpPr/>
            <p:nvPr/>
          </p:nvSpPr>
          <p:spPr>
            <a:xfrm>
              <a:off x="2345" y="2975"/>
              <a:ext cx="286" cy="777"/>
            </a:xfrm>
            <a:custGeom>
              <a:rect b="b" l="l" r="r" t="t"/>
              <a:pathLst>
                <a:path extrusionOk="0" h="1555" w="573">
                  <a:moveTo>
                    <a:pt x="573" y="2"/>
                  </a:moveTo>
                  <a:lnTo>
                    <a:pt x="561" y="297"/>
                  </a:lnTo>
                  <a:lnTo>
                    <a:pt x="529" y="460"/>
                  </a:lnTo>
                  <a:lnTo>
                    <a:pt x="428" y="799"/>
                  </a:lnTo>
                  <a:lnTo>
                    <a:pt x="365" y="956"/>
                  </a:lnTo>
                  <a:lnTo>
                    <a:pt x="240" y="1226"/>
                  </a:lnTo>
                  <a:lnTo>
                    <a:pt x="145" y="1390"/>
                  </a:lnTo>
                  <a:lnTo>
                    <a:pt x="91" y="1475"/>
                  </a:lnTo>
                  <a:lnTo>
                    <a:pt x="38" y="1546"/>
                  </a:lnTo>
                  <a:lnTo>
                    <a:pt x="10" y="1555"/>
                  </a:lnTo>
                  <a:lnTo>
                    <a:pt x="0" y="1527"/>
                  </a:lnTo>
                  <a:lnTo>
                    <a:pt x="71" y="1331"/>
                  </a:lnTo>
                  <a:lnTo>
                    <a:pt x="164" y="1137"/>
                  </a:lnTo>
                  <a:lnTo>
                    <a:pt x="263" y="945"/>
                  </a:lnTo>
                  <a:lnTo>
                    <a:pt x="348" y="751"/>
                  </a:lnTo>
                  <a:lnTo>
                    <a:pt x="436" y="494"/>
                  </a:lnTo>
                  <a:lnTo>
                    <a:pt x="500" y="230"/>
                  </a:lnTo>
                  <a:lnTo>
                    <a:pt x="531" y="0"/>
                  </a:lnTo>
                  <a:lnTo>
                    <a:pt x="573" y="2"/>
                  </a:lnTo>
                  <a:lnTo>
                    <a:pt x="573"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2" name="Google Shape;282;p8"/>
            <p:cNvSpPr/>
            <p:nvPr/>
          </p:nvSpPr>
          <p:spPr>
            <a:xfrm>
              <a:off x="1646" y="3586"/>
              <a:ext cx="220" cy="73"/>
            </a:xfrm>
            <a:custGeom>
              <a:rect b="b" l="l" r="r" t="t"/>
              <a:pathLst>
                <a:path extrusionOk="0" h="146" w="439">
                  <a:moveTo>
                    <a:pt x="28" y="0"/>
                  </a:moveTo>
                  <a:lnTo>
                    <a:pt x="308" y="60"/>
                  </a:lnTo>
                  <a:lnTo>
                    <a:pt x="439" y="91"/>
                  </a:lnTo>
                  <a:lnTo>
                    <a:pt x="439" y="133"/>
                  </a:lnTo>
                  <a:lnTo>
                    <a:pt x="287" y="146"/>
                  </a:lnTo>
                  <a:lnTo>
                    <a:pt x="120" y="74"/>
                  </a:lnTo>
                  <a:lnTo>
                    <a:pt x="19" y="45"/>
                  </a:lnTo>
                  <a:lnTo>
                    <a:pt x="0" y="19"/>
                  </a:lnTo>
                  <a:lnTo>
                    <a:pt x="28" y="0"/>
                  </a:lnTo>
                  <a:lnTo>
                    <a:pt x="2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3" name="Google Shape;283;p8"/>
            <p:cNvSpPr/>
            <p:nvPr/>
          </p:nvSpPr>
          <p:spPr>
            <a:xfrm>
              <a:off x="1118" y="2901"/>
              <a:ext cx="542" cy="706"/>
            </a:xfrm>
            <a:custGeom>
              <a:rect b="b" l="l" r="r" t="t"/>
              <a:pathLst>
                <a:path extrusionOk="0" h="1410" w="1083">
                  <a:moveTo>
                    <a:pt x="42" y="21"/>
                  </a:moveTo>
                  <a:lnTo>
                    <a:pt x="66" y="163"/>
                  </a:lnTo>
                  <a:lnTo>
                    <a:pt x="125" y="306"/>
                  </a:lnTo>
                  <a:lnTo>
                    <a:pt x="190" y="447"/>
                  </a:lnTo>
                  <a:lnTo>
                    <a:pt x="289" y="667"/>
                  </a:lnTo>
                  <a:lnTo>
                    <a:pt x="391" y="829"/>
                  </a:lnTo>
                  <a:lnTo>
                    <a:pt x="456" y="893"/>
                  </a:lnTo>
                  <a:lnTo>
                    <a:pt x="536" y="952"/>
                  </a:lnTo>
                  <a:lnTo>
                    <a:pt x="755" y="1062"/>
                  </a:lnTo>
                  <a:lnTo>
                    <a:pt x="859" y="1112"/>
                  </a:lnTo>
                  <a:lnTo>
                    <a:pt x="964" y="1182"/>
                  </a:lnTo>
                  <a:lnTo>
                    <a:pt x="1083" y="1384"/>
                  </a:lnTo>
                  <a:lnTo>
                    <a:pt x="1068" y="1410"/>
                  </a:lnTo>
                  <a:lnTo>
                    <a:pt x="1042" y="1393"/>
                  </a:lnTo>
                  <a:lnTo>
                    <a:pt x="988" y="1310"/>
                  </a:lnTo>
                  <a:lnTo>
                    <a:pt x="920" y="1247"/>
                  </a:lnTo>
                  <a:lnTo>
                    <a:pt x="840" y="1197"/>
                  </a:lnTo>
                  <a:lnTo>
                    <a:pt x="753" y="1156"/>
                  </a:lnTo>
                  <a:lnTo>
                    <a:pt x="572" y="1080"/>
                  </a:lnTo>
                  <a:lnTo>
                    <a:pt x="405" y="973"/>
                  </a:lnTo>
                  <a:lnTo>
                    <a:pt x="230" y="743"/>
                  </a:lnTo>
                  <a:lnTo>
                    <a:pt x="118" y="477"/>
                  </a:lnTo>
                  <a:lnTo>
                    <a:pt x="36" y="251"/>
                  </a:lnTo>
                  <a:lnTo>
                    <a:pt x="0" y="23"/>
                  </a:lnTo>
                  <a:lnTo>
                    <a:pt x="21" y="0"/>
                  </a:lnTo>
                  <a:lnTo>
                    <a:pt x="42" y="21"/>
                  </a:lnTo>
                  <a:lnTo>
                    <a:pt x="42"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4" name="Google Shape;284;p8"/>
            <p:cNvSpPr/>
            <p:nvPr/>
          </p:nvSpPr>
          <p:spPr>
            <a:xfrm>
              <a:off x="739" y="2579"/>
              <a:ext cx="953" cy="1274"/>
            </a:xfrm>
            <a:custGeom>
              <a:rect b="b" l="l" r="r" t="t"/>
              <a:pathLst>
                <a:path extrusionOk="0" h="2548" w="1907">
                  <a:moveTo>
                    <a:pt x="542" y="33"/>
                  </a:moveTo>
                  <a:lnTo>
                    <a:pt x="350" y="215"/>
                  </a:lnTo>
                  <a:lnTo>
                    <a:pt x="213" y="409"/>
                  </a:lnTo>
                  <a:lnTo>
                    <a:pt x="126" y="613"/>
                  </a:lnTo>
                  <a:lnTo>
                    <a:pt x="86" y="822"/>
                  </a:lnTo>
                  <a:lnTo>
                    <a:pt x="82" y="928"/>
                  </a:lnTo>
                  <a:lnTo>
                    <a:pt x="88" y="1035"/>
                  </a:lnTo>
                  <a:lnTo>
                    <a:pt x="131" y="1246"/>
                  </a:lnTo>
                  <a:lnTo>
                    <a:pt x="209" y="1453"/>
                  </a:lnTo>
                  <a:lnTo>
                    <a:pt x="320" y="1650"/>
                  </a:lnTo>
                  <a:lnTo>
                    <a:pt x="458" y="1837"/>
                  </a:lnTo>
                  <a:lnTo>
                    <a:pt x="620" y="2006"/>
                  </a:lnTo>
                  <a:lnTo>
                    <a:pt x="804" y="2158"/>
                  </a:lnTo>
                  <a:lnTo>
                    <a:pt x="1004" y="2287"/>
                  </a:lnTo>
                  <a:lnTo>
                    <a:pt x="1219" y="2390"/>
                  </a:lnTo>
                  <a:lnTo>
                    <a:pt x="1443" y="2464"/>
                  </a:lnTo>
                  <a:lnTo>
                    <a:pt x="1671" y="2504"/>
                  </a:lnTo>
                  <a:lnTo>
                    <a:pt x="1903" y="2506"/>
                  </a:lnTo>
                  <a:lnTo>
                    <a:pt x="1907" y="2548"/>
                  </a:lnTo>
                  <a:lnTo>
                    <a:pt x="1392" y="2508"/>
                  </a:lnTo>
                  <a:lnTo>
                    <a:pt x="1149" y="2436"/>
                  </a:lnTo>
                  <a:lnTo>
                    <a:pt x="918" y="2333"/>
                  </a:lnTo>
                  <a:lnTo>
                    <a:pt x="706" y="2204"/>
                  </a:lnTo>
                  <a:lnTo>
                    <a:pt x="514" y="2050"/>
                  </a:lnTo>
                  <a:lnTo>
                    <a:pt x="348" y="1877"/>
                  </a:lnTo>
                  <a:lnTo>
                    <a:pt x="207" y="1687"/>
                  </a:lnTo>
                  <a:lnTo>
                    <a:pt x="101" y="1485"/>
                  </a:lnTo>
                  <a:lnTo>
                    <a:pt x="27" y="1272"/>
                  </a:lnTo>
                  <a:lnTo>
                    <a:pt x="0" y="835"/>
                  </a:lnTo>
                  <a:lnTo>
                    <a:pt x="53" y="616"/>
                  </a:lnTo>
                  <a:lnTo>
                    <a:pt x="97" y="508"/>
                  </a:lnTo>
                  <a:lnTo>
                    <a:pt x="154" y="402"/>
                  </a:lnTo>
                  <a:lnTo>
                    <a:pt x="225" y="297"/>
                  </a:lnTo>
                  <a:lnTo>
                    <a:pt x="308" y="194"/>
                  </a:lnTo>
                  <a:lnTo>
                    <a:pt x="517" y="0"/>
                  </a:lnTo>
                  <a:lnTo>
                    <a:pt x="542" y="33"/>
                  </a:lnTo>
                  <a:lnTo>
                    <a:pt x="54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5" name="Google Shape;285;p8"/>
            <p:cNvSpPr/>
            <p:nvPr/>
          </p:nvSpPr>
          <p:spPr>
            <a:xfrm>
              <a:off x="1588" y="3673"/>
              <a:ext cx="107" cy="182"/>
            </a:xfrm>
            <a:custGeom>
              <a:rect b="b" l="l" r="r" t="t"/>
              <a:pathLst>
                <a:path extrusionOk="0" h="363" w="213">
                  <a:moveTo>
                    <a:pt x="93" y="23"/>
                  </a:moveTo>
                  <a:lnTo>
                    <a:pt x="66" y="132"/>
                  </a:lnTo>
                  <a:lnTo>
                    <a:pt x="101" y="242"/>
                  </a:lnTo>
                  <a:lnTo>
                    <a:pt x="142" y="291"/>
                  </a:lnTo>
                  <a:lnTo>
                    <a:pt x="196" y="324"/>
                  </a:lnTo>
                  <a:lnTo>
                    <a:pt x="213" y="348"/>
                  </a:lnTo>
                  <a:lnTo>
                    <a:pt x="186" y="363"/>
                  </a:lnTo>
                  <a:lnTo>
                    <a:pt x="19" y="295"/>
                  </a:lnTo>
                  <a:lnTo>
                    <a:pt x="0" y="145"/>
                  </a:lnTo>
                  <a:lnTo>
                    <a:pt x="23" y="63"/>
                  </a:lnTo>
                  <a:lnTo>
                    <a:pt x="57" y="0"/>
                  </a:lnTo>
                  <a:lnTo>
                    <a:pt x="93" y="23"/>
                  </a:lnTo>
                  <a:lnTo>
                    <a:pt x="93"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6" name="Google Shape;286;p8"/>
            <p:cNvSpPr/>
            <p:nvPr/>
          </p:nvSpPr>
          <p:spPr>
            <a:xfrm>
              <a:off x="1687" y="3804"/>
              <a:ext cx="137" cy="47"/>
            </a:xfrm>
            <a:custGeom>
              <a:rect b="b" l="l" r="r" t="t"/>
              <a:pathLst>
                <a:path extrusionOk="0" h="93" w="273">
                  <a:moveTo>
                    <a:pt x="0" y="4"/>
                  </a:moveTo>
                  <a:lnTo>
                    <a:pt x="135" y="0"/>
                  </a:lnTo>
                  <a:lnTo>
                    <a:pt x="258" y="53"/>
                  </a:lnTo>
                  <a:lnTo>
                    <a:pt x="273" y="78"/>
                  </a:lnTo>
                  <a:lnTo>
                    <a:pt x="247" y="93"/>
                  </a:lnTo>
                  <a:lnTo>
                    <a:pt x="100" y="57"/>
                  </a:lnTo>
                  <a:lnTo>
                    <a:pt x="7" y="45"/>
                  </a:lnTo>
                  <a:lnTo>
                    <a:pt x="0" y="4"/>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7" name="Google Shape;287;p8"/>
            <p:cNvSpPr/>
            <p:nvPr/>
          </p:nvSpPr>
          <p:spPr>
            <a:xfrm>
              <a:off x="1788" y="3681"/>
              <a:ext cx="82" cy="166"/>
            </a:xfrm>
            <a:custGeom>
              <a:rect b="b" l="l" r="r" t="t"/>
              <a:pathLst>
                <a:path extrusionOk="0" h="332" w="164">
                  <a:moveTo>
                    <a:pt x="164" y="32"/>
                  </a:moveTo>
                  <a:lnTo>
                    <a:pt x="126" y="72"/>
                  </a:lnTo>
                  <a:lnTo>
                    <a:pt x="86" y="176"/>
                  </a:lnTo>
                  <a:lnTo>
                    <a:pt x="82" y="289"/>
                  </a:lnTo>
                  <a:lnTo>
                    <a:pt x="70" y="319"/>
                  </a:lnTo>
                  <a:lnTo>
                    <a:pt x="44" y="332"/>
                  </a:lnTo>
                  <a:lnTo>
                    <a:pt x="0" y="292"/>
                  </a:lnTo>
                  <a:lnTo>
                    <a:pt x="32" y="131"/>
                  </a:lnTo>
                  <a:lnTo>
                    <a:pt x="78" y="57"/>
                  </a:lnTo>
                  <a:lnTo>
                    <a:pt x="135" y="0"/>
                  </a:lnTo>
                  <a:lnTo>
                    <a:pt x="164" y="2"/>
                  </a:lnTo>
                  <a:lnTo>
                    <a:pt x="164" y="32"/>
                  </a:lnTo>
                  <a:lnTo>
                    <a:pt x="164"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8"/>
            <p:cNvSpPr/>
            <p:nvPr/>
          </p:nvSpPr>
          <p:spPr>
            <a:xfrm>
              <a:off x="1899" y="3598"/>
              <a:ext cx="337" cy="80"/>
            </a:xfrm>
            <a:custGeom>
              <a:rect b="b" l="l" r="r" t="t"/>
              <a:pathLst>
                <a:path extrusionOk="0" h="160" w="673">
                  <a:moveTo>
                    <a:pt x="0" y="118"/>
                  </a:moveTo>
                  <a:lnTo>
                    <a:pt x="171" y="69"/>
                  </a:lnTo>
                  <a:lnTo>
                    <a:pt x="254" y="34"/>
                  </a:lnTo>
                  <a:lnTo>
                    <a:pt x="342" y="17"/>
                  </a:lnTo>
                  <a:lnTo>
                    <a:pt x="555" y="21"/>
                  </a:lnTo>
                  <a:lnTo>
                    <a:pt x="671" y="0"/>
                  </a:lnTo>
                  <a:lnTo>
                    <a:pt x="673" y="65"/>
                  </a:lnTo>
                  <a:lnTo>
                    <a:pt x="515" y="74"/>
                  </a:lnTo>
                  <a:lnTo>
                    <a:pt x="344" y="59"/>
                  </a:lnTo>
                  <a:lnTo>
                    <a:pt x="173" y="109"/>
                  </a:lnTo>
                  <a:lnTo>
                    <a:pt x="89" y="143"/>
                  </a:lnTo>
                  <a:lnTo>
                    <a:pt x="1" y="160"/>
                  </a:lnTo>
                  <a:lnTo>
                    <a:pt x="0" y="118"/>
                  </a:lnTo>
                  <a:lnTo>
                    <a:pt x="0" y="1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9" name="Google Shape;289;p8"/>
            <p:cNvSpPr/>
            <p:nvPr/>
          </p:nvSpPr>
          <p:spPr>
            <a:xfrm>
              <a:off x="2084" y="3639"/>
              <a:ext cx="193" cy="131"/>
            </a:xfrm>
            <a:custGeom>
              <a:rect b="b" l="l" r="r" t="t"/>
              <a:pathLst>
                <a:path extrusionOk="0" h="262" w="386">
                  <a:moveTo>
                    <a:pt x="386" y="23"/>
                  </a:moveTo>
                  <a:lnTo>
                    <a:pt x="305" y="124"/>
                  </a:lnTo>
                  <a:lnTo>
                    <a:pt x="192" y="190"/>
                  </a:lnTo>
                  <a:lnTo>
                    <a:pt x="23" y="262"/>
                  </a:lnTo>
                  <a:lnTo>
                    <a:pt x="0" y="226"/>
                  </a:lnTo>
                  <a:lnTo>
                    <a:pt x="78" y="163"/>
                  </a:lnTo>
                  <a:lnTo>
                    <a:pt x="164" y="112"/>
                  </a:lnTo>
                  <a:lnTo>
                    <a:pt x="352" y="0"/>
                  </a:lnTo>
                  <a:lnTo>
                    <a:pt x="386" y="23"/>
                  </a:lnTo>
                  <a:lnTo>
                    <a:pt x="386"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0" name="Google Shape;290;p8"/>
            <p:cNvSpPr/>
            <p:nvPr/>
          </p:nvSpPr>
          <p:spPr>
            <a:xfrm>
              <a:off x="1805" y="3736"/>
              <a:ext cx="489" cy="133"/>
            </a:xfrm>
            <a:custGeom>
              <a:rect b="b" l="l" r="r" t="t"/>
              <a:pathLst>
                <a:path extrusionOk="0" h="266" w="978">
                  <a:moveTo>
                    <a:pt x="0" y="120"/>
                  </a:moveTo>
                  <a:lnTo>
                    <a:pt x="272" y="127"/>
                  </a:lnTo>
                  <a:lnTo>
                    <a:pt x="550" y="184"/>
                  </a:lnTo>
                  <a:lnTo>
                    <a:pt x="664" y="175"/>
                  </a:lnTo>
                  <a:lnTo>
                    <a:pt x="761" y="125"/>
                  </a:lnTo>
                  <a:lnTo>
                    <a:pt x="854" y="59"/>
                  </a:lnTo>
                  <a:lnTo>
                    <a:pt x="949" y="0"/>
                  </a:lnTo>
                  <a:lnTo>
                    <a:pt x="978" y="0"/>
                  </a:lnTo>
                  <a:lnTo>
                    <a:pt x="976" y="30"/>
                  </a:lnTo>
                  <a:lnTo>
                    <a:pt x="941" y="72"/>
                  </a:lnTo>
                  <a:lnTo>
                    <a:pt x="884" y="133"/>
                  </a:lnTo>
                  <a:lnTo>
                    <a:pt x="824" y="192"/>
                  </a:lnTo>
                  <a:lnTo>
                    <a:pt x="782" y="228"/>
                  </a:lnTo>
                  <a:lnTo>
                    <a:pt x="664" y="266"/>
                  </a:lnTo>
                  <a:lnTo>
                    <a:pt x="540" y="256"/>
                  </a:lnTo>
                  <a:lnTo>
                    <a:pt x="371" y="213"/>
                  </a:lnTo>
                  <a:lnTo>
                    <a:pt x="202" y="165"/>
                  </a:lnTo>
                  <a:lnTo>
                    <a:pt x="6" y="160"/>
                  </a:lnTo>
                  <a:lnTo>
                    <a:pt x="0" y="120"/>
                  </a:lnTo>
                  <a:lnTo>
                    <a:pt x="0" y="1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1" name="Google Shape;291;p8"/>
            <p:cNvSpPr/>
            <p:nvPr/>
          </p:nvSpPr>
          <p:spPr>
            <a:xfrm>
              <a:off x="2165" y="3692"/>
              <a:ext cx="171" cy="68"/>
            </a:xfrm>
            <a:custGeom>
              <a:rect b="b" l="l" r="r" t="t"/>
              <a:pathLst>
                <a:path extrusionOk="0" h="135" w="340">
                  <a:moveTo>
                    <a:pt x="51" y="0"/>
                  </a:moveTo>
                  <a:lnTo>
                    <a:pt x="258" y="71"/>
                  </a:lnTo>
                  <a:lnTo>
                    <a:pt x="323" y="92"/>
                  </a:lnTo>
                  <a:lnTo>
                    <a:pt x="340" y="118"/>
                  </a:lnTo>
                  <a:lnTo>
                    <a:pt x="312" y="135"/>
                  </a:lnTo>
                  <a:lnTo>
                    <a:pt x="220" y="116"/>
                  </a:lnTo>
                  <a:lnTo>
                    <a:pt x="34" y="88"/>
                  </a:lnTo>
                  <a:lnTo>
                    <a:pt x="0" y="37"/>
                  </a:lnTo>
                  <a:lnTo>
                    <a:pt x="51" y="0"/>
                  </a:lnTo>
                  <a:lnTo>
                    <a:pt x="5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2" name="Google Shape;292;p8"/>
            <p:cNvSpPr/>
            <p:nvPr/>
          </p:nvSpPr>
          <p:spPr>
            <a:xfrm>
              <a:off x="2501" y="3013"/>
              <a:ext cx="170" cy="700"/>
            </a:xfrm>
            <a:custGeom>
              <a:rect b="b" l="l" r="r" t="t"/>
              <a:pathLst>
                <a:path extrusionOk="0" h="1401" w="340">
                  <a:moveTo>
                    <a:pt x="340" y="23"/>
                  </a:moveTo>
                  <a:lnTo>
                    <a:pt x="308" y="578"/>
                  </a:lnTo>
                  <a:lnTo>
                    <a:pt x="264" y="877"/>
                  </a:lnTo>
                  <a:lnTo>
                    <a:pt x="198" y="1114"/>
                  </a:lnTo>
                  <a:lnTo>
                    <a:pt x="129" y="1259"/>
                  </a:lnTo>
                  <a:lnTo>
                    <a:pt x="84" y="1331"/>
                  </a:lnTo>
                  <a:lnTo>
                    <a:pt x="38" y="1390"/>
                  </a:lnTo>
                  <a:lnTo>
                    <a:pt x="10" y="1401"/>
                  </a:lnTo>
                  <a:lnTo>
                    <a:pt x="0" y="1373"/>
                  </a:lnTo>
                  <a:lnTo>
                    <a:pt x="53" y="1224"/>
                  </a:lnTo>
                  <a:lnTo>
                    <a:pt x="122" y="1084"/>
                  </a:lnTo>
                  <a:lnTo>
                    <a:pt x="209" y="717"/>
                  </a:lnTo>
                  <a:lnTo>
                    <a:pt x="295" y="23"/>
                  </a:lnTo>
                  <a:lnTo>
                    <a:pt x="318" y="0"/>
                  </a:lnTo>
                  <a:lnTo>
                    <a:pt x="340" y="23"/>
                  </a:lnTo>
                  <a:lnTo>
                    <a:pt x="34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3" name="Google Shape;293;p8"/>
            <p:cNvSpPr/>
            <p:nvPr/>
          </p:nvSpPr>
          <p:spPr>
            <a:xfrm>
              <a:off x="2375" y="3671"/>
              <a:ext cx="101" cy="39"/>
            </a:xfrm>
            <a:custGeom>
              <a:rect b="b" l="l" r="r" t="t"/>
              <a:pathLst>
                <a:path extrusionOk="0" h="78" w="204">
                  <a:moveTo>
                    <a:pt x="15" y="26"/>
                  </a:moveTo>
                  <a:lnTo>
                    <a:pt x="74" y="0"/>
                  </a:lnTo>
                  <a:lnTo>
                    <a:pt x="188" y="38"/>
                  </a:lnTo>
                  <a:lnTo>
                    <a:pt x="204" y="62"/>
                  </a:lnTo>
                  <a:lnTo>
                    <a:pt x="179" y="78"/>
                  </a:lnTo>
                  <a:lnTo>
                    <a:pt x="38" y="78"/>
                  </a:lnTo>
                  <a:lnTo>
                    <a:pt x="0" y="62"/>
                  </a:lnTo>
                  <a:lnTo>
                    <a:pt x="15" y="26"/>
                  </a:lnTo>
                  <a:lnTo>
                    <a:pt x="15"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4" name="Google Shape;294;p8"/>
            <p:cNvSpPr/>
            <p:nvPr/>
          </p:nvSpPr>
          <p:spPr>
            <a:xfrm>
              <a:off x="2608" y="3430"/>
              <a:ext cx="135" cy="66"/>
            </a:xfrm>
            <a:custGeom>
              <a:rect b="b" l="l" r="r" t="t"/>
              <a:pathLst>
                <a:path extrusionOk="0" h="133" w="270">
                  <a:moveTo>
                    <a:pt x="30" y="57"/>
                  </a:moveTo>
                  <a:lnTo>
                    <a:pt x="160" y="30"/>
                  </a:lnTo>
                  <a:lnTo>
                    <a:pt x="257" y="0"/>
                  </a:lnTo>
                  <a:lnTo>
                    <a:pt x="270" y="40"/>
                  </a:lnTo>
                  <a:lnTo>
                    <a:pt x="158" y="93"/>
                  </a:lnTo>
                  <a:lnTo>
                    <a:pt x="47" y="133"/>
                  </a:lnTo>
                  <a:lnTo>
                    <a:pt x="0" y="102"/>
                  </a:lnTo>
                  <a:lnTo>
                    <a:pt x="30" y="57"/>
                  </a:lnTo>
                  <a:lnTo>
                    <a:pt x="30"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5" name="Google Shape;295;p8"/>
            <p:cNvSpPr/>
            <p:nvPr/>
          </p:nvSpPr>
          <p:spPr>
            <a:xfrm>
              <a:off x="1963" y="2774"/>
              <a:ext cx="176" cy="274"/>
            </a:xfrm>
            <a:custGeom>
              <a:rect b="b" l="l" r="r" t="t"/>
              <a:pathLst>
                <a:path extrusionOk="0" h="548" w="352">
                  <a:moveTo>
                    <a:pt x="352" y="29"/>
                  </a:moveTo>
                  <a:lnTo>
                    <a:pt x="291" y="110"/>
                  </a:lnTo>
                  <a:lnTo>
                    <a:pt x="198" y="185"/>
                  </a:lnTo>
                  <a:lnTo>
                    <a:pt x="84" y="357"/>
                  </a:lnTo>
                  <a:lnTo>
                    <a:pt x="127" y="483"/>
                  </a:lnTo>
                  <a:lnTo>
                    <a:pt x="139" y="546"/>
                  </a:lnTo>
                  <a:lnTo>
                    <a:pt x="110" y="548"/>
                  </a:lnTo>
                  <a:lnTo>
                    <a:pt x="47" y="504"/>
                  </a:lnTo>
                  <a:lnTo>
                    <a:pt x="21" y="434"/>
                  </a:lnTo>
                  <a:lnTo>
                    <a:pt x="0" y="361"/>
                  </a:lnTo>
                  <a:lnTo>
                    <a:pt x="27" y="278"/>
                  </a:lnTo>
                  <a:lnTo>
                    <a:pt x="91" y="209"/>
                  </a:lnTo>
                  <a:lnTo>
                    <a:pt x="241" y="101"/>
                  </a:lnTo>
                  <a:lnTo>
                    <a:pt x="314" y="10"/>
                  </a:lnTo>
                  <a:lnTo>
                    <a:pt x="342" y="0"/>
                  </a:lnTo>
                  <a:lnTo>
                    <a:pt x="352" y="29"/>
                  </a:lnTo>
                  <a:lnTo>
                    <a:pt x="352"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6" name="Google Shape;296;p8"/>
            <p:cNvSpPr/>
            <p:nvPr/>
          </p:nvSpPr>
          <p:spPr>
            <a:xfrm>
              <a:off x="2006" y="2929"/>
              <a:ext cx="65" cy="386"/>
            </a:xfrm>
            <a:custGeom>
              <a:rect b="b" l="l" r="r" t="t"/>
              <a:pathLst>
                <a:path extrusionOk="0" h="772" w="131">
                  <a:moveTo>
                    <a:pt x="131" y="40"/>
                  </a:moveTo>
                  <a:lnTo>
                    <a:pt x="123" y="105"/>
                  </a:lnTo>
                  <a:lnTo>
                    <a:pt x="91" y="374"/>
                  </a:lnTo>
                  <a:lnTo>
                    <a:pt x="74" y="622"/>
                  </a:lnTo>
                  <a:lnTo>
                    <a:pt x="83" y="747"/>
                  </a:lnTo>
                  <a:lnTo>
                    <a:pt x="66" y="772"/>
                  </a:lnTo>
                  <a:lnTo>
                    <a:pt x="43" y="755"/>
                  </a:lnTo>
                  <a:lnTo>
                    <a:pt x="0" y="412"/>
                  </a:lnTo>
                  <a:lnTo>
                    <a:pt x="7" y="220"/>
                  </a:lnTo>
                  <a:lnTo>
                    <a:pt x="39" y="76"/>
                  </a:lnTo>
                  <a:lnTo>
                    <a:pt x="62" y="28"/>
                  </a:lnTo>
                  <a:lnTo>
                    <a:pt x="104" y="0"/>
                  </a:lnTo>
                  <a:lnTo>
                    <a:pt x="131" y="40"/>
                  </a:lnTo>
                  <a:lnTo>
                    <a:pt x="131"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7" name="Google Shape;297;p8"/>
            <p:cNvSpPr/>
            <p:nvPr/>
          </p:nvSpPr>
          <p:spPr>
            <a:xfrm>
              <a:off x="2053" y="2977"/>
              <a:ext cx="115" cy="342"/>
            </a:xfrm>
            <a:custGeom>
              <a:rect b="b" l="l" r="r" t="t"/>
              <a:pathLst>
                <a:path extrusionOk="0" h="682" w="230">
                  <a:moveTo>
                    <a:pt x="230" y="25"/>
                  </a:moveTo>
                  <a:lnTo>
                    <a:pt x="186" y="213"/>
                  </a:lnTo>
                  <a:lnTo>
                    <a:pt x="136" y="411"/>
                  </a:lnTo>
                  <a:lnTo>
                    <a:pt x="93" y="542"/>
                  </a:lnTo>
                  <a:lnTo>
                    <a:pt x="39" y="669"/>
                  </a:lnTo>
                  <a:lnTo>
                    <a:pt x="13" y="682"/>
                  </a:lnTo>
                  <a:lnTo>
                    <a:pt x="0" y="656"/>
                  </a:lnTo>
                  <a:lnTo>
                    <a:pt x="36" y="525"/>
                  </a:lnTo>
                  <a:lnTo>
                    <a:pt x="83" y="395"/>
                  </a:lnTo>
                  <a:lnTo>
                    <a:pt x="135" y="201"/>
                  </a:lnTo>
                  <a:lnTo>
                    <a:pt x="190" y="15"/>
                  </a:lnTo>
                  <a:lnTo>
                    <a:pt x="214" y="0"/>
                  </a:lnTo>
                  <a:lnTo>
                    <a:pt x="230" y="25"/>
                  </a:lnTo>
                  <a:lnTo>
                    <a:pt x="230"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8" name="Google Shape;298;p8"/>
            <p:cNvSpPr/>
            <p:nvPr/>
          </p:nvSpPr>
          <p:spPr>
            <a:xfrm>
              <a:off x="2109" y="3027"/>
              <a:ext cx="133" cy="168"/>
            </a:xfrm>
            <a:custGeom>
              <a:rect b="b" l="l" r="r" t="t"/>
              <a:pathLst>
                <a:path extrusionOk="0" h="336" w="266">
                  <a:moveTo>
                    <a:pt x="0" y="308"/>
                  </a:moveTo>
                  <a:lnTo>
                    <a:pt x="74" y="232"/>
                  </a:lnTo>
                  <a:lnTo>
                    <a:pt x="152" y="154"/>
                  </a:lnTo>
                  <a:lnTo>
                    <a:pt x="226" y="15"/>
                  </a:lnTo>
                  <a:lnTo>
                    <a:pt x="253" y="0"/>
                  </a:lnTo>
                  <a:lnTo>
                    <a:pt x="266" y="26"/>
                  </a:lnTo>
                  <a:lnTo>
                    <a:pt x="224" y="207"/>
                  </a:lnTo>
                  <a:lnTo>
                    <a:pt x="156" y="258"/>
                  </a:lnTo>
                  <a:lnTo>
                    <a:pt x="78" y="296"/>
                  </a:lnTo>
                  <a:lnTo>
                    <a:pt x="30" y="336"/>
                  </a:lnTo>
                  <a:lnTo>
                    <a:pt x="0" y="308"/>
                  </a:lnTo>
                  <a:lnTo>
                    <a:pt x="0" y="3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9" name="Google Shape;299;p8"/>
            <p:cNvSpPr/>
            <p:nvPr/>
          </p:nvSpPr>
          <p:spPr>
            <a:xfrm>
              <a:off x="1275" y="2279"/>
              <a:ext cx="194" cy="36"/>
            </a:xfrm>
            <a:custGeom>
              <a:rect b="b" l="l" r="r" t="t"/>
              <a:pathLst>
                <a:path extrusionOk="0" h="72" w="388">
                  <a:moveTo>
                    <a:pt x="27" y="17"/>
                  </a:moveTo>
                  <a:lnTo>
                    <a:pt x="71" y="30"/>
                  </a:lnTo>
                  <a:lnTo>
                    <a:pt x="137" y="0"/>
                  </a:lnTo>
                  <a:lnTo>
                    <a:pt x="192" y="28"/>
                  </a:lnTo>
                  <a:lnTo>
                    <a:pt x="236" y="2"/>
                  </a:lnTo>
                  <a:lnTo>
                    <a:pt x="307" y="19"/>
                  </a:lnTo>
                  <a:lnTo>
                    <a:pt x="371" y="13"/>
                  </a:lnTo>
                  <a:lnTo>
                    <a:pt x="388" y="36"/>
                  </a:lnTo>
                  <a:lnTo>
                    <a:pt x="364" y="55"/>
                  </a:lnTo>
                  <a:lnTo>
                    <a:pt x="297" y="57"/>
                  </a:lnTo>
                  <a:lnTo>
                    <a:pt x="244" y="43"/>
                  </a:lnTo>
                  <a:lnTo>
                    <a:pt x="196" y="70"/>
                  </a:lnTo>
                  <a:lnTo>
                    <a:pt x="137" y="42"/>
                  </a:lnTo>
                  <a:lnTo>
                    <a:pt x="77" y="72"/>
                  </a:lnTo>
                  <a:lnTo>
                    <a:pt x="14" y="57"/>
                  </a:lnTo>
                  <a:lnTo>
                    <a:pt x="0" y="30"/>
                  </a:lnTo>
                  <a:lnTo>
                    <a:pt x="27" y="17"/>
                  </a:lnTo>
                  <a:lnTo>
                    <a:pt x="2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0" name="Google Shape;300;p8"/>
            <p:cNvSpPr/>
            <p:nvPr/>
          </p:nvSpPr>
          <p:spPr>
            <a:xfrm>
              <a:off x="1317" y="2325"/>
              <a:ext cx="128" cy="39"/>
            </a:xfrm>
            <a:custGeom>
              <a:rect b="b" l="l" r="r" t="t"/>
              <a:pathLst>
                <a:path extrusionOk="0" h="78" w="257">
                  <a:moveTo>
                    <a:pt x="29" y="6"/>
                  </a:moveTo>
                  <a:lnTo>
                    <a:pt x="133" y="36"/>
                  </a:lnTo>
                  <a:lnTo>
                    <a:pt x="240" y="0"/>
                  </a:lnTo>
                  <a:lnTo>
                    <a:pt x="257" y="38"/>
                  </a:lnTo>
                  <a:lnTo>
                    <a:pt x="127" y="78"/>
                  </a:lnTo>
                  <a:lnTo>
                    <a:pt x="2" y="36"/>
                  </a:lnTo>
                  <a:lnTo>
                    <a:pt x="0" y="7"/>
                  </a:lnTo>
                  <a:lnTo>
                    <a:pt x="29" y="6"/>
                  </a:lnTo>
                  <a:lnTo>
                    <a:pt x="29"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1" name="Google Shape;301;p8"/>
            <p:cNvSpPr/>
            <p:nvPr/>
          </p:nvSpPr>
          <p:spPr>
            <a:xfrm>
              <a:off x="1313" y="2027"/>
              <a:ext cx="91" cy="214"/>
            </a:xfrm>
            <a:custGeom>
              <a:rect b="b" l="l" r="r" t="t"/>
              <a:pathLst>
                <a:path extrusionOk="0" h="428" w="182">
                  <a:moveTo>
                    <a:pt x="53" y="19"/>
                  </a:moveTo>
                  <a:lnTo>
                    <a:pt x="39" y="293"/>
                  </a:lnTo>
                  <a:lnTo>
                    <a:pt x="34" y="373"/>
                  </a:lnTo>
                  <a:lnTo>
                    <a:pt x="182" y="386"/>
                  </a:lnTo>
                  <a:lnTo>
                    <a:pt x="182" y="428"/>
                  </a:lnTo>
                  <a:lnTo>
                    <a:pt x="1" y="401"/>
                  </a:lnTo>
                  <a:lnTo>
                    <a:pt x="0" y="285"/>
                  </a:lnTo>
                  <a:lnTo>
                    <a:pt x="11" y="23"/>
                  </a:lnTo>
                  <a:lnTo>
                    <a:pt x="30" y="0"/>
                  </a:lnTo>
                  <a:lnTo>
                    <a:pt x="53" y="19"/>
                  </a:lnTo>
                  <a:lnTo>
                    <a:pt x="5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2" name="Google Shape;302;p8"/>
            <p:cNvSpPr/>
            <p:nvPr/>
          </p:nvSpPr>
          <p:spPr>
            <a:xfrm>
              <a:off x="1589" y="2160"/>
              <a:ext cx="137" cy="185"/>
            </a:xfrm>
            <a:custGeom>
              <a:rect b="b" l="l" r="r" t="t"/>
              <a:pathLst>
                <a:path extrusionOk="0" h="371" w="274">
                  <a:moveTo>
                    <a:pt x="184" y="0"/>
                  </a:moveTo>
                  <a:lnTo>
                    <a:pt x="262" y="72"/>
                  </a:lnTo>
                  <a:lnTo>
                    <a:pt x="274" y="186"/>
                  </a:lnTo>
                  <a:lnTo>
                    <a:pt x="232" y="299"/>
                  </a:lnTo>
                  <a:lnTo>
                    <a:pt x="154" y="371"/>
                  </a:lnTo>
                  <a:lnTo>
                    <a:pt x="17" y="357"/>
                  </a:lnTo>
                  <a:lnTo>
                    <a:pt x="0" y="333"/>
                  </a:lnTo>
                  <a:lnTo>
                    <a:pt x="24" y="316"/>
                  </a:lnTo>
                  <a:lnTo>
                    <a:pt x="127" y="310"/>
                  </a:lnTo>
                  <a:lnTo>
                    <a:pt x="203" y="238"/>
                  </a:lnTo>
                  <a:lnTo>
                    <a:pt x="236" y="137"/>
                  </a:lnTo>
                  <a:lnTo>
                    <a:pt x="217" y="76"/>
                  </a:lnTo>
                  <a:lnTo>
                    <a:pt x="167" y="38"/>
                  </a:lnTo>
                  <a:lnTo>
                    <a:pt x="156" y="10"/>
                  </a:lnTo>
                  <a:lnTo>
                    <a:pt x="184" y="0"/>
                  </a:lnTo>
                  <a:lnTo>
                    <a:pt x="18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3" name="Google Shape;303;p8"/>
            <p:cNvSpPr/>
            <p:nvPr/>
          </p:nvSpPr>
          <p:spPr>
            <a:xfrm>
              <a:off x="1149" y="2322"/>
              <a:ext cx="72" cy="89"/>
            </a:xfrm>
            <a:custGeom>
              <a:rect b="b" l="l" r="r" t="t"/>
              <a:pathLst>
                <a:path extrusionOk="0" h="179" w="142">
                  <a:moveTo>
                    <a:pt x="62" y="34"/>
                  </a:moveTo>
                  <a:lnTo>
                    <a:pt x="53" y="139"/>
                  </a:lnTo>
                  <a:lnTo>
                    <a:pt x="115" y="105"/>
                  </a:lnTo>
                  <a:lnTo>
                    <a:pt x="142" y="137"/>
                  </a:lnTo>
                  <a:lnTo>
                    <a:pt x="96" y="171"/>
                  </a:lnTo>
                  <a:lnTo>
                    <a:pt x="41" y="179"/>
                  </a:lnTo>
                  <a:lnTo>
                    <a:pt x="0" y="95"/>
                  </a:lnTo>
                  <a:lnTo>
                    <a:pt x="36" y="0"/>
                  </a:lnTo>
                  <a:lnTo>
                    <a:pt x="62" y="34"/>
                  </a:lnTo>
                  <a:lnTo>
                    <a:pt x="6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4" name="Google Shape;304;p8"/>
            <p:cNvSpPr/>
            <p:nvPr/>
          </p:nvSpPr>
          <p:spPr>
            <a:xfrm>
              <a:off x="1094" y="2282"/>
              <a:ext cx="157" cy="185"/>
            </a:xfrm>
            <a:custGeom>
              <a:rect b="b" l="l" r="r" t="t"/>
              <a:pathLst>
                <a:path extrusionOk="0" h="371" w="314">
                  <a:moveTo>
                    <a:pt x="118" y="40"/>
                  </a:moveTo>
                  <a:lnTo>
                    <a:pt x="57" y="88"/>
                  </a:lnTo>
                  <a:lnTo>
                    <a:pt x="40" y="151"/>
                  </a:lnTo>
                  <a:lnTo>
                    <a:pt x="57" y="221"/>
                  </a:lnTo>
                  <a:lnTo>
                    <a:pt x="95" y="286"/>
                  </a:lnTo>
                  <a:lnTo>
                    <a:pt x="145" y="316"/>
                  </a:lnTo>
                  <a:lnTo>
                    <a:pt x="198" y="308"/>
                  </a:lnTo>
                  <a:lnTo>
                    <a:pt x="274" y="225"/>
                  </a:lnTo>
                  <a:lnTo>
                    <a:pt x="299" y="206"/>
                  </a:lnTo>
                  <a:lnTo>
                    <a:pt x="314" y="230"/>
                  </a:lnTo>
                  <a:lnTo>
                    <a:pt x="299" y="289"/>
                  </a:lnTo>
                  <a:lnTo>
                    <a:pt x="268" y="341"/>
                  </a:lnTo>
                  <a:lnTo>
                    <a:pt x="152" y="371"/>
                  </a:lnTo>
                  <a:lnTo>
                    <a:pt x="44" y="322"/>
                  </a:lnTo>
                  <a:lnTo>
                    <a:pt x="0" y="132"/>
                  </a:lnTo>
                  <a:lnTo>
                    <a:pt x="33" y="50"/>
                  </a:lnTo>
                  <a:lnTo>
                    <a:pt x="105" y="0"/>
                  </a:lnTo>
                  <a:lnTo>
                    <a:pt x="118" y="40"/>
                  </a:lnTo>
                  <a:lnTo>
                    <a:pt x="118"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5" name="Google Shape;305;p8"/>
            <p:cNvSpPr/>
            <p:nvPr/>
          </p:nvSpPr>
          <p:spPr>
            <a:xfrm>
              <a:off x="951" y="1759"/>
              <a:ext cx="309" cy="885"/>
            </a:xfrm>
            <a:custGeom>
              <a:rect b="b" l="l" r="r" t="t"/>
              <a:pathLst>
                <a:path extrusionOk="0" h="1770" w="618">
                  <a:moveTo>
                    <a:pt x="618" y="42"/>
                  </a:moveTo>
                  <a:lnTo>
                    <a:pt x="388" y="182"/>
                  </a:lnTo>
                  <a:lnTo>
                    <a:pt x="232" y="412"/>
                  </a:lnTo>
                  <a:lnTo>
                    <a:pt x="215" y="686"/>
                  </a:lnTo>
                  <a:lnTo>
                    <a:pt x="200" y="831"/>
                  </a:lnTo>
                  <a:lnTo>
                    <a:pt x="167" y="971"/>
                  </a:lnTo>
                  <a:lnTo>
                    <a:pt x="122" y="1256"/>
                  </a:lnTo>
                  <a:lnTo>
                    <a:pt x="148" y="1428"/>
                  </a:lnTo>
                  <a:lnTo>
                    <a:pt x="179" y="1517"/>
                  </a:lnTo>
                  <a:lnTo>
                    <a:pt x="221" y="1585"/>
                  </a:lnTo>
                  <a:lnTo>
                    <a:pt x="272" y="1627"/>
                  </a:lnTo>
                  <a:lnTo>
                    <a:pt x="352" y="1688"/>
                  </a:lnTo>
                  <a:lnTo>
                    <a:pt x="407" y="1770"/>
                  </a:lnTo>
                  <a:lnTo>
                    <a:pt x="228" y="1728"/>
                  </a:lnTo>
                  <a:lnTo>
                    <a:pt x="103" y="1606"/>
                  </a:lnTo>
                  <a:lnTo>
                    <a:pt x="27" y="1437"/>
                  </a:lnTo>
                  <a:lnTo>
                    <a:pt x="0" y="1258"/>
                  </a:lnTo>
                  <a:lnTo>
                    <a:pt x="21" y="1112"/>
                  </a:lnTo>
                  <a:lnTo>
                    <a:pt x="69" y="973"/>
                  </a:lnTo>
                  <a:lnTo>
                    <a:pt x="139" y="686"/>
                  </a:lnTo>
                  <a:lnTo>
                    <a:pt x="156" y="382"/>
                  </a:lnTo>
                  <a:lnTo>
                    <a:pt x="226" y="260"/>
                  </a:lnTo>
                  <a:lnTo>
                    <a:pt x="340" y="137"/>
                  </a:lnTo>
                  <a:lnTo>
                    <a:pt x="474" y="40"/>
                  </a:lnTo>
                  <a:lnTo>
                    <a:pt x="607" y="0"/>
                  </a:lnTo>
                  <a:lnTo>
                    <a:pt x="618" y="42"/>
                  </a:lnTo>
                  <a:lnTo>
                    <a:pt x="618"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6" name="Google Shape;306;p8"/>
            <p:cNvSpPr/>
            <p:nvPr/>
          </p:nvSpPr>
          <p:spPr>
            <a:xfrm>
              <a:off x="1391" y="1739"/>
              <a:ext cx="453" cy="684"/>
            </a:xfrm>
            <a:custGeom>
              <a:rect b="b" l="l" r="r" t="t"/>
              <a:pathLst>
                <a:path extrusionOk="0" h="1369" w="907">
                  <a:moveTo>
                    <a:pt x="0" y="0"/>
                  </a:moveTo>
                  <a:lnTo>
                    <a:pt x="229" y="46"/>
                  </a:lnTo>
                  <a:lnTo>
                    <a:pt x="443" y="173"/>
                  </a:lnTo>
                  <a:lnTo>
                    <a:pt x="632" y="355"/>
                  </a:lnTo>
                  <a:lnTo>
                    <a:pt x="780" y="574"/>
                  </a:lnTo>
                  <a:lnTo>
                    <a:pt x="875" y="808"/>
                  </a:lnTo>
                  <a:lnTo>
                    <a:pt x="907" y="1030"/>
                  </a:lnTo>
                  <a:lnTo>
                    <a:pt x="862" y="1226"/>
                  </a:lnTo>
                  <a:lnTo>
                    <a:pt x="805" y="1306"/>
                  </a:lnTo>
                  <a:lnTo>
                    <a:pt x="725" y="1369"/>
                  </a:lnTo>
                  <a:lnTo>
                    <a:pt x="706" y="1355"/>
                  </a:lnTo>
                  <a:lnTo>
                    <a:pt x="730" y="1279"/>
                  </a:lnTo>
                  <a:lnTo>
                    <a:pt x="791" y="1120"/>
                  </a:lnTo>
                  <a:lnTo>
                    <a:pt x="784" y="911"/>
                  </a:lnTo>
                  <a:lnTo>
                    <a:pt x="723" y="703"/>
                  </a:lnTo>
                  <a:lnTo>
                    <a:pt x="677" y="603"/>
                  </a:lnTo>
                  <a:lnTo>
                    <a:pt x="565" y="420"/>
                  </a:lnTo>
                  <a:lnTo>
                    <a:pt x="451" y="279"/>
                  </a:lnTo>
                  <a:lnTo>
                    <a:pt x="398" y="222"/>
                  </a:lnTo>
                  <a:lnTo>
                    <a:pt x="284" y="129"/>
                  </a:lnTo>
                  <a:lnTo>
                    <a:pt x="154" y="67"/>
                  </a:lnTo>
                  <a:lnTo>
                    <a:pt x="0" y="44"/>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7" name="Google Shape;307;p8"/>
            <p:cNvSpPr/>
            <p:nvPr/>
          </p:nvSpPr>
          <p:spPr>
            <a:xfrm>
              <a:off x="1087" y="1832"/>
              <a:ext cx="269" cy="209"/>
            </a:xfrm>
            <a:custGeom>
              <a:rect b="b" l="l" r="r" t="t"/>
              <a:pathLst>
                <a:path extrusionOk="0" h="419" w="538">
                  <a:moveTo>
                    <a:pt x="464" y="244"/>
                  </a:moveTo>
                  <a:lnTo>
                    <a:pt x="492" y="23"/>
                  </a:lnTo>
                  <a:lnTo>
                    <a:pt x="517" y="0"/>
                  </a:lnTo>
                  <a:lnTo>
                    <a:pt x="538" y="27"/>
                  </a:lnTo>
                  <a:lnTo>
                    <a:pt x="509" y="257"/>
                  </a:lnTo>
                  <a:lnTo>
                    <a:pt x="492" y="280"/>
                  </a:lnTo>
                  <a:lnTo>
                    <a:pt x="238" y="339"/>
                  </a:lnTo>
                  <a:lnTo>
                    <a:pt x="135" y="380"/>
                  </a:lnTo>
                  <a:lnTo>
                    <a:pt x="32" y="419"/>
                  </a:lnTo>
                  <a:lnTo>
                    <a:pt x="0" y="407"/>
                  </a:lnTo>
                  <a:lnTo>
                    <a:pt x="11" y="377"/>
                  </a:lnTo>
                  <a:lnTo>
                    <a:pt x="110" y="318"/>
                  </a:lnTo>
                  <a:lnTo>
                    <a:pt x="217" y="274"/>
                  </a:lnTo>
                  <a:lnTo>
                    <a:pt x="464" y="244"/>
                  </a:lnTo>
                  <a:lnTo>
                    <a:pt x="464" y="2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8" name="Google Shape;308;p8"/>
            <p:cNvSpPr/>
            <p:nvPr/>
          </p:nvSpPr>
          <p:spPr>
            <a:xfrm>
              <a:off x="1380" y="1816"/>
              <a:ext cx="214" cy="213"/>
            </a:xfrm>
            <a:custGeom>
              <a:rect b="b" l="l" r="r" t="t"/>
              <a:pathLst>
                <a:path extrusionOk="0" h="426" w="428">
                  <a:moveTo>
                    <a:pt x="120" y="293"/>
                  </a:moveTo>
                  <a:lnTo>
                    <a:pt x="265" y="323"/>
                  </a:lnTo>
                  <a:lnTo>
                    <a:pt x="337" y="348"/>
                  </a:lnTo>
                  <a:lnTo>
                    <a:pt x="405" y="367"/>
                  </a:lnTo>
                  <a:lnTo>
                    <a:pt x="428" y="390"/>
                  </a:lnTo>
                  <a:lnTo>
                    <a:pt x="405" y="412"/>
                  </a:lnTo>
                  <a:lnTo>
                    <a:pt x="324" y="426"/>
                  </a:lnTo>
                  <a:lnTo>
                    <a:pt x="166" y="373"/>
                  </a:lnTo>
                  <a:lnTo>
                    <a:pt x="75" y="289"/>
                  </a:lnTo>
                  <a:lnTo>
                    <a:pt x="37" y="158"/>
                  </a:lnTo>
                  <a:lnTo>
                    <a:pt x="0" y="29"/>
                  </a:lnTo>
                  <a:lnTo>
                    <a:pt x="20" y="0"/>
                  </a:lnTo>
                  <a:lnTo>
                    <a:pt x="46" y="21"/>
                  </a:lnTo>
                  <a:lnTo>
                    <a:pt x="90" y="120"/>
                  </a:lnTo>
                  <a:lnTo>
                    <a:pt x="124" y="211"/>
                  </a:lnTo>
                  <a:lnTo>
                    <a:pt x="120" y="293"/>
                  </a:lnTo>
                  <a:lnTo>
                    <a:pt x="120" y="2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9" name="Google Shape;309;p8"/>
            <p:cNvSpPr/>
            <p:nvPr/>
          </p:nvSpPr>
          <p:spPr>
            <a:xfrm>
              <a:off x="1183" y="2065"/>
              <a:ext cx="116" cy="37"/>
            </a:xfrm>
            <a:custGeom>
              <a:rect b="b" l="l" r="r" t="t"/>
              <a:pathLst>
                <a:path extrusionOk="0" h="74" w="232">
                  <a:moveTo>
                    <a:pt x="0" y="51"/>
                  </a:moveTo>
                  <a:lnTo>
                    <a:pt x="42" y="13"/>
                  </a:lnTo>
                  <a:lnTo>
                    <a:pt x="101" y="0"/>
                  </a:lnTo>
                  <a:lnTo>
                    <a:pt x="219" y="21"/>
                  </a:lnTo>
                  <a:lnTo>
                    <a:pt x="232" y="48"/>
                  </a:lnTo>
                  <a:lnTo>
                    <a:pt x="205" y="59"/>
                  </a:lnTo>
                  <a:lnTo>
                    <a:pt x="114" y="38"/>
                  </a:lnTo>
                  <a:lnTo>
                    <a:pt x="32" y="74"/>
                  </a:lnTo>
                  <a:lnTo>
                    <a:pt x="0" y="51"/>
                  </a:lnTo>
                  <a:lnTo>
                    <a:pt x="0" y="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0" name="Google Shape;310;p8"/>
            <p:cNvSpPr/>
            <p:nvPr/>
          </p:nvSpPr>
          <p:spPr>
            <a:xfrm>
              <a:off x="1194" y="2109"/>
              <a:ext cx="89" cy="36"/>
            </a:xfrm>
            <a:custGeom>
              <a:rect b="b" l="l" r="r" t="t"/>
              <a:pathLst>
                <a:path extrusionOk="0" h="73" w="179">
                  <a:moveTo>
                    <a:pt x="25" y="29"/>
                  </a:moveTo>
                  <a:lnTo>
                    <a:pt x="97" y="31"/>
                  </a:lnTo>
                  <a:lnTo>
                    <a:pt x="161" y="0"/>
                  </a:lnTo>
                  <a:lnTo>
                    <a:pt x="179" y="37"/>
                  </a:lnTo>
                  <a:lnTo>
                    <a:pt x="97" y="73"/>
                  </a:lnTo>
                  <a:lnTo>
                    <a:pt x="9" y="65"/>
                  </a:lnTo>
                  <a:lnTo>
                    <a:pt x="0" y="40"/>
                  </a:lnTo>
                  <a:lnTo>
                    <a:pt x="25" y="29"/>
                  </a:lnTo>
                  <a:lnTo>
                    <a:pt x="25"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1" name="Google Shape;311;p8"/>
            <p:cNvSpPr/>
            <p:nvPr/>
          </p:nvSpPr>
          <p:spPr>
            <a:xfrm>
              <a:off x="1207" y="2079"/>
              <a:ext cx="25" cy="60"/>
            </a:xfrm>
            <a:custGeom>
              <a:rect b="b" l="l" r="r" t="t"/>
              <a:pathLst>
                <a:path extrusionOk="0" h="119" w="50">
                  <a:moveTo>
                    <a:pt x="40" y="11"/>
                  </a:moveTo>
                  <a:lnTo>
                    <a:pt x="50" y="91"/>
                  </a:lnTo>
                  <a:lnTo>
                    <a:pt x="46" y="119"/>
                  </a:lnTo>
                  <a:lnTo>
                    <a:pt x="19" y="116"/>
                  </a:lnTo>
                  <a:lnTo>
                    <a:pt x="0" y="0"/>
                  </a:lnTo>
                  <a:lnTo>
                    <a:pt x="40" y="11"/>
                  </a:lnTo>
                  <a:lnTo>
                    <a:pt x="4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2" name="Google Shape;312;p8"/>
            <p:cNvSpPr/>
            <p:nvPr/>
          </p:nvSpPr>
          <p:spPr>
            <a:xfrm>
              <a:off x="1242" y="2069"/>
              <a:ext cx="28" cy="58"/>
            </a:xfrm>
            <a:custGeom>
              <a:rect b="b" l="l" r="r" t="t"/>
              <a:pathLst>
                <a:path extrusionOk="0" h="116" w="55">
                  <a:moveTo>
                    <a:pt x="38" y="13"/>
                  </a:moveTo>
                  <a:lnTo>
                    <a:pt x="55" y="116"/>
                  </a:lnTo>
                  <a:lnTo>
                    <a:pt x="15" y="106"/>
                  </a:lnTo>
                  <a:lnTo>
                    <a:pt x="0" y="26"/>
                  </a:lnTo>
                  <a:lnTo>
                    <a:pt x="13" y="0"/>
                  </a:lnTo>
                  <a:lnTo>
                    <a:pt x="38" y="13"/>
                  </a:lnTo>
                  <a:lnTo>
                    <a:pt x="38"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3" name="Google Shape;313;p8"/>
            <p:cNvSpPr/>
            <p:nvPr/>
          </p:nvSpPr>
          <p:spPr>
            <a:xfrm>
              <a:off x="1381" y="2051"/>
              <a:ext cx="139" cy="56"/>
            </a:xfrm>
            <a:custGeom>
              <a:rect b="b" l="l" r="r" t="t"/>
              <a:pathLst>
                <a:path extrusionOk="0" h="112" w="278">
                  <a:moveTo>
                    <a:pt x="2" y="34"/>
                  </a:moveTo>
                  <a:lnTo>
                    <a:pt x="80" y="0"/>
                  </a:lnTo>
                  <a:lnTo>
                    <a:pt x="166" y="3"/>
                  </a:lnTo>
                  <a:lnTo>
                    <a:pt x="270" y="77"/>
                  </a:lnTo>
                  <a:lnTo>
                    <a:pt x="278" y="106"/>
                  </a:lnTo>
                  <a:lnTo>
                    <a:pt x="249" y="112"/>
                  </a:lnTo>
                  <a:lnTo>
                    <a:pt x="160" y="43"/>
                  </a:lnTo>
                  <a:lnTo>
                    <a:pt x="31" y="64"/>
                  </a:lnTo>
                  <a:lnTo>
                    <a:pt x="0" y="62"/>
                  </a:lnTo>
                  <a:lnTo>
                    <a:pt x="2" y="34"/>
                  </a:lnTo>
                  <a:lnTo>
                    <a:pt x="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4" name="Google Shape;314;p8"/>
            <p:cNvSpPr/>
            <p:nvPr/>
          </p:nvSpPr>
          <p:spPr>
            <a:xfrm>
              <a:off x="1395" y="2102"/>
              <a:ext cx="99" cy="20"/>
            </a:xfrm>
            <a:custGeom>
              <a:rect b="b" l="l" r="r" t="t"/>
              <a:pathLst>
                <a:path extrusionOk="0" h="40" w="200">
                  <a:moveTo>
                    <a:pt x="27" y="2"/>
                  </a:moveTo>
                  <a:lnTo>
                    <a:pt x="186" y="0"/>
                  </a:lnTo>
                  <a:lnTo>
                    <a:pt x="200" y="38"/>
                  </a:lnTo>
                  <a:lnTo>
                    <a:pt x="11" y="40"/>
                  </a:lnTo>
                  <a:lnTo>
                    <a:pt x="0" y="13"/>
                  </a:lnTo>
                  <a:lnTo>
                    <a:pt x="27" y="2"/>
                  </a:lnTo>
                  <a:lnTo>
                    <a:pt x="2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5" name="Google Shape;315;p8"/>
            <p:cNvSpPr/>
            <p:nvPr/>
          </p:nvSpPr>
          <p:spPr>
            <a:xfrm>
              <a:off x="1434" y="2056"/>
              <a:ext cx="40" cy="62"/>
            </a:xfrm>
            <a:custGeom>
              <a:rect b="b" l="l" r="r" t="t"/>
              <a:pathLst>
                <a:path extrusionOk="0" h="125" w="80">
                  <a:moveTo>
                    <a:pt x="25" y="0"/>
                  </a:moveTo>
                  <a:lnTo>
                    <a:pt x="72" y="51"/>
                  </a:lnTo>
                  <a:lnTo>
                    <a:pt x="80" y="125"/>
                  </a:lnTo>
                  <a:lnTo>
                    <a:pt x="40" y="122"/>
                  </a:lnTo>
                  <a:lnTo>
                    <a:pt x="13" y="38"/>
                  </a:lnTo>
                  <a:lnTo>
                    <a:pt x="0" y="13"/>
                  </a:lnTo>
                  <a:lnTo>
                    <a:pt x="25" y="0"/>
                  </a:lnTo>
                  <a:lnTo>
                    <a:pt x="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6" name="Google Shape;316;p8"/>
            <p:cNvSpPr/>
            <p:nvPr/>
          </p:nvSpPr>
          <p:spPr>
            <a:xfrm>
              <a:off x="1408" y="2062"/>
              <a:ext cx="26" cy="56"/>
            </a:xfrm>
            <a:custGeom>
              <a:rect b="b" l="l" r="r" t="t"/>
              <a:pathLst>
                <a:path extrusionOk="0" h="112" w="53">
                  <a:moveTo>
                    <a:pt x="53" y="12"/>
                  </a:moveTo>
                  <a:lnTo>
                    <a:pt x="40" y="90"/>
                  </a:lnTo>
                  <a:lnTo>
                    <a:pt x="22" y="112"/>
                  </a:lnTo>
                  <a:lnTo>
                    <a:pt x="0" y="93"/>
                  </a:lnTo>
                  <a:lnTo>
                    <a:pt x="15" y="0"/>
                  </a:lnTo>
                  <a:lnTo>
                    <a:pt x="53" y="12"/>
                  </a:lnTo>
                  <a:lnTo>
                    <a:pt x="53"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checke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323" name="Google Shape;323;p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324" name="Google Shape;324;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grpSp>
        <p:nvGrpSpPr>
          <p:cNvPr id="325" name="Google Shape;325;p9"/>
          <p:cNvGrpSpPr/>
          <p:nvPr/>
        </p:nvGrpSpPr>
        <p:grpSpPr>
          <a:xfrm>
            <a:off x="4572000" y="381000"/>
            <a:ext cx="4114800" cy="5791200"/>
            <a:chOff x="2880" y="240"/>
            <a:chExt cx="2592" cy="3600"/>
          </a:xfrm>
        </p:grpSpPr>
        <p:sp>
          <p:nvSpPr>
            <p:cNvPr descr="Newsprint" id="326" name="Google Shape;326;p9"/>
            <p:cNvSpPr txBox="1"/>
            <p:nvPr/>
          </p:nvSpPr>
          <p:spPr>
            <a:xfrm>
              <a:off x="2880" y="240"/>
              <a:ext cx="2592" cy="1201"/>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Limit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Main Points</a:t>
              </a:r>
              <a:endParaRPr b="0" i="0" sz="1400" u="none" cap="none" strike="noStrike">
                <a:solidFill>
                  <a:srgbClr val="000000"/>
                </a:solidFill>
                <a:latin typeface="Arial"/>
                <a:ea typeface="Arial"/>
                <a:cs typeface="Arial"/>
                <a:sym typeface="Arial"/>
              </a:endParaRPr>
            </a:p>
          </p:txBody>
        </p:sp>
        <p:sp>
          <p:nvSpPr>
            <p:cNvPr descr="Newsprint" id="327" name="Google Shape;327;p9"/>
            <p:cNvSpPr txBox="1"/>
            <p:nvPr/>
          </p:nvSpPr>
          <p:spPr>
            <a:xfrm>
              <a:off x="2880" y="2639"/>
              <a:ext cx="2592" cy="1201"/>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Engage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the Audience</a:t>
              </a:r>
              <a:endParaRPr b="0" i="0" sz="1400" u="none" cap="none" strike="noStrike">
                <a:solidFill>
                  <a:srgbClr val="000000"/>
                </a:solidFill>
                <a:latin typeface="Arial"/>
                <a:ea typeface="Arial"/>
                <a:cs typeface="Arial"/>
                <a:sym typeface="Arial"/>
              </a:endParaRPr>
            </a:p>
          </p:txBody>
        </p:sp>
        <p:sp>
          <p:nvSpPr>
            <p:cNvPr descr="Newsprint" id="328" name="Google Shape;328;p9"/>
            <p:cNvSpPr txBox="1"/>
            <p:nvPr/>
          </p:nvSpPr>
          <p:spPr>
            <a:xfrm>
              <a:off x="2880" y="1441"/>
              <a:ext cx="2592" cy="1198"/>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Connect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Ideas</a:t>
              </a:r>
              <a:endParaRPr b="0" i="0" sz="1400" u="none" cap="none" strike="noStrike">
                <a:solidFill>
                  <a:srgbClr val="000000"/>
                </a:solidFill>
                <a:latin typeface="Arial"/>
                <a:ea typeface="Arial"/>
                <a:cs typeface="Arial"/>
                <a:sym typeface="Arial"/>
              </a:endParaRPr>
            </a:p>
          </p:txBody>
        </p:sp>
      </p:grpSp>
      <p:sp>
        <p:nvSpPr>
          <p:cNvPr descr="Newsprint" id="329" name="Google Shape;329;p9"/>
          <p:cNvSpPr txBox="1"/>
          <p:nvPr/>
        </p:nvSpPr>
        <p:spPr>
          <a:xfrm>
            <a:off x="457200" y="381000"/>
            <a:ext cx="4114800" cy="57912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Composing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the Message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chemeClr val="dk1"/>
              </a:solidFill>
              <a:latin typeface="Tahoma"/>
              <a:ea typeface="Tahoma"/>
              <a:cs typeface="Tahoma"/>
              <a:sym typeface="Tahoma"/>
            </a:endParaRPr>
          </a:p>
        </p:txBody>
      </p:sp>
      <p:grpSp>
        <p:nvGrpSpPr>
          <p:cNvPr id="330" name="Google Shape;330;p9"/>
          <p:cNvGrpSpPr/>
          <p:nvPr/>
        </p:nvGrpSpPr>
        <p:grpSpPr>
          <a:xfrm flipH="1">
            <a:off x="838200" y="2133600"/>
            <a:ext cx="3255962" cy="3856037"/>
            <a:chOff x="739" y="1739"/>
            <a:chExt cx="2051" cy="2130"/>
          </a:xfrm>
        </p:grpSpPr>
        <p:sp>
          <p:nvSpPr>
            <p:cNvPr id="331" name="Google Shape;331;p9"/>
            <p:cNvSpPr/>
            <p:nvPr/>
          </p:nvSpPr>
          <p:spPr>
            <a:xfrm>
              <a:off x="748" y="1749"/>
              <a:ext cx="2014" cy="2097"/>
            </a:xfrm>
            <a:custGeom>
              <a:rect b="b" l="l" r="r" t="t"/>
              <a:pathLst>
                <a:path extrusionOk="0" h="4195" w="4029">
                  <a:moveTo>
                    <a:pt x="939" y="53"/>
                  </a:moveTo>
                  <a:lnTo>
                    <a:pt x="1130" y="13"/>
                  </a:lnTo>
                  <a:lnTo>
                    <a:pt x="1278" y="0"/>
                  </a:lnTo>
                  <a:lnTo>
                    <a:pt x="1500" y="40"/>
                  </a:lnTo>
                  <a:lnTo>
                    <a:pt x="1744" y="209"/>
                  </a:lnTo>
                  <a:lnTo>
                    <a:pt x="2000" y="561"/>
                  </a:lnTo>
                  <a:lnTo>
                    <a:pt x="2169" y="926"/>
                  </a:lnTo>
                  <a:lnTo>
                    <a:pt x="2122" y="1169"/>
                  </a:lnTo>
                  <a:lnTo>
                    <a:pt x="2441" y="1190"/>
                  </a:lnTo>
                  <a:lnTo>
                    <a:pt x="2730" y="1217"/>
                  </a:lnTo>
                  <a:lnTo>
                    <a:pt x="3198" y="1169"/>
                  </a:lnTo>
                  <a:lnTo>
                    <a:pt x="3495" y="1190"/>
                  </a:lnTo>
                  <a:lnTo>
                    <a:pt x="3860" y="1433"/>
                  </a:lnTo>
                  <a:lnTo>
                    <a:pt x="4023" y="1658"/>
                  </a:lnTo>
                  <a:lnTo>
                    <a:pt x="4023" y="1853"/>
                  </a:lnTo>
                  <a:lnTo>
                    <a:pt x="3907" y="2017"/>
                  </a:lnTo>
                  <a:lnTo>
                    <a:pt x="4023" y="2213"/>
                  </a:lnTo>
                  <a:lnTo>
                    <a:pt x="4029" y="2557"/>
                  </a:lnTo>
                  <a:lnTo>
                    <a:pt x="3947" y="2897"/>
                  </a:lnTo>
                  <a:lnTo>
                    <a:pt x="3941" y="3051"/>
                  </a:lnTo>
                  <a:lnTo>
                    <a:pt x="4023" y="3357"/>
                  </a:lnTo>
                  <a:lnTo>
                    <a:pt x="3873" y="3403"/>
                  </a:lnTo>
                  <a:lnTo>
                    <a:pt x="3690" y="3471"/>
                  </a:lnTo>
                  <a:lnTo>
                    <a:pt x="3495" y="3884"/>
                  </a:lnTo>
                  <a:lnTo>
                    <a:pt x="3278" y="3870"/>
                  </a:lnTo>
                  <a:lnTo>
                    <a:pt x="3177" y="4005"/>
                  </a:lnTo>
                  <a:lnTo>
                    <a:pt x="3054" y="3992"/>
                  </a:lnTo>
                  <a:lnTo>
                    <a:pt x="2846" y="4174"/>
                  </a:lnTo>
                  <a:lnTo>
                    <a:pt x="2666" y="4195"/>
                  </a:lnTo>
                  <a:lnTo>
                    <a:pt x="2293" y="4104"/>
                  </a:lnTo>
                  <a:lnTo>
                    <a:pt x="2128" y="4117"/>
                  </a:lnTo>
                  <a:lnTo>
                    <a:pt x="2109" y="4161"/>
                  </a:lnTo>
                  <a:lnTo>
                    <a:pt x="1785" y="4135"/>
                  </a:lnTo>
                  <a:lnTo>
                    <a:pt x="1738" y="4195"/>
                  </a:lnTo>
                  <a:lnTo>
                    <a:pt x="1514" y="4169"/>
                  </a:lnTo>
                  <a:lnTo>
                    <a:pt x="934" y="3973"/>
                  </a:lnTo>
                  <a:lnTo>
                    <a:pt x="453" y="3600"/>
                  </a:lnTo>
                  <a:lnTo>
                    <a:pt x="101" y="3085"/>
                  </a:lnTo>
                  <a:lnTo>
                    <a:pt x="0" y="2639"/>
                  </a:lnTo>
                  <a:lnTo>
                    <a:pt x="61" y="2247"/>
                  </a:lnTo>
                  <a:lnTo>
                    <a:pt x="217" y="1962"/>
                  </a:lnTo>
                  <a:lnTo>
                    <a:pt x="540" y="1631"/>
                  </a:lnTo>
                  <a:lnTo>
                    <a:pt x="474" y="1333"/>
                  </a:lnTo>
                  <a:lnTo>
                    <a:pt x="479" y="1082"/>
                  </a:lnTo>
                  <a:lnTo>
                    <a:pt x="574" y="751"/>
                  </a:lnTo>
                  <a:lnTo>
                    <a:pt x="582" y="426"/>
                  </a:lnTo>
                  <a:lnTo>
                    <a:pt x="730" y="196"/>
                  </a:lnTo>
                  <a:lnTo>
                    <a:pt x="939" y="53"/>
                  </a:lnTo>
                  <a:lnTo>
                    <a:pt x="939" y="5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2" name="Google Shape;332;p9"/>
            <p:cNvSpPr/>
            <p:nvPr/>
          </p:nvSpPr>
          <p:spPr>
            <a:xfrm>
              <a:off x="822" y="2374"/>
              <a:ext cx="1938" cy="1466"/>
            </a:xfrm>
            <a:custGeom>
              <a:rect b="b" l="l" r="r" t="t"/>
              <a:pathLst>
                <a:path extrusionOk="0" h="2931" w="3875">
                  <a:moveTo>
                    <a:pt x="177" y="874"/>
                  </a:moveTo>
                  <a:lnTo>
                    <a:pt x="331" y="1023"/>
                  </a:lnTo>
                  <a:lnTo>
                    <a:pt x="219" y="998"/>
                  </a:lnTo>
                  <a:lnTo>
                    <a:pt x="82" y="1015"/>
                  </a:lnTo>
                  <a:lnTo>
                    <a:pt x="0" y="1289"/>
                  </a:lnTo>
                  <a:lnTo>
                    <a:pt x="8" y="1439"/>
                  </a:lnTo>
                  <a:lnTo>
                    <a:pt x="42" y="1593"/>
                  </a:lnTo>
                  <a:lnTo>
                    <a:pt x="101" y="1751"/>
                  </a:lnTo>
                  <a:lnTo>
                    <a:pt x="278" y="2059"/>
                  </a:lnTo>
                  <a:lnTo>
                    <a:pt x="390" y="2205"/>
                  </a:lnTo>
                  <a:lnTo>
                    <a:pt x="645" y="2469"/>
                  </a:lnTo>
                  <a:lnTo>
                    <a:pt x="915" y="2678"/>
                  </a:lnTo>
                  <a:lnTo>
                    <a:pt x="1175" y="2807"/>
                  </a:lnTo>
                  <a:lnTo>
                    <a:pt x="1400" y="2836"/>
                  </a:lnTo>
                  <a:lnTo>
                    <a:pt x="1582" y="2815"/>
                  </a:lnTo>
                  <a:lnTo>
                    <a:pt x="1691" y="2910"/>
                  </a:lnTo>
                  <a:lnTo>
                    <a:pt x="1921" y="2931"/>
                  </a:lnTo>
                  <a:lnTo>
                    <a:pt x="1900" y="2794"/>
                  </a:lnTo>
                  <a:lnTo>
                    <a:pt x="1921" y="2648"/>
                  </a:lnTo>
                  <a:lnTo>
                    <a:pt x="1630" y="2598"/>
                  </a:lnTo>
                  <a:lnTo>
                    <a:pt x="1582" y="2484"/>
                  </a:lnTo>
                  <a:lnTo>
                    <a:pt x="1392" y="2308"/>
                  </a:lnTo>
                  <a:lnTo>
                    <a:pt x="905" y="2017"/>
                  </a:lnTo>
                  <a:lnTo>
                    <a:pt x="710" y="1469"/>
                  </a:lnTo>
                  <a:lnTo>
                    <a:pt x="1001" y="1963"/>
                  </a:lnTo>
                  <a:lnTo>
                    <a:pt x="1577" y="2275"/>
                  </a:lnTo>
                  <a:lnTo>
                    <a:pt x="1900" y="1673"/>
                  </a:lnTo>
                  <a:lnTo>
                    <a:pt x="2117" y="907"/>
                  </a:lnTo>
                  <a:lnTo>
                    <a:pt x="1982" y="732"/>
                  </a:lnTo>
                  <a:lnTo>
                    <a:pt x="2042" y="570"/>
                  </a:lnTo>
                  <a:lnTo>
                    <a:pt x="2124" y="502"/>
                  </a:lnTo>
                  <a:lnTo>
                    <a:pt x="2381" y="589"/>
                  </a:lnTo>
                  <a:lnTo>
                    <a:pt x="2733" y="576"/>
                  </a:lnTo>
                  <a:lnTo>
                    <a:pt x="3259" y="190"/>
                  </a:lnTo>
                  <a:lnTo>
                    <a:pt x="3219" y="393"/>
                  </a:lnTo>
                  <a:lnTo>
                    <a:pt x="3077" y="481"/>
                  </a:lnTo>
                  <a:lnTo>
                    <a:pt x="3233" y="718"/>
                  </a:lnTo>
                  <a:lnTo>
                    <a:pt x="2955" y="597"/>
                  </a:lnTo>
                  <a:lnTo>
                    <a:pt x="3063" y="753"/>
                  </a:lnTo>
                  <a:lnTo>
                    <a:pt x="2887" y="671"/>
                  </a:lnTo>
                  <a:lnTo>
                    <a:pt x="2772" y="745"/>
                  </a:lnTo>
                  <a:lnTo>
                    <a:pt x="2868" y="1157"/>
                  </a:lnTo>
                  <a:lnTo>
                    <a:pt x="2907" y="1422"/>
                  </a:lnTo>
                  <a:lnTo>
                    <a:pt x="3354" y="1469"/>
                  </a:lnTo>
                  <a:lnTo>
                    <a:pt x="3563" y="1353"/>
                  </a:lnTo>
                  <a:lnTo>
                    <a:pt x="3733" y="827"/>
                  </a:lnTo>
                  <a:lnTo>
                    <a:pt x="3875" y="563"/>
                  </a:lnTo>
                  <a:lnTo>
                    <a:pt x="3799" y="285"/>
                  </a:lnTo>
                  <a:lnTo>
                    <a:pt x="3421" y="61"/>
                  </a:lnTo>
                  <a:lnTo>
                    <a:pt x="3090" y="28"/>
                  </a:lnTo>
                  <a:lnTo>
                    <a:pt x="2577" y="108"/>
                  </a:lnTo>
                  <a:lnTo>
                    <a:pt x="2164" y="28"/>
                  </a:lnTo>
                  <a:lnTo>
                    <a:pt x="2238" y="203"/>
                  </a:lnTo>
                  <a:lnTo>
                    <a:pt x="2077" y="28"/>
                  </a:lnTo>
                  <a:lnTo>
                    <a:pt x="1955" y="0"/>
                  </a:lnTo>
                  <a:lnTo>
                    <a:pt x="1822" y="102"/>
                  </a:lnTo>
                  <a:lnTo>
                    <a:pt x="1548" y="150"/>
                  </a:lnTo>
                  <a:lnTo>
                    <a:pt x="1291" y="1023"/>
                  </a:lnTo>
                  <a:lnTo>
                    <a:pt x="921" y="528"/>
                  </a:lnTo>
                  <a:lnTo>
                    <a:pt x="894" y="325"/>
                  </a:lnTo>
                  <a:lnTo>
                    <a:pt x="744" y="386"/>
                  </a:lnTo>
                  <a:lnTo>
                    <a:pt x="670" y="528"/>
                  </a:lnTo>
                  <a:lnTo>
                    <a:pt x="453" y="428"/>
                  </a:lnTo>
                  <a:lnTo>
                    <a:pt x="177" y="874"/>
                  </a:lnTo>
                  <a:lnTo>
                    <a:pt x="177" y="874"/>
                  </a:lnTo>
                  <a:close/>
                </a:path>
              </a:pathLst>
            </a:custGeom>
            <a:solidFill>
              <a:srgbClr val="D6C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3" name="Google Shape;333;p9"/>
            <p:cNvSpPr/>
            <p:nvPr/>
          </p:nvSpPr>
          <p:spPr>
            <a:xfrm>
              <a:off x="1048" y="1778"/>
              <a:ext cx="771" cy="862"/>
            </a:xfrm>
            <a:custGeom>
              <a:rect b="b" l="l" r="r" t="t"/>
              <a:pathLst>
                <a:path extrusionOk="0" h="1724" w="1542">
                  <a:moveTo>
                    <a:pt x="99" y="591"/>
                  </a:moveTo>
                  <a:lnTo>
                    <a:pt x="78" y="920"/>
                  </a:lnTo>
                  <a:lnTo>
                    <a:pt x="0" y="1209"/>
                  </a:lnTo>
                  <a:lnTo>
                    <a:pt x="27" y="1458"/>
                  </a:lnTo>
                  <a:lnTo>
                    <a:pt x="150" y="1715"/>
                  </a:lnTo>
                  <a:lnTo>
                    <a:pt x="259" y="1724"/>
                  </a:lnTo>
                  <a:lnTo>
                    <a:pt x="394" y="1612"/>
                  </a:lnTo>
                  <a:lnTo>
                    <a:pt x="441" y="1517"/>
                  </a:lnTo>
                  <a:lnTo>
                    <a:pt x="504" y="1353"/>
                  </a:lnTo>
                  <a:lnTo>
                    <a:pt x="413" y="1222"/>
                  </a:lnTo>
                  <a:lnTo>
                    <a:pt x="217" y="920"/>
                  </a:lnTo>
                  <a:lnTo>
                    <a:pt x="209" y="565"/>
                  </a:lnTo>
                  <a:lnTo>
                    <a:pt x="228" y="441"/>
                  </a:lnTo>
                  <a:lnTo>
                    <a:pt x="548" y="380"/>
                  </a:lnTo>
                  <a:lnTo>
                    <a:pt x="778" y="401"/>
                  </a:lnTo>
                  <a:lnTo>
                    <a:pt x="960" y="468"/>
                  </a:lnTo>
                  <a:lnTo>
                    <a:pt x="1103" y="698"/>
                  </a:lnTo>
                  <a:lnTo>
                    <a:pt x="1063" y="990"/>
                  </a:lnTo>
                  <a:lnTo>
                    <a:pt x="1078" y="1386"/>
                  </a:lnTo>
                  <a:lnTo>
                    <a:pt x="1276" y="1386"/>
                  </a:lnTo>
                  <a:lnTo>
                    <a:pt x="1443" y="1258"/>
                  </a:lnTo>
                  <a:lnTo>
                    <a:pt x="1542" y="867"/>
                  </a:lnTo>
                  <a:lnTo>
                    <a:pt x="1272" y="428"/>
                  </a:lnTo>
                  <a:lnTo>
                    <a:pt x="1042" y="192"/>
                  </a:lnTo>
                  <a:lnTo>
                    <a:pt x="833" y="47"/>
                  </a:lnTo>
                  <a:lnTo>
                    <a:pt x="878" y="224"/>
                  </a:lnTo>
                  <a:lnTo>
                    <a:pt x="688" y="21"/>
                  </a:lnTo>
                  <a:lnTo>
                    <a:pt x="565" y="0"/>
                  </a:lnTo>
                  <a:lnTo>
                    <a:pt x="394" y="141"/>
                  </a:lnTo>
                  <a:lnTo>
                    <a:pt x="308" y="239"/>
                  </a:lnTo>
                  <a:lnTo>
                    <a:pt x="222" y="329"/>
                  </a:lnTo>
                  <a:lnTo>
                    <a:pt x="302" y="131"/>
                  </a:lnTo>
                  <a:lnTo>
                    <a:pt x="240" y="194"/>
                  </a:lnTo>
                  <a:lnTo>
                    <a:pt x="177" y="255"/>
                  </a:lnTo>
                  <a:lnTo>
                    <a:pt x="65" y="388"/>
                  </a:lnTo>
                  <a:lnTo>
                    <a:pt x="59" y="527"/>
                  </a:lnTo>
                  <a:lnTo>
                    <a:pt x="99" y="591"/>
                  </a:lnTo>
                  <a:lnTo>
                    <a:pt x="99" y="591"/>
                  </a:lnTo>
                  <a:close/>
                </a:path>
              </a:pathLst>
            </a:custGeom>
            <a:solidFill>
              <a:srgbClr val="FFAB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4" name="Google Shape;334;p9"/>
            <p:cNvSpPr/>
            <p:nvPr/>
          </p:nvSpPr>
          <p:spPr>
            <a:xfrm>
              <a:off x="1187" y="1834"/>
              <a:ext cx="413" cy="977"/>
            </a:xfrm>
            <a:custGeom>
              <a:rect b="b" l="l" r="r" t="t"/>
              <a:pathLst>
                <a:path extrusionOk="0" h="1954" w="825">
                  <a:moveTo>
                    <a:pt x="5" y="519"/>
                  </a:moveTo>
                  <a:lnTo>
                    <a:pt x="129" y="472"/>
                  </a:lnTo>
                  <a:lnTo>
                    <a:pt x="235" y="525"/>
                  </a:lnTo>
                  <a:lnTo>
                    <a:pt x="142" y="607"/>
                  </a:lnTo>
                  <a:lnTo>
                    <a:pt x="0" y="607"/>
                  </a:lnTo>
                  <a:lnTo>
                    <a:pt x="7" y="732"/>
                  </a:lnTo>
                  <a:lnTo>
                    <a:pt x="62" y="827"/>
                  </a:lnTo>
                  <a:lnTo>
                    <a:pt x="197" y="990"/>
                  </a:lnTo>
                  <a:lnTo>
                    <a:pt x="245" y="1150"/>
                  </a:lnTo>
                  <a:lnTo>
                    <a:pt x="311" y="1192"/>
                  </a:lnTo>
                  <a:lnTo>
                    <a:pt x="446" y="1230"/>
                  </a:lnTo>
                  <a:lnTo>
                    <a:pt x="226" y="1241"/>
                  </a:lnTo>
                  <a:lnTo>
                    <a:pt x="260" y="1386"/>
                  </a:lnTo>
                  <a:lnTo>
                    <a:pt x="378" y="1498"/>
                  </a:lnTo>
                  <a:lnTo>
                    <a:pt x="595" y="1954"/>
                  </a:lnTo>
                  <a:lnTo>
                    <a:pt x="790" y="1357"/>
                  </a:lnTo>
                  <a:lnTo>
                    <a:pt x="806" y="854"/>
                  </a:lnTo>
                  <a:lnTo>
                    <a:pt x="825" y="586"/>
                  </a:lnTo>
                  <a:lnTo>
                    <a:pt x="682" y="356"/>
                  </a:lnTo>
                  <a:lnTo>
                    <a:pt x="500" y="289"/>
                  </a:lnTo>
                  <a:lnTo>
                    <a:pt x="338" y="0"/>
                  </a:lnTo>
                  <a:lnTo>
                    <a:pt x="270" y="268"/>
                  </a:lnTo>
                  <a:lnTo>
                    <a:pt x="129" y="281"/>
                  </a:lnTo>
                  <a:lnTo>
                    <a:pt x="34" y="375"/>
                  </a:lnTo>
                  <a:lnTo>
                    <a:pt x="5" y="519"/>
                  </a:lnTo>
                  <a:lnTo>
                    <a:pt x="5" y="519"/>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5" name="Google Shape;335;p9"/>
            <p:cNvSpPr/>
            <p:nvPr/>
          </p:nvSpPr>
          <p:spPr>
            <a:xfrm>
              <a:off x="1429" y="2078"/>
              <a:ext cx="39" cy="39"/>
            </a:xfrm>
            <a:custGeom>
              <a:rect b="b" l="l" r="r" t="t"/>
              <a:pathLst>
                <a:path extrusionOk="0" h="78" w="78">
                  <a:moveTo>
                    <a:pt x="2" y="0"/>
                  </a:moveTo>
                  <a:lnTo>
                    <a:pt x="78" y="49"/>
                  </a:lnTo>
                  <a:lnTo>
                    <a:pt x="0" y="78"/>
                  </a:lnTo>
                  <a:lnTo>
                    <a:pt x="2" y="0"/>
                  </a:lnTo>
                  <a:lnTo>
                    <a:pt x="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6" name="Google Shape;336;p9"/>
            <p:cNvSpPr/>
            <p:nvPr/>
          </p:nvSpPr>
          <p:spPr>
            <a:xfrm>
              <a:off x="1299" y="2281"/>
              <a:ext cx="168" cy="72"/>
            </a:xfrm>
            <a:custGeom>
              <a:rect b="b" l="l" r="r" t="t"/>
              <a:pathLst>
                <a:path extrusionOk="0" h="144" w="335">
                  <a:moveTo>
                    <a:pt x="0" y="45"/>
                  </a:moveTo>
                  <a:lnTo>
                    <a:pt x="78" y="0"/>
                  </a:lnTo>
                  <a:lnTo>
                    <a:pt x="150" y="20"/>
                  </a:lnTo>
                  <a:lnTo>
                    <a:pt x="222" y="0"/>
                  </a:lnTo>
                  <a:lnTo>
                    <a:pt x="335" y="53"/>
                  </a:lnTo>
                  <a:lnTo>
                    <a:pt x="241" y="125"/>
                  </a:lnTo>
                  <a:lnTo>
                    <a:pt x="65" y="144"/>
                  </a:lnTo>
                  <a:lnTo>
                    <a:pt x="0" y="45"/>
                  </a:lnTo>
                  <a:lnTo>
                    <a:pt x="0" y="45"/>
                  </a:lnTo>
                  <a:close/>
                </a:path>
              </a:pathLst>
            </a:custGeom>
            <a:solidFill>
              <a:srgbClr val="FF9D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7" name="Google Shape;337;p9"/>
            <p:cNvSpPr/>
            <p:nvPr/>
          </p:nvSpPr>
          <p:spPr>
            <a:xfrm>
              <a:off x="1661" y="2709"/>
              <a:ext cx="1119" cy="1035"/>
            </a:xfrm>
            <a:custGeom>
              <a:rect b="b" l="l" r="r" t="t"/>
              <a:pathLst>
                <a:path extrusionOk="0" h="2070" w="2238">
                  <a:moveTo>
                    <a:pt x="995" y="26"/>
                  </a:moveTo>
                  <a:lnTo>
                    <a:pt x="670" y="34"/>
                  </a:lnTo>
                  <a:lnTo>
                    <a:pt x="535" y="0"/>
                  </a:lnTo>
                  <a:lnTo>
                    <a:pt x="398" y="23"/>
                  </a:lnTo>
                  <a:lnTo>
                    <a:pt x="339" y="103"/>
                  </a:lnTo>
                  <a:lnTo>
                    <a:pt x="363" y="161"/>
                  </a:lnTo>
                  <a:lnTo>
                    <a:pt x="440" y="236"/>
                  </a:lnTo>
                  <a:lnTo>
                    <a:pt x="312" y="675"/>
                  </a:lnTo>
                  <a:lnTo>
                    <a:pt x="265" y="1093"/>
                  </a:lnTo>
                  <a:lnTo>
                    <a:pt x="240" y="1285"/>
                  </a:lnTo>
                  <a:lnTo>
                    <a:pt x="196" y="1464"/>
                  </a:lnTo>
                  <a:lnTo>
                    <a:pt x="120" y="1625"/>
                  </a:lnTo>
                  <a:lnTo>
                    <a:pt x="67" y="1699"/>
                  </a:lnTo>
                  <a:lnTo>
                    <a:pt x="0" y="1766"/>
                  </a:lnTo>
                  <a:lnTo>
                    <a:pt x="521" y="1895"/>
                  </a:lnTo>
                  <a:lnTo>
                    <a:pt x="818" y="1792"/>
                  </a:lnTo>
                  <a:lnTo>
                    <a:pt x="1156" y="1800"/>
                  </a:lnTo>
                  <a:lnTo>
                    <a:pt x="1217" y="1853"/>
                  </a:lnTo>
                  <a:lnTo>
                    <a:pt x="1130" y="1996"/>
                  </a:lnTo>
                  <a:lnTo>
                    <a:pt x="1291" y="2070"/>
                  </a:lnTo>
                  <a:lnTo>
                    <a:pt x="1434" y="1821"/>
                  </a:lnTo>
                  <a:lnTo>
                    <a:pt x="1664" y="1887"/>
                  </a:lnTo>
                  <a:lnTo>
                    <a:pt x="1913" y="1528"/>
                  </a:lnTo>
                  <a:lnTo>
                    <a:pt x="2198" y="1435"/>
                  </a:lnTo>
                  <a:lnTo>
                    <a:pt x="2122" y="975"/>
                  </a:lnTo>
                  <a:lnTo>
                    <a:pt x="2238" y="386"/>
                  </a:lnTo>
                  <a:lnTo>
                    <a:pt x="2082" y="95"/>
                  </a:lnTo>
                  <a:lnTo>
                    <a:pt x="1846" y="737"/>
                  </a:lnTo>
                  <a:lnTo>
                    <a:pt x="1677" y="798"/>
                  </a:lnTo>
                  <a:lnTo>
                    <a:pt x="1272" y="703"/>
                  </a:lnTo>
                  <a:lnTo>
                    <a:pt x="1191" y="486"/>
                  </a:lnTo>
                  <a:lnTo>
                    <a:pt x="1088" y="832"/>
                  </a:lnTo>
                  <a:lnTo>
                    <a:pt x="913" y="941"/>
                  </a:lnTo>
                  <a:lnTo>
                    <a:pt x="818" y="1163"/>
                  </a:lnTo>
                  <a:lnTo>
                    <a:pt x="765" y="1184"/>
                  </a:lnTo>
                  <a:lnTo>
                    <a:pt x="730" y="635"/>
                  </a:lnTo>
                  <a:lnTo>
                    <a:pt x="635" y="460"/>
                  </a:lnTo>
                  <a:lnTo>
                    <a:pt x="696" y="365"/>
                  </a:lnTo>
                  <a:lnTo>
                    <a:pt x="919" y="175"/>
                  </a:lnTo>
                  <a:lnTo>
                    <a:pt x="1008" y="101"/>
                  </a:lnTo>
                  <a:lnTo>
                    <a:pt x="995" y="26"/>
                  </a:lnTo>
                  <a:lnTo>
                    <a:pt x="995" y="26"/>
                  </a:lnTo>
                  <a:close/>
                </a:path>
              </a:pathLst>
            </a:custGeom>
            <a:solidFill>
              <a:srgbClr val="E0F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8" name="Google Shape;338;p9"/>
            <p:cNvSpPr/>
            <p:nvPr/>
          </p:nvSpPr>
          <p:spPr>
            <a:xfrm>
              <a:off x="2165" y="2757"/>
              <a:ext cx="601" cy="948"/>
            </a:xfrm>
            <a:custGeom>
              <a:rect b="b" l="l" r="r" t="t"/>
              <a:pathLst>
                <a:path extrusionOk="0" h="1895" w="1203">
                  <a:moveTo>
                    <a:pt x="0" y="783"/>
                  </a:moveTo>
                  <a:lnTo>
                    <a:pt x="19" y="1055"/>
                  </a:lnTo>
                  <a:lnTo>
                    <a:pt x="6" y="1142"/>
                  </a:lnTo>
                  <a:lnTo>
                    <a:pt x="101" y="1177"/>
                  </a:lnTo>
                  <a:lnTo>
                    <a:pt x="196" y="941"/>
                  </a:lnTo>
                  <a:lnTo>
                    <a:pt x="432" y="947"/>
                  </a:lnTo>
                  <a:lnTo>
                    <a:pt x="762" y="852"/>
                  </a:lnTo>
                  <a:lnTo>
                    <a:pt x="445" y="1853"/>
                  </a:lnTo>
                  <a:lnTo>
                    <a:pt x="709" y="1895"/>
                  </a:lnTo>
                  <a:lnTo>
                    <a:pt x="905" y="1433"/>
                  </a:lnTo>
                  <a:lnTo>
                    <a:pt x="1122" y="1386"/>
                  </a:lnTo>
                  <a:lnTo>
                    <a:pt x="1082" y="1123"/>
                  </a:lnTo>
                  <a:lnTo>
                    <a:pt x="1101" y="812"/>
                  </a:lnTo>
                  <a:lnTo>
                    <a:pt x="1203" y="331"/>
                  </a:lnTo>
                  <a:lnTo>
                    <a:pt x="1190" y="196"/>
                  </a:lnTo>
                  <a:lnTo>
                    <a:pt x="1074" y="0"/>
                  </a:lnTo>
                  <a:lnTo>
                    <a:pt x="838" y="642"/>
                  </a:lnTo>
                  <a:lnTo>
                    <a:pt x="614" y="730"/>
                  </a:lnTo>
                  <a:lnTo>
                    <a:pt x="331" y="648"/>
                  </a:lnTo>
                  <a:lnTo>
                    <a:pt x="257" y="540"/>
                  </a:lnTo>
                  <a:lnTo>
                    <a:pt x="202" y="338"/>
                  </a:lnTo>
                  <a:lnTo>
                    <a:pt x="141" y="500"/>
                  </a:lnTo>
                  <a:lnTo>
                    <a:pt x="114" y="690"/>
                  </a:lnTo>
                  <a:lnTo>
                    <a:pt x="0" y="783"/>
                  </a:lnTo>
                  <a:lnTo>
                    <a:pt x="0" y="783"/>
                  </a:lnTo>
                  <a:close/>
                </a:path>
              </a:pathLst>
            </a:custGeom>
            <a:solidFill>
              <a:srgbClr val="99B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9" name="Google Shape;339;p9"/>
            <p:cNvSpPr/>
            <p:nvPr/>
          </p:nvSpPr>
          <p:spPr>
            <a:xfrm>
              <a:off x="2032" y="2766"/>
              <a:ext cx="229" cy="546"/>
            </a:xfrm>
            <a:custGeom>
              <a:rect b="b" l="l" r="r" t="t"/>
              <a:pathLst>
                <a:path extrusionOk="0" h="1091" w="458">
                  <a:moveTo>
                    <a:pt x="327" y="0"/>
                  </a:moveTo>
                  <a:lnTo>
                    <a:pt x="458" y="131"/>
                  </a:lnTo>
                  <a:lnTo>
                    <a:pt x="378" y="671"/>
                  </a:lnTo>
                  <a:lnTo>
                    <a:pt x="169" y="827"/>
                  </a:lnTo>
                  <a:lnTo>
                    <a:pt x="61" y="1091"/>
                  </a:lnTo>
                  <a:lnTo>
                    <a:pt x="21" y="1070"/>
                  </a:lnTo>
                  <a:lnTo>
                    <a:pt x="0" y="755"/>
                  </a:lnTo>
                  <a:lnTo>
                    <a:pt x="175" y="378"/>
                  </a:lnTo>
                  <a:lnTo>
                    <a:pt x="190" y="198"/>
                  </a:lnTo>
                  <a:lnTo>
                    <a:pt x="327" y="0"/>
                  </a:lnTo>
                  <a:lnTo>
                    <a:pt x="327" y="0"/>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0" name="Google Shape;340;p9"/>
            <p:cNvSpPr/>
            <p:nvPr/>
          </p:nvSpPr>
          <p:spPr>
            <a:xfrm>
              <a:off x="1812" y="3636"/>
              <a:ext cx="463" cy="210"/>
            </a:xfrm>
            <a:custGeom>
              <a:rect b="b" l="l" r="r" t="t"/>
              <a:pathLst>
                <a:path extrusionOk="0" h="420" w="926">
                  <a:moveTo>
                    <a:pt x="72" y="131"/>
                  </a:moveTo>
                  <a:lnTo>
                    <a:pt x="340" y="122"/>
                  </a:lnTo>
                  <a:lnTo>
                    <a:pt x="433" y="166"/>
                  </a:lnTo>
                  <a:lnTo>
                    <a:pt x="536" y="86"/>
                  </a:lnTo>
                  <a:lnTo>
                    <a:pt x="618" y="65"/>
                  </a:lnTo>
                  <a:lnTo>
                    <a:pt x="762" y="59"/>
                  </a:lnTo>
                  <a:lnTo>
                    <a:pt x="914" y="0"/>
                  </a:lnTo>
                  <a:lnTo>
                    <a:pt x="781" y="166"/>
                  </a:lnTo>
                  <a:lnTo>
                    <a:pt x="926" y="217"/>
                  </a:lnTo>
                  <a:lnTo>
                    <a:pt x="676" y="415"/>
                  </a:lnTo>
                  <a:lnTo>
                    <a:pt x="538" y="420"/>
                  </a:lnTo>
                  <a:lnTo>
                    <a:pt x="165" y="329"/>
                  </a:lnTo>
                  <a:lnTo>
                    <a:pt x="0" y="342"/>
                  </a:lnTo>
                  <a:lnTo>
                    <a:pt x="26" y="217"/>
                  </a:lnTo>
                  <a:lnTo>
                    <a:pt x="72" y="131"/>
                  </a:lnTo>
                  <a:lnTo>
                    <a:pt x="72" y="131"/>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1" name="Google Shape;341;p9"/>
            <p:cNvSpPr/>
            <p:nvPr/>
          </p:nvSpPr>
          <p:spPr>
            <a:xfrm>
              <a:off x="1104" y="2286"/>
              <a:ext cx="76" cy="165"/>
            </a:xfrm>
            <a:custGeom>
              <a:rect b="b" l="l" r="r" t="t"/>
              <a:pathLst>
                <a:path extrusionOk="0" h="329" w="152">
                  <a:moveTo>
                    <a:pt x="112" y="0"/>
                  </a:moveTo>
                  <a:lnTo>
                    <a:pt x="21" y="74"/>
                  </a:lnTo>
                  <a:lnTo>
                    <a:pt x="0" y="158"/>
                  </a:lnTo>
                  <a:lnTo>
                    <a:pt x="53" y="283"/>
                  </a:lnTo>
                  <a:lnTo>
                    <a:pt x="126" y="329"/>
                  </a:lnTo>
                  <a:lnTo>
                    <a:pt x="112" y="184"/>
                  </a:lnTo>
                  <a:lnTo>
                    <a:pt x="152" y="66"/>
                  </a:lnTo>
                  <a:lnTo>
                    <a:pt x="112" y="0"/>
                  </a:lnTo>
                  <a:lnTo>
                    <a:pt x="112" y="0"/>
                  </a:lnTo>
                  <a:close/>
                </a:path>
              </a:pathLst>
            </a:custGeom>
            <a:solidFill>
              <a:srgbClr val="FFF2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2" name="Google Shape;342;p9"/>
            <p:cNvSpPr/>
            <p:nvPr/>
          </p:nvSpPr>
          <p:spPr>
            <a:xfrm>
              <a:off x="1589" y="2201"/>
              <a:ext cx="108" cy="137"/>
            </a:xfrm>
            <a:custGeom>
              <a:rect b="b" l="l" r="r" t="t"/>
              <a:pathLst>
                <a:path extrusionOk="0" h="274" w="215">
                  <a:moveTo>
                    <a:pt x="186" y="19"/>
                  </a:moveTo>
                  <a:lnTo>
                    <a:pt x="213" y="80"/>
                  </a:lnTo>
                  <a:lnTo>
                    <a:pt x="215" y="165"/>
                  </a:lnTo>
                  <a:lnTo>
                    <a:pt x="139" y="274"/>
                  </a:lnTo>
                  <a:lnTo>
                    <a:pt x="0" y="262"/>
                  </a:lnTo>
                  <a:lnTo>
                    <a:pt x="24" y="116"/>
                  </a:lnTo>
                  <a:lnTo>
                    <a:pt x="110" y="150"/>
                  </a:lnTo>
                  <a:lnTo>
                    <a:pt x="158" y="104"/>
                  </a:lnTo>
                  <a:lnTo>
                    <a:pt x="112" y="0"/>
                  </a:lnTo>
                  <a:lnTo>
                    <a:pt x="186" y="19"/>
                  </a:lnTo>
                  <a:lnTo>
                    <a:pt x="186" y="19"/>
                  </a:lnTo>
                  <a:close/>
                </a:path>
              </a:pathLst>
            </a:custGeom>
            <a:solidFill>
              <a:srgbClr val="ADA1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3" name="Google Shape;343;p9"/>
            <p:cNvSpPr/>
            <p:nvPr/>
          </p:nvSpPr>
          <p:spPr>
            <a:xfrm>
              <a:off x="1225" y="2076"/>
              <a:ext cx="45" cy="63"/>
            </a:xfrm>
            <a:custGeom>
              <a:rect b="b" l="l" r="r" t="t"/>
              <a:pathLst>
                <a:path extrusionOk="0" h="125" w="89">
                  <a:moveTo>
                    <a:pt x="5" y="0"/>
                  </a:moveTo>
                  <a:lnTo>
                    <a:pt x="47" y="7"/>
                  </a:lnTo>
                  <a:lnTo>
                    <a:pt x="89" y="101"/>
                  </a:lnTo>
                  <a:lnTo>
                    <a:pt x="11" y="125"/>
                  </a:lnTo>
                  <a:lnTo>
                    <a:pt x="36" y="61"/>
                  </a:lnTo>
                  <a:lnTo>
                    <a:pt x="0" y="44"/>
                  </a:lnTo>
                  <a:lnTo>
                    <a:pt x="5" y="0"/>
                  </a:lnTo>
                  <a:lnTo>
                    <a:pt x="5"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4" name="Google Shape;344;p9"/>
            <p:cNvSpPr/>
            <p:nvPr/>
          </p:nvSpPr>
          <p:spPr>
            <a:xfrm>
              <a:off x="1429" y="2070"/>
              <a:ext cx="40" cy="49"/>
            </a:xfrm>
            <a:custGeom>
              <a:rect b="b" l="l" r="r" t="t"/>
              <a:pathLst>
                <a:path extrusionOk="0" h="98" w="80">
                  <a:moveTo>
                    <a:pt x="12" y="0"/>
                  </a:moveTo>
                  <a:lnTo>
                    <a:pt x="54" y="3"/>
                  </a:lnTo>
                  <a:lnTo>
                    <a:pt x="80" y="98"/>
                  </a:lnTo>
                  <a:lnTo>
                    <a:pt x="0" y="95"/>
                  </a:lnTo>
                  <a:lnTo>
                    <a:pt x="42" y="57"/>
                  </a:lnTo>
                  <a:lnTo>
                    <a:pt x="0" y="30"/>
                  </a:lnTo>
                  <a:lnTo>
                    <a:pt x="12" y="0"/>
                  </a:lnTo>
                  <a:lnTo>
                    <a:pt x="12"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5" name="Google Shape;345;p9"/>
            <p:cNvSpPr/>
            <p:nvPr/>
          </p:nvSpPr>
          <p:spPr>
            <a:xfrm>
              <a:off x="1131" y="2053"/>
              <a:ext cx="491" cy="424"/>
            </a:xfrm>
            <a:custGeom>
              <a:rect b="b" l="l" r="r" t="t"/>
              <a:pathLst>
                <a:path extrusionOk="0" h="848" w="981">
                  <a:moveTo>
                    <a:pt x="57" y="44"/>
                  </a:moveTo>
                  <a:lnTo>
                    <a:pt x="80" y="373"/>
                  </a:lnTo>
                  <a:lnTo>
                    <a:pt x="145" y="464"/>
                  </a:lnTo>
                  <a:lnTo>
                    <a:pt x="211" y="553"/>
                  </a:lnTo>
                  <a:lnTo>
                    <a:pt x="299" y="679"/>
                  </a:lnTo>
                  <a:lnTo>
                    <a:pt x="346" y="732"/>
                  </a:lnTo>
                  <a:lnTo>
                    <a:pt x="400" y="776"/>
                  </a:lnTo>
                  <a:lnTo>
                    <a:pt x="519" y="797"/>
                  </a:lnTo>
                  <a:lnTo>
                    <a:pt x="654" y="692"/>
                  </a:lnTo>
                  <a:lnTo>
                    <a:pt x="734" y="593"/>
                  </a:lnTo>
                  <a:lnTo>
                    <a:pt x="810" y="491"/>
                  </a:lnTo>
                  <a:lnTo>
                    <a:pt x="902" y="253"/>
                  </a:lnTo>
                  <a:lnTo>
                    <a:pt x="905" y="137"/>
                  </a:lnTo>
                  <a:lnTo>
                    <a:pt x="862" y="31"/>
                  </a:lnTo>
                  <a:lnTo>
                    <a:pt x="864" y="0"/>
                  </a:lnTo>
                  <a:lnTo>
                    <a:pt x="892" y="4"/>
                  </a:lnTo>
                  <a:lnTo>
                    <a:pt x="972" y="118"/>
                  </a:lnTo>
                  <a:lnTo>
                    <a:pt x="981" y="268"/>
                  </a:lnTo>
                  <a:lnTo>
                    <a:pt x="936" y="436"/>
                  </a:lnTo>
                  <a:lnTo>
                    <a:pt x="896" y="517"/>
                  </a:lnTo>
                  <a:lnTo>
                    <a:pt x="846" y="597"/>
                  </a:lnTo>
                  <a:lnTo>
                    <a:pt x="789" y="669"/>
                  </a:lnTo>
                  <a:lnTo>
                    <a:pt x="727" y="734"/>
                  </a:lnTo>
                  <a:lnTo>
                    <a:pt x="660" y="785"/>
                  </a:lnTo>
                  <a:lnTo>
                    <a:pt x="588" y="823"/>
                  </a:lnTo>
                  <a:lnTo>
                    <a:pt x="445" y="848"/>
                  </a:lnTo>
                  <a:lnTo>
                    <a:pt x="310" y="787"/>
                  </a:lnTo>
                  <a:lnTo>
                    <a:pt x="259" y="721"/>
                  </a:lnTo>
                  <a:lnTo>
                    <a:pt x="175" y="599"/>
                  </a:lnTo>
                  <a:lnTo>
                    <a:pt x="94" y="472"/>
                  </a:lnTo>
                  <a:lnTo>
                    <a:pt x="44" y="392"/>
                  </a:lnTo>
                  <a:lnTo>
                    <a:pt x="0" y="221"/>
                  </a:lnTo>
                  <a:lnTo>
                    <a:pt x="16" y="40"/>
                  </a:lnTo>
                  <a:lnTo>
                    <a:pt x="57" y="44"/>
                  </a:lnTo>
                  <a:lnTo>
                    <a:pt x="57" y="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6" name="Google Shape;346;p9"/>
            <p:cNvSpPr/>
            <p:nvPr/>
          </p:nvSpPr>
          <p:spPr>
            <a:xfrm>
              <a:off x="1076" y="2693"/>
              <a:ext cx="385" cy="306"/>
            </a:xfrm>
            <a:custGeom>
              <a:rect b="b" l="l" r="r" t="t"/>
              <a:pathLst>
                <a:path extrusionOk="0" h="612" w="770">
                  <a:moveTo>
                    <a:pt x="135" y="30"/>
                  </a:moveTo>
                  <a:lnTo>
                    <a:pt x="63" y="193"/>
                  </a:lnTo>
                  <a:lnTo>
                    <a:pt x="114" y="243"/>
                  </a:lnTo>
                  <a:lnTo>
                    <a:pt x="183" y="252"/>
                  </a:lnTo>
                  <a:lnTo>
                    <a:pt x="325" y="239"/>
                  </a:lnTo>
                  <a:lnTo>
                    <a:pt x="493" y="309"/>
                  </a:lnTo>
                  <a:lnTo>
                    <a:pt x="650" y="406"/>
                  </a:lnTo>
                  <a:lnTo>
                    <a:pt x="698" y="465"/>
                  </a:lnTo>
                  <a:lnTo>
                    <a:pt x="747" y="551"/>
                  </a:lnTo>
                  <a:lnTo>
                    <a:pt x="770" y="612"/>
                  </a:lnTo>
                  <a:lnTo>
                    <a:pt x="736" y="598"/>
                  </a:lnTo>
                  <a:lnTo>
                    <a:pt x="652" y="530"/>
                  </a:lnTo>
                  <a:lnTo>
                    <a:pt x="536" y="446"/>
                  </a:lnTo>
                  <a:lnTo>
                    <a:pt x="314" y="338"/>
                  </a:lnTo>
                  <a:lnTo>
                    <a:pt x="143" y="325"/>
                  </a:lnTo>
                  <a:lnTo>
                    <a:pt x="12" y="218"/>
                  </a:lnTo>
                  <a:lnTo>
                    <a:pt x="0" y="163"/>
                  </a:lnTo>
                  <a:lnTo>
                    <a:pt x="12" y="114"/>
                  </a:lnTo>
                  <a:lnTo>
                    <a:pt x="70" y="34"/>
                  </a:lnTo>
                  <a:lnTo>
                    <a:pt x="133" y="0"/>
                  </a:lnTo>
                  <a:lnTo>
                    <a:pt x="135" y="30"/>
                  </a:lnTo>
                  <a:lnTo>
                    <a:pt x="135"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7" name="Google Shape;347;p9"/>
            <p:cNvSpPr/>
            <p:nvPr/>
          </p:nvSpPr>
          <p:spPr>
            <a:xfrm>
              <a:off x="1592" y="2196"/>
              <a:ext cx="81" cy="100"/>
            </a:xfrm>
            <a:custGeom>
              <a:rect b="b" l="l" r="r" t="t"/>
              <a:pathLst>
                <a:path extrusionOk="0" h="200" w="162">
                  <a:moveTo>
                    <a:pt x="46" y="132"/>
                  </a:moveTo>
                  <a:lnTo>
                    <a:pt x="94" y="124"/>
                  </a:lnTo>
                  <a:lnTo>
                    <a:pt x="92" y="40"/>
                  </a:lnTo>
                  <a:lnTo>
                    <a:pt x="78" y="14"/>
                  </a:lnTo>
                  <a:lnTo>
                    <a:pt x="105" y="0"/>
                  </a:lnTo>
                  <a:lnTo>
                    <a:pt x="162" y="71"/>
                  </a:lnTo>
                  <a:lnTo>
                    <a:pt x="143" y="162"/>
                  </a:lnTo>
                  <a:lnTo>
                    <a:pt x="61" y="200"/>
                  </a:lnTo>
                  <a:lnTo>
                    <a:pt x="0" y="175"/>
                  </a:lnTo>
                  <a:lnTo>
                    <a:pt x="4" y="116"/>
                  </a:lnTo>
                  <a:lnTo>
                    <a:pt x="46" y="132"/>
                  </a:lnTo>
                  <a:lnTo>
                    <a:pt x="46" y="1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8" name="Google Shape;348;p9"/>
            <p:cNvSpPr/>
            <p:nvPr/>
          </p:nvSpPr>
          <p:spPr>
            <a:xfrm>
              <a:off x="1452" y="2275"/>
              <a:ext cx="150" cy="644"/>
            </a:xfrm>
            <a:custGeom>
              <a:rect b="b" l="l" r="r" t="t"/>
              <a:pathLst>
                <a:path extrusionOk="0" h="1287" w="298">
                  <a:moveTo>
                    <a:pt x="298" y="0"/>
                  </a:moveTo>
                  <a:lnTo>
                    <a:pt x="278" y="517"/>
                  </a:lnTo>
                  <a:lnTo>
                    <a:pt x="230" y="696"/>
                  </a:lnTo>
                  <a:lnTo>
                    <a:pt x="141" y="1002"/>
                  </a:lnTo>
                  <a:lnTo>
                    <a:pt x="99" y="1143"/>
                  </a:lnTo>
                  <a:lnTo>
                    <a:pt x="40" y="1274"/>
                  </a:lnTo>
                  <a:lnTo>
                    <a:pt x="13" y="1287"/>
                  </a:lnTo>
                  <a:lnTo>
                    <a:pt x="0" y="1260"/>
                  </a:lnTo>
                  <a:lnTo>
                    <a:pt x="53" y="973"/>
                  </a:lnTo>
                  <a:lnTo>
                    <a:pt x="97" y="833"/>
                  </a:lnTo>
                  <a:lnTo>
                    <a:pt x="141" y="694"/>
                  </a:lnTo>
                  <a:lnTo>
                    <a:pt x="228" y="352"/>
                  </a:lnTo>
                  <a:lnTo>
                    <a:pt x="257" y="0"/>
                  </a:lnTo>
                  <a:lnTo>
                    <a:pt x="298" y="0"/>
                  </a:lnTo>
                  <a:lnTo>
                    <a:pt x="29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9" name="Google Shape;349;p9"/>
            <p:cNvSpPr/>
            <p:nvPr/>
          </p:nvSpPr>
          <p:spPr>
            <a:xfrm>
              <a:off x="1257" y="2509"/>
              <a:ext cx="317" cy="794"/>
            </a:xfrm>
            <a:custGeom>
              <a:rect b="b" l="l" r="r" t="t"/>
              <a:pathLst>
                <a:path extrusionOk="0" h="1589" w="635">
                  <a:moveTo>
                    <a:pt x="61" y="26"/>
                  </a:moveTo>
                  <a:lnTo>
                    <a:pt x="74" y="182"/>
                  </a:lnTo>
                  <a:lnTo>
                    <a:pt x="116" y="279"/>
                  </a:lnTo>
                  <a:lnTo>
                    <a:pt x="185" y="363"/>
                  </a:lnTo>
                  <a:lnTo>
                    <a:pt x="280" y="484"/>
                  </a:lnTo>
                  <a:lnTo>
                    <a:pt x="371" y="618"/>
                  </a:lnTo>
                  <a:lnTo>
                    <a:pt x="460" y="758"/>
                  </a:lnTo>
                  <a:lnTo>
                    <a:pt x="597" y="1057"/>
                  </a:lnTo>
                  <a:lnTo>
                    <a:pt x="635" y="1321"/>
                  </a:lnTo>
                  <a:lnTo>
                    <a:pt x="635" y="1589"/>
                  </a:lnTo>
                  <a:lnTo>
                    <a:pt x="595" y="1589"/>
                  </a:lnTo>
                  <a:lnTo>
                    <a:pt x="563" y="1308"/>
                  </a:lnTo>
                  <a:lnTo>
                    <a:pt x="529" y="1169"/>
                  </a:lnTo>
                  <a:lnTo>
                    <a:pt x="479" y="1034"/>
                  </a:lnTo>
                  <a:lnTo>
                    <a:pt x="422" y="903"/>
                  </a:lnTo>
                  <a:lnTo>
                    <a:pt x="354" y="775"/>
                  </a:lnTo>
                  <a:lnTo>
                    <a:pt x="280" y="654"/>
                  </a:lnTo>
                  <a:lnTo>
                    <a:pt x="200" y="538"/>
                  </a:lnTo>
                  <a:lnTo>
                    <a:pt x="126" y="429"/>
                  </a:lnTo>
                  <a:lnTo>
                    <a:pt x="46" y="291"/>
                  </a:lnTo>
                  <a:lnTo>
                    <a:pt x="0" y="144"/>
                  </a:lnTo>
                  <a:lnTo>
                    <a:pt x="21" y="15"/>
                  </a:lnTo>
                  <a:lnTo>
                    <a:pt x="46" y="0"/>
                  </a:lnTo>
                  <a:lnTo>
                    <a:pt x="61" y="26"/>
                  </a:lnTo>
                  <a:lnTo>
                    <a:pt x="61"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0" name="Google Shape;350;p9"/>
            <p:cNvSpPr/>
            <p:nvPr/>
          </p:nvSpPr>
          <p:spPr>
            <a:xfrm>
              <a:off x="1570" y="2429"/>
              <a:ext cx="267" cy="549"/>
            </a:xfrm>
            <a:custGeom>
              <a:rect b="b" l="l" r="r" t="t"/>
              <a:pathLst>
                <a:path extrusionOk="0" h="1099" w="532">
                  <a:moveTo>
                    <a:pt x="243" y="0"/>
                  </a:moveTo>
                  <a:lnTo>
                    <a:pt x="378" y="17"/>
                  </a:lnTo>
                  <a:lnTo>
                    <a:pt x="492" y="86"/>
                  </a:lnTo>
                  <a:lnTo>
                    <a:pt x="532" y="162"/>
                  </a:lnTo>
                  <a:lnTo>
                    <a:pt x="521" y="226"/>
                  </a:lnTo>
                  <a:lnTo>
                    <a:pt x="473" y="283"/>
                  </a:lnTo>
                  <a:lnTo>
                    <a:pt x="405" y="333"/>
                  </a:lnTo>
                  <a:lnTo>
                    <a:pt x="272" y="420"/>
                  </a:lnTo>
                  <a:lnTo>
                    <a:pt x="262" y="504"/>
                  </a:lnTo>
                  <a:lnTo>
                    <a:pt x="340" y="679"/>
                  </a:lnTo>
                  <a:lnTo>
                    <a:pt x="323" y="760"/>
                  </a:lnTo>
                  <a:lnTo>
                    <a:pt x="249" y="848"/>
                  </a:lnTo>
                  <a:lnTo>
                    <a:pt x="38" y="1089"/>
                  </a:lnTo>
                  <a:lnTo>
                    <a:pt x="9" y="1099"/>
                  </a:lnTo>
                  <a:lnTo>
                    <a:pt x="0" y="1070"/>
                  </a:lnTo>
                  <a:lnTo>
                    <a:pt x="76" y="911"/>
                  </a:lnTo>
                  <a:lnTo>
                    <a:pt x="129" y="838"/>
                  </a:lnTo>
                  <a:lnTo>
                    <a:pt x="186" y="776"/>
                  </a:lnTo>
                  <a:lnTo>
                    <a:pt x="247" y="692"/>
                  </a:lnTo>
                  <a:lnTo>
                    <a:pt x="245" y="608"/>
                  </a:lnTo>
                  <a:lnTo>
                    <a:pt x="222" y="536"/>
                  </a:lnTo>
                  <a:lnTo>
                    <a:pt x="205" y="414"/>
                  </a:lnTo>
                  <a:lnTo>
                    <a:pt x="258" y="304"/>
                  </a:lnTo>
                  <a:lnTo>
                    <a:pt x="315" y="274"/>
                  </a:lnTo>
                  <a:lnTo>
                    <a:pt x="395" y="228"/>
                  </a:lnTo>
                  <a:lnTo>
                    <a:pt x="458" y="116"/>
                  </a:lnTo>
                  <a:lnTo>
                    <a:pt x="357" y="57"/>
                  </a:lnTo>
                  <a:lnTo>
                    <a:pt x="241" y="42"/>
                  </a:lnTo>
                  <a:lnTo>
                    <a:pt x="222" y="19"/>
                  </a:lnTo>
                  <a:lnTo>
                    <a:pt x="243" y="0"/>
                  </a:lnTo>
                  <a:lnTo>
                    <a:pt x="2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1" name="Google Shape;351;p9"/>
            <p:cNvSpPr/>
            <p:nvPr/>
          </p:nvSpPr>
          <p:spPr>
            <a:xfrm>
              <a:off x="1844" y="2310"/>
              <a:ext cx="938" cy="820"/>
            </a:xfrm>
            <a:custGeom>
              <a:rect b="b" l="l" r="r" t="t"/>
              <a:pathLst>
                <a:path extrusionOk="0" h="1641" w="1877">
                  <a:moveTo>
                    <a:pt x="0" y="40"/>
                  </a:moveTo>
                  <a:lnTo>
                    <a:pt x="268" y="50"/>
                  </a:lnTo>
                  <a:lnTo>
                    <a:pt x="536" y="75"/>
                  </a:lnTo>
                  <a:lnTo>
                    <a:pt x="917" y="21"/>
                  </a:lnTo>
                  <a:lnTo>
                    <a:pt x="1103" y="0"/>
                  </a:lnTo>
                  <a:lnTo>
                    <a:pt x="1297" y="27"/>
                  </a:lnTo>
                  <a:lnTo>
                    <a:pt x="1512" y="124"/>
                  </a:lnTo>
                  <a:lnTo>
                    <a:pt x="1704" y="278"/>
                  </a:lnTo>
                  <a:lnTo>
                    <a:pt x="1839" y="476"/>
                  </a:lnTo>
                  <a:lnTo>
                    <a:pt x="1877" y="708"/>
                  </a:lnTo>
                  <a:lnTo>
                    <a:pt x="1854" y="787"/>
                  </a:lnTo>
                  <a:lnTo>
                    <a:pt x="1810" y="858"/>
                  </a:lnTo>
                  <a:lnTo>
                    <a:pt x="1723" y="1000"/>
                  </a:lnTo>
                  <a:lnTo>
                    <a:pt x="1620" y="1322"/>
                  </a:lnTo>
                  <a:lnTo>
                    <a:pt x="1571" y="1453"/>
                  </a:lnTo>
                  <a:lnTo>
                    <a:pt x="1508" y="1554"/>
                  </a:lnTo>
                  <a:lnTo>
                    <a:pt x="1424" y="1618"/>
                  </a:lnTo>
                  <a:lnTo>
                    <a:pt x="1308" y="1641"/>
                  </a:lnTo>
                  <a:lnTo>
                    <a:pt x="936" y="1531"/>
                  </a:lnTo>
                  <a:lnTo>
                    <a:pt x="955" y="1493"/>
                  </a:lnTo>
                  <a:lnTo>
                    <a:pt x="1126" y="1555"/>
                  </a:lnTo>
                  <a:lnTo>
                    <a:pt x="1259" y="1563"/>
                  </a:lnTo>
                  <a:lnTo>
                    <a:pt x="1440" y="1457"/>
                  </a:lnTo>
                  <a:lnTo>
                    <a:pt x="1544" y="1236"/>
                  </a:lnTo>
                  <a:lnTo>
                    <a:pt x="1632" y="972"/>
                  </a:lnTo>
                  <a:lnTo>
                    <a:pt x="1670" y="902"/>
                  </a:lnTo>
                  <a:lnTo>
                    <a:pt x="1717" y="841"/>
                  </a:lnTo>
                  <a:lnTo>
                    <a:pt x="1782" y="700"/>
                  </a:lnTo>
                  <a:lnTo>
                    <a:pt x="1748" y="499"/>
                  </a:lnTo>
                  <a:lnTo>
                    <a:pt x="1698" y="407"/>
                  </a:lnTo>
                  <a:lnTo>
                    <a:pt x="1630" y="326"/>
                  </a:lnTo>
                  <a:lnTo>
                    <a:pt x="1550" y="253"/>
                  </a:lnTo>
                  <a:lnTo>
                    <a:pt x="1460" y="192"/>
                  </a:lnTo>
                  <a:lnTo>
                    <a:pt x="1367" y="143"/>
                  </a:lnTo>
                  <a:lnTo>
                    <a:pt x="1274" y="107"/>
                  </a:lnTo>
                  <a:lnTo>
                    <a:pt x="1088" y="77"/>
                  </a:lnTo>
                  <a:lnTo>
                    <a:pt x="905" y="88"/>
                  </a:lnTo>
                  <a:lnTo>
                    <a:pt x="536" y="126"/>
                  </a:lnTo>
                  <a:lnTo>
                    <a:pt x="272" y="96"/>
                  </a:lnTo>
                  <a:lnTo>
                    <a:pt x="6" y="82"/>
                  </a:lnTo>
                  <a:lnTo>
                    <a:pt x="0" y="40"/>
                  </a:lnTo>
                  <a:lnTo>
                    <a:pt x="0"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2" name="Google Shape;352;p9"/>
            <p:cNvSpPr/>
            <p:nvPr/>
          </p:nvSpPr>
          <p:spPr>
            <a:xfrm>
              <a:off x="2296" y="2665"/>
              <a:ext cx="149" cy="277"/>
            </a:xfrm>
            <a:custGeom>
              <a:rect b="b" l="l" r="r" t="t"/>
              <a:pathLst>
                <a:path extrusionOk="0" h="555" w="299">
                  <a:moveTo>
                    <a:pt x="206" y="551"/>
                  </a:moveTo>
                  <a:lnTo>
                    <a:pt x="35" y="555"/>
                  </a:lnTo>
                  <a:lnTo>
                    <a:pt x="35" y="515"/>
                  </a:lnTo>
                  <a:lnTo>
                    <a:pt x="145" y="467"/>
                  </a:lnTo>
                  <a:lnTo>
                    <a:pt x="217" y="271"/>
                  </a:lnTo>
                  <a:lnTo>
                    <a:pt x="190" y="190"/>
                  </a:lnTo>
                  <a:lnTo>
                    <a:pt x="147" y="115"/>
                  </a:lnTo>
                  <a:lnTo>
                    <a:pt x="84" y="60"/>
                  </a:lnTo>
                  <a:lnTo>
                    <a:pt x="0" y="39"/>
                  </a:lnTo>
                  <a:lnTo>
                    <a:pt x="0" y="0"/>
                  </a:lnTo>
                  <a:lnTo>
                    <a:pt x="194" y="70"/>
                  </a:lnTo>
                  <a:lnTo>
                    <a:pt x="299" y="250"/>
                  </a:lnTo>
                  <a:lnTo>
                    <a:pt x="289" y="412"/>
                  </a:lnTo>
                  <a:lnTo>
                    <a:pt x="253" y="484"/>
                  </a:lnTo>
                  <a:lnTo>
                    <a:pt x="206" y="551"/>
                  </a:lnTo>
                  <a:lnTo>
                    <a:pt x="206" y="5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3" name="Google Shape;353;p9"/>
            <p:cNvSpPr/>
            <p:nvPr/>
          </p:nvSpPr>
          <p:spPr>
            <a:xfrm>
              <a:off x="2148" y="2416"/>
              <a:ext cx="321" cy="334"/>
            </a:xfrm>
            <a:custGeom>
              <a:rect b="b" l="l" r="r" t="t"/>
              <a:pathLst>
                <a:path extrusionOk="0" h="670" w="640">
                  <a:moveTo>
                    <a:pt x="640" y="0"/>
                  </a:moveTo>
                  <a:lnTo>
                    <a:pt x="604" y="132"/>
                  </a:lnTo>
                  <a:lnTo>
                    <a:pt x="562" y="187"/>
                  </a:lnTo>
                  <a:lnTo>
                    <a:pt x="511" y="236"/>
                  </a:lnTo>
                  <a:lnTo>
                    <a:pt x="391" y="318"/>
                  </a:lnTo>
                  <a:lnTo>
                    <a:pt x="270" y="381"/>
                  </a:lnTo>
                  <a:lnTo>
                    <a:pt x="116" y="497"/>
                  </a:lnTo>
                  <a:lnTo>
                    <a:pt x="42" y="670"/>
                  </a:lnTo>
                  <a:lnTo>
                    <a:pt x="0" y="666"/>
                  </a:lnTo>
                  <a:lnTo>
                    <a:pt x="11" y="559"/>
                  </a:lnTo>
                  <a:lnTo>
                    <a:pt x="62" y="447"/>
                  </a:lnTo>
                  <a:lnTo>
                    <a:pt x="138" y="350"/>
                  </a:lnTo>
                  <a:lnTo>
                    <a:pt x="224" y="286"/>
                  </a:lnTo>
                  <a:lnTo>
                    <a:pt x="319" y="236"/>
                  </a:lnTo>
                  <a:lnTo>
                    <a:pt x="414" y="183"/>
                  </a:lnTo>
                  <a:lnTo>
                    <a:pt x="599" y="0"/>
                  </a:lnTo>
                  <a:lnTo>
                    <a:pt x="640" y="0"/>
                  </a:lnTo>
                  <a:lnTo>
                    <a:pt x="6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4" name="Google Shape;354;p9"/>
            <p:cNvSpPr/>
            <p:nvPr/>
          </p:nvSpPr>
          <p:spPr>
            <a:xfrm>
              <a:off x="2146" y="2741"/>
              <a:ext cx="151" cy="272"/>
            </a:xfrm>
            <a:custGeom>
              <a:rect b="b" l="l" r="r" t="t"/>
              <a:pathLst>
                <a:path extrusionOk="0" h="543" w="300">
                  <a:moveTo>
                    <a:pt x="0" y="38"/>
                  </a:moveTo>
                  <a:lnTo>
                    <a:pt x="49" y="1"/>
                  </a:lnTo>
                  <a:lnTo>
                    <a:pt x="116" y="0"/>
                  </a:lnTo>
                  <a:lnTo>
                    <a:pt x="232" y="59"/>
                  </a:lnTo>
                  <a:lnTo>
                    <a:pt x="300" y="298"/>
                  </a:lnTo>
                  <a:lnTo>
                    <a:pt x="251" y="416"/>
                  </a:lnTo>
                  <a:lnTo>
                    <a:pt x="184" y="532"/>
                  </a:lnTo>
                  <a:lnTo>
                    <a:pt x="158" y="543"/>
                  </a:lnTo>
                  <a:lnTo>
                    <a:pt x="146" y="517"/>
                  </a:lnTo>
                  <a:lnTo>
                    <a:pt x="196" y="285"/>
                  </a:lnTo>
                  <a:lnTo>
                    <a:pt x="186" y="199"/>
                  </a:lnTo>
                  <a:lnTo>
                    <a:pt x="148" y="123"/>
                  </a:lnTo>
                  <a:lnTo>
                    <a:pt x="97" y="68"/>
                  </a:lnTo>
                  <a:lnTo>
                    <a:pt x="30" y="64"/>
                  </a:lnTo>
                  <a:lnTo>
                    <a:pt x="0" y="38"/>
                  </a:lnTo>
                  <a:lnTo>
                    <a:pt x="0"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5" name="Google Shape;355;p9"/>
            <p:cNvSpPr/>
            <p:nvPr/>
          </p:nvSpPr>
          <p:spPr>
            <a:xfrm>
              <a:off x="1791" y="2611"/>
              <a:ext cx="391" cy="225"/>
            </a:xfrm>
            <a:custGeom>
              <a:rect b="b" l="l" r="r" t="t"/>
              <a:pathLst>
                <a:path extrusionOk="0" h="451" w="781">
                  <a:moveTo>
                    <a:pt x="139" y="451"/>
                  </a:moveTo>
                  <a:lnTo>
                    <a:pt x="23" y="314"/>
                  </a:lnTo>
                  <a:lnTo>
                    <a:pt x="0" y="141"/>
                  </a:lnTo>
                  <a:lnTo>
                    <a:pt x="26" y="105"/>
                  </a:lnTo>
                  <a:lnTo>
                    <a:pt x="72" y="61"/>
                  </a:lnTo>
                  <a:lnTo>
                    <a:pt x="160" y="0"/>
                  </a:lnTo>
                  <a:lnTo>
                    <a:pt x="285" y="25"/>
                  </a:lnTo>
                  <a:lnTo>
                    <a:pt x="414" y="76"/>
                  </a:lnTo>
                  <a:lnTo>
                    <a:pt x="781" y="105"/>
                  </a:lnTo>
                  <a:lnTo>
                    <a:pt x="781" y="147"/>
                  </a:lnTo>
                  <a:lnTo>
                    <a:pt x="587" y="164"/>
                  </a:lnTo>
                  <a:lnTo>
                    <a:pt x="395" y="158"/>
                  </a:lnTo>
                  <a:lnTo>
                    <a:pt x="291" y="109"/>
                  </a:lnTo>
                  <a:lnTo>
                    <a:pt x="186" y="84"/>
                  </a:lnTo>
                  <a:lnTo>
                    <a:pt x="80" y="181"/>
                  </a:lnTo>
                  <a:lnTo>
                    <a:pt x="66" y="251"/>
                  </a:lnTo>
                  <a:lnTo>
                    <a:pt x="89" y="312"/>
                  </a:lnTo>
                  <a:lnTo>
                    <a:pt x="171" y="418"/>
                  </a:lnTo>
                  <a:lnTo>
                    <a:pt x="173" y="451"/>
                  </a:lnTo>
                  <a:lnTo>
                    <a:pt x="139" y="451"/>
                  </a:lnTo>
                  <a:lnTo>
                    <a:pt x="139" y="4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6" name="Google Shape;356;p9"/>
            <p:cNvSpPr/>
            <p:nvPr/>
          </p:nvSpPr>
          <p:spPr>
            <a:xfrm>
              <a:off x="1864" y="2771"/>
              <a:ext cx="255" cy="73"/>
            </a:xfrm>
            <a:custGeom>
              <a:rect b="b" l="l" r="r" t="t"/>
              <a:pathLst>
                <a:path extrusionOk="0" h="147" w="510">
                  <a:moveTo>
                    <a:pt x="8" y="88"/>
                  </a:moveTo>
                  <a:lnTo>
                    <a:pt x="52" y="48"/>
                  </a:lnTo>
                  <a:lnTo>
                    <a:pt x="95" y="16"/>
                  </a:lnTo>
                  <a:lnTo>
                    <a:pt x="293" y="0"/>
                  </a:lnTo>
                  <a:lnTo>
                    <a:pt x="493" y="31"/>
                  </a:lnTo>
                  <a:lnTo>
                    <a:pt x="510" y="54"/>
                  </a:lnTo>
                  <a:lnTo>
                    <a:pt x="485" y="71"/>
                  </a:lnTo>
                  <a:lnTo>
                    <a:pt x="405" y="63"/>
                  </a:lnTo>
                  <a:lnTo>
                    <a:pt x="131" y="103"/>
                  </a:lnTo>
                  <a:lnTo>
                    <a:pt x="52" y="147"/>
                  </a:lnTo>
                  <a:lnTo>
                    <a:pt x="0" y="139"/>
                  </a:lnTo>
                  <a:lnTo>
                    <a:pt x="8" y="88"/>
                  </a:lnTo>
                  <a:lnTo>
                    <a:pt x="8"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7" name="Google Shape;357;p9"/>
            <p:cNvSpPr/>
            <p:nvPr/>
          </p:nvSpPr>
          <p:spPr>
            <a:xfrm>
              <a:off x="1613" y="2827"/>
              <a:ext cx="267" cy="662"/>
            </a:xfrm>
            <a:custGeom>
              <a:rect b="b" l="l" r="r" t="t"/>
              <a:pathLst>
                <a:path extrusionOk="0" h="1323" w="535">
                  <a:moveTo>
                    <a:pt x="535" y="28"/>
                  </a:moveTo>
                  <a:lnTo>
                    <a:pt x="474" y="214"/>
                  </a:lnTo>
                  <a:lnTo>
                    <a:pt x="396" y="686"/>
                  </a:lnTo>
                  <a:lnTo>
                    <a:pt x="352" y="788"/>
                  </a:lnTo>
                  <a:lnTo>
                    <a:pt x="251" y="990"/>
                  </a:lnTo>
                  <a:lnTo>
                    <a:pt x="103" y="1237"/>
                  </a:lnTo>
                  <a:lnTo>
                    <a:pt x="35" y="1323"/>
                  </a:lnTo>
                  <a:lnTo>
                    <a:pt x="0" y="1300"/>
                  </a:lnTo>
                  <a:lnTo>
                    <a:pt x="46" y="1214"/>
                  </a:lnTo>
                  <a:lnTo>
                    <a:pt x="158" y="988"/>
                  </a:lnTo>
                  <a:lnTo>
                    <a:pt x="306" y="653"/>
                  </a:lnTo>
                  <a:lnTo>
                    <a:pt x="394" y="311"/>
                  </a:lnTo>
                  <a:lnTo>
                    <a:pt x="443" y="131"/>
                  </a:lnTo>
                  <a:lnTo>
                    <a:pt x="498" y="9"/>
                  </a:lnTo>
                  <a:lnTo>
                    <a:pt x="527" y="0"/>
                  </a:lnTo>
                  <a:lnTo>
                    <a:pt x="535" y="28"/>
                  </a:lnTo>
                  <a:lnTo>
                    <a:pt x="535"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8" name="Google Shape;358;p9"/>
            <p:cNvSpPr/>
            <p:nvPr/>
          </p:nvSpPr>
          <p:spPr>
            <a:xfrm>
              <a:off x="2691" y="2755"/>
              <a:ext cx="99" cy="666"/>
            </a:xfrm>
            <a:custGeom>
              <a:rect b="b" l="l" r="r" t="t"/>
              <a:pathLst>
                <a:path extrusionOk="0" h="1333" w="198">
                  <a:moveTo>
                    <a:pt x="57" y="6"/>
                  </a:moveTo>
                  <a:lnTo>
                    <a:pt x="149" y="124"/>
                  </a:lnTo>
                  <a:lnTo>
                    <a:pt x="194" y="272"/>
                  </a:lnTo>
                  <a:lnTo>
                    <a:pt x="198" y="428"/>
                  </a:lnTo>
                  <a:lnTo>
                    <a:pt x="171" y="572"/>
                  </a:lnTo>
                  <a:lnTo>
                    <a:pt x="99" y="1008"/>
                  </a:lnTo>
                  <a:lnTo>
                    <a:pt x="97" y="1163"/>
                  </a:lnTo>
                  <a:lnTo>
                    <a:pt x="162" y="1302"/>
                  </a:lnTo>
                  <a:lnTo>
                    <a:pt x="164" y="1331"/>
                  </a:lnTo>
                  <a:lnTo>
                    <a:pt x="135" y="1333"/>
                  </a:lnTo>
                  <a:lnTo>
                    <a:pt x="25" y="1186"/>
                  </a:lnTo>
                  <a:lnTo>
                    <a:pt x="0" y="964"/>
                  </a:lnTo>
                  <a:lnTo>
                    <a:pt x="29" y="726"/>
                  </a:lnTo>
                  <a:lnTo>
                    <a:pt x="76" y="542"/>
                  </a:lnTo>
                  <a:lnTo>
                    <a:pt x="124" y="268"/>
                  </a:lnTo>
                  <a:lnTo>
                    <a:pt x="90" y="173"/>
                  </a:lnTo>
                  <a:lnTo>
                    <a:pt x="23" y="31"/>
                  </a:lnTo>
                  <a:lnTo>
                    <a:pt x="27" y="0"/>
                  </a:lnTo>
                  <a:lnTo>
                    <a:pt x="57" y="6"/>
                  </a:lnTo>
                  <a:lnTo>
                    <a:pt x="5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9" name="Google Shape;359;p9"/>
            <p:cNvSpPr/>
            <p:nvPr/>
          </p:nvSpPr>
          <p:spPr>
            <a:xfrm>
              <a:off x="2345" y="2975"/>
              <a:ext cx="286" cy="777"/>
            </a:xfrm>
            <a:custGeom>
              <a:rect b="b" l="l" r="r" t="t"/>
              <a:pathLst>
                <a:path extrusionOk="0" h="1555" w="573">
                  <a:moveTo>
                    <a:pt x="573" y="2"/>
                  </a:moveTo>
                  <a:lnTo>
                    <a:pt x="561" y="297"/>
                  </a:lnTo>
                  <a:lnTo>
                    <a:pt x="529" y="460"/>
                  </a:lnTo>
                  <a:lnTo>
                    <a:pt x="428" y="799"/>
                  </a:lnTo>
                  <a:lnTo>
                    <a:pt x="365" y="956"/>
                  </a:lnTo>
                  <a:lnTo>
                    <a:pt x="240" y="1226"/>
                  </a:lnTo>
                  <a:lnTo>
                    <a:pt x="145" y="1390"/>
                  </a:lnTo>
                  <a:lnTo>
                    <a:pt x="91" y="1475"/>
                  </a:lnTo>
                  <a:lnTo>
                    <a:pt x="38" y="1546"/>
                  </a:lnTo>
                  <a:lnTo>
                    <a:pt x="10" y="1555"/>
                  </a:lnTo>
                  <a:lnTo>
                    <a:pt x="0" y="1527"/>
                  </a:lnTo>
                  <a:lnTo>
                    <a:pt x="71" y="1331"/>
                  </a:lnTo>
                  <a:lnTo>
                    <a:pt x="164" y="1137"/>
                  </a:lnTo>
                  <a:lnTo>
                    <a:pt x="263" y="945"/>
                  </a:lnTo>
                  <a:lnTo>
                    <a:pt x="348" y="751"/>
                  </a:lnTo>
                  <a:lnTo>
                    <a:pt x="436" y="494"/>
                  </a:lnTo>
                  <a:lnTo>
                    <a:pt x="500" y="230"/>
                  </a:lnTo>
                  <a:lnTo>
                    <a:pt x="531" y="0"/>
                  </a:lnTo>
                  <a:lnTo>
                    <a:pt x="573" y="2"/>
                  </a:lnTo>
                  <a:lnTo>
                    <a:pt x="573"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0" name="Google Shape;360;p9"/>
            <p:cNvSpPr/>
            <p:nvPr/>
          </p:nvSpPr>
          <p:spPr>
            <a:xfrm>
              <a:off x="1646" y="3586"/>
              <a:ext cx="220" cy="73"/>
            </a:xfrm>
            <a:custGeom>
              <a:rect b="b" l="l" r="r" t="t"/>
              <a:pathLst>
                <a:path extrusionOk="0" h="146" w="439">
                  <a:moveTo>
                    <a:pt x="28" y="0"/>
                  </a:moveTo>
                  <a:lnTo>
                    <a:pt x="308" y="60"/>
                  </a:lnTo>
                  <a:lnTo>
                    <a:pt x="439" y="91"/>
                  </a:lnTo>
                  <a:lnTo>
                    <a:pt x="439" y="133"/>
                  </a:lnTo>
                  <a:lnTo>
                    <a:pt x="287" y="146"/>
                  </a:lnTo>
                  <a:lnTo>
                    <a:pt x="120" y="74"/>
                  </a:lnTo>
                  <a:lnTo>
                    <a:pt x="19" y="45"/>
                  </a:lnTo>
                  <a:lnTo>
                    <a:pt x="0" y="19"/>
                  </a:lnTo>
                  <a:lnTo>
                    <a:pt x="28" y="0"/>
                  </a:lnTo>
                  <a:lnTo>
                    <a:pt x="2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1" name="Google Shape;361;p9"/>
            <p:cNvSpPr/>
            <p:nvPr/>
          </p:nvSpPr>
          <p:spPr>
            <a:xfrm>
              <a:off x="1118" y="2901"/>
              <a:ext cx="542" cy="706"/>
            </a:xfrm>
            <a:custGeom>
              <a:rect b="b" l="l" r="r" t="t"/>
              <a:pathLst>
                <a:path extrusionOk="0" h="1410" w="1083">
                  <a:moveTo>
                    <a:pt x="42" y="21"/>
                  </a:moveTo>
                  <a:lnTo>
                    <a:pt x="66" y="163"/>
                  </a:lnTo>
                  <a:lnTo>
                    <a:pt x="125" y="306"/>
                  </a:lnTo>
                  <a:lnTo>
                    <a:pt x="190" y="447"/>
                  </a:lnTo>
                  <a:lnTo>
                    <a:pt x="289" y="667"/>
                  </a:lnTo>
                  <a:lnTo>
                    <a:pt x="391" y="829"/>
                  </a:lnTo>
                  <a:lnTo>
                    <a:pt x="456" y="893"/>
                  </a:lnTo>
                  <a:lnTo>
                    <a:pt x="536" y="952"/>
                  </a:lnTo>
                  <a:lnTo>
                    <a:pt x="755" y="1062"/>
                  </a:lnTo>
                  <a:lnTo>
                    <a:pt x="859" y="1112"/>
                  </a:lnTo>
                  <a:lnTo>
                    <a:pt x="964" y="1182"/>
                  </a:lnTo>
                  <a:lnTo>
                    <a:pt x="1083" y="1384"/>
                  </a:lnTo>
                  <a:lnTo>
                    <a:pt x="1068" y="1410"/>
                  </a:lnTo>
                  <a:lnTo>
                    <a:pt x="1042" y="1393"/>
                  </a:lnTo>
                  <a:lnTo>
                    <a:pt x="988" y="1310"/>
                  </a:lnTo>
                  <a:lnTo>
                    <a:pt x="920" y="1247"/>
                  </a:lnTo>
                  <a:lnTo>
                    <a:pt x="840" y="1197"/>
                  </a:lnTo>
                  <a:lnTo>
                    <a:pt x="753" y="1156"/>
                  </a:lnTo>
                  <a:lnTo>
                    <a:pt x="572" y="1080"/>
                  </a:lnTo>
                  <a:lnTo>
                    <a:pt x="405" y="973"/>
                  </a:lnTo>
                  <a:lnTo>
                    <a:pt x="230" y="743"/>
                  </a:lnTo>
                  <a:lnTo>
                    <a:pt x="118" y="477"/>
                  </a:lnTo>
                  <a:lnTo>
                    <a:pt x="36" y="251"/>
                  </a:lnTo>
                  <a:lnTo>
                    <a:pt x="0" y="23"/>
                  </a:lnTo>
                  <a:lnTo>
                    <a:pt x="21" y="0"/>
                  </a:lnTo>
                  <a:lnTo>
                    <a:pt x="42" y="21"/>
                  </a:lnTo>
                  <a:lnTo>
                    <a:pt x="42"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2" name="Google Shape;362;p9"/>
            <p:cNvSpPr/>
            <p:nvPr/>
          </p:nvSpPr>
          <p:spPr>
            <a:xfrm>
              <a:off x="739" y="2579"/>
              <a:ext cx="953" cy="1274"/>
            </a:xfrm>
            <a:custGeom>
              <a:rect b="b" l="l" r="r" t="t"/>
              <a:pathLst>
                <a:path extrusionOk="0" h="2548" w="1907">
                  <a:moveTo>
                    <a:pt x="542" y="33"/>
                  </a:moveTo>
                  <a:lnTo>
                    <a:pt x="350" y="215"/>
                  </a:lnTo>
                  <a:lnTo>
                    <a:pt x="213" y="409"/>
                  </a:lnTo>
                  <a:lnTo>
                    <a:pt x="126" y="613"/>
                  </a:lnTo>
                  <a:lnTo>
                    <a:pt x="86" y="822"/>
                  </a:lnTo>
                  <a:lnTo>
                    <a:pt x="82" y="928"/>
                  </a:lnTo>
                  <a:lnTo>
                    <a:pt x="88" y="1035"/>
                  </a:lnTo>
                  <a:lnTo>
                    <a:pt x="131" y="1246"/>
                  </a:lnTo>
                  <a:lnTo>
                    <a:pt x="209" y="1453"/>
                  </a:lnTo>
                  <a:lnTo>
                    <a:pt x="320" y="1650"/>
                  </a:lnTo>
                  <a:lnTo>
                    <a:pt x="458" y="1837"/>
                  </a:lnTo>
                  <a:lnTo>
                    <a:pt x="620" y="2006"/>
                  </a:lnTo>
                  <a:lnTo>
                    <a:pt x="804" y="2158"/>
                  </a:lnTo>
                  <a:lnTo>
                    <a:pt x="1004" y="2287"/>
                  </a:lnTo>
                  <a:lnTo>
                    <a:pt x="1219" y="2390"/>
                  </a:lnTo>
                  <a:lnTo>
                    <a:pt x="1443" y="2464"/>
                  </a:lnTo>
                  <a:lnTo>
                    <a:pt x="1671" y="2504"/>
                  </a:lnTo>
                  <a:lnTo>
                    <a:pt x="1903" y="2506"/>
                  </a:lnTo>
                  <a:lnTo>
                    <a:pt x="1907" y="2548"/>
                  </a:lnTo>
                  <a:lnTo>
                    <a:pt x="1392" y="2508"/>
                  </a:lnTo>
                  <a:lnTo>
                    <a:pt x="1149" y="2436"/>
                  </a:lnTo>
                  <a:lnTo>
                    <a:pt x="918" y="2333"/>
                  </a:lnTo>
                  <a:lnTo>
                    <a:pt x="706" y="2204"/>
                  </a:lnTo>
                  <a:lnTo>
                    <a:pt x="514" y="2050"/>
                  </a:lnTo>
                  <a:lnTo>
                    <a:pt x="348" y="1877"/>
                  </a:lnTo>
                  <a:lnTo>
                    <a:pt x="207" y="1687"/>
                  </a:lnTo>
                  <a:lnTo>
                    <a:pt x="101" y="1485"/>
                  </a:lnTo>
                  <a:lnTo>
                    <a:pt x="27" y="1272"/>
                  </a:lnTo>
                  <a:lnTo>
                    <a:pt x="0" y="835"/>
                  </a:lnTo>
                  <a:lnTo>
                    <a:pt x="53" y="616"/>
                  </a:lnTo>
                  <a:lnTo>
                    <a:pt x="97" y="508"/>
                  </a:lnTo>
                  <a:lnTo>
                    <a:pt x="154" y="402"/>
                  </a:lnTo>
                  <a:lnTo>
                    <a:pt x="225" y="297"/>
                  </a:lnTo>
                  <a:lnTo>
                    <a:pt x="308" y="194"/>
                  </a:lnTo>
                  <a:lnTo>
                    <a:pt x="517" y="0"/>
                  </a:lnTo>
                  <a:lnTo>
                    <a:pt x="542" y="33"/>
                  </a:lnTo>
                  <a:lnTo>
                    <a:pt x="54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3" name="Google Shape;363;p9"/>
            <p:cNvSpPr/>
            <p:nvPr/>
          </p:nvSpPr>
          <p:spPr>
            <a:xfrm>
              <a:off x="1588" y="3673"/>
              <a:ext cx="107" cy="182"/>
            </a:xfrm>
            <a:custGeom>
              <a:rect b="b" l="l" r="r" t="t"/>
              <a:pathLst>
                <a:path extrusionOk="0" h="363" w="213">
                  <a:moveTo>
                    <a:pt x="93" y="23"/>
                  </a:moveTo>
                  <a:lnTo>
                    <a:pt x="66" y="132"/>
                  </a:lnTo>
                  <a:lnTo>
                    <a:pt x="101" y="242"/>
                  </a:lnTo>
                  <a:lnTo>
                    <a:pt x="142" y="291"/>
                  </a:lnTo>
                  <a:lnTo>
                    <a:pt x="196" y="324"/>
                  </a:lnTo>
                  <a:lnTo>
                    <a:pt x="213" y="348"/>
                  </a:lnTo>
                  <a:lnTo>
                    <a:pt x="186" y="363"/>
                  </a:lnTo>
                  <a:lnTo>
                    <a:pt x="19" y="295"/>
                  </a:lnTo>
                  <a:lnTo>
                    <a:pt x="0" y="145"/>
                  </a:lnTo>
                  <a:lnTo>
                    <a:pt x="23" y="63"/>
                  </a:lnTo>
                  <a:lnTo>
                    <a:pt x="57" y="0"/>
                  </a:lnTo>
                  <a:lnTo>
                    <a:pt x="93" y="23"/>
                  </a:lnTo>
                  <a:lnTo>
                    <a:pt x="93"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4" name="Google Shape;364;p9"/>
            <p:cNvSpPr/>
            <p:nvPr/>
          </p:nvSpPr>
          <p:spPr>
            <a:xfrm>
              <a:off x="1687" y="3804"/>
              <a:ext cx="137" cy="47"/>
            </a:xfrm>
            <a:custGeom>
              <a:rect b="b" l="l" r="r" t="t"/>
              <a:pathLst>
                <a:path extrusionOk="0" h="93" w="273">
                  <a:moveTo>
                    <a:pt x="0" y="4"/>
                  </a:moveTo>
                  <a:lnTo>
                    <a:pt x="135" y="0"/>
                  </a:lnTo>
                  <a:lnTo>
                    <a:pt x="258" y="53"/>
                  </a:lnTo>
                  <a:lnTo>
                    <a:pt x="273" y="78"/>
                  </a:lnTo>
                  <a:lnTo>
                    <a:pt x="247" y="93"/>
                  </a:lnTo>
                  <a:lnTo>
                    <a:pt x="100" y="57"/>
                  </a:lnTo>
                  <a:lnTo>
                    <a:pt x="7" y="45"/>
                  </a:lnTo>
                  <a:lnTo>
                    <a:pt x="0" y="4"/>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5" name="Google Shape;365;p9"/>
            <p:cNvSpPr/>
            <p:nvPr/>
          </p:nvSpPr>
          <p:spPr>
            <a:xfrm>
              <a:off x="1788" y="3681"/>
              <a:ext cx="82" cy="166"/>
            </a:xfrm>
            <a:custGeom>
              <a:rect b="b" l="l" r="r" t="t"/>
              <a:pathLst>
                <a:path extrusionOk="0" h="332" w="164">
                  <a:moveTo>
                    <a:pt x="164" y="32"/>
                  </a:moveTo>
                  <a:lnTo>
                    <a:pt x="126" y="72"/>
                  </a:lnTo>
                  <a:lnTo>
                    <a:pt x="86" y="176"/>
                  </a:lnTo>
                  <a:lnTo>
                    <a:pt x="82" y="289"/>
                  </a:lnTo>
                  <a:lnTo>
                    <a:pt x="70" y="319"/>
                  </a:lnTo>
                  <a:lnTo>
                    <a:pt x="44" y="332"/>
                  </a:lnTo>
                  <a:lnTo>
                    <a:pt x="0" y="292"/>
                  </a:lnTo>
                  <a:lnTo>
                    <a:pt x="32" y="131"/>
                  </a:lnTo>
                  <a:lnTo>
                    <a:pt x="78" y="57"/>
                  </a:lnTo>
                  <a:lnTo>
                    <a:pt x="135" y="0"/>
                  </a:lnTo>
                  <a:lnTo>
                    <a:pt x="164" y="2"/>
                  </a:lnTo>
                  <a:lnTo>
                    <a:pt x="164" y="32"/>
                  </a:lnTo>
                  <a:lnTo>
                    <a:pt x="164"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6" name="Google Shape;366;p9"/>
            <p:cNvSpPr/>
            <p:nvPr/>
          </p:nvSpPr>
          <p:spPr>
            <a:xfrm>
              <a:off x="1899" y="3598"/>
              <a:ext cx="337" cy="80"/>
            </a:xfrm>
            <a:custGeom>
              <a:rect b="b" l="l" r="r" t="t"/>
              <a:pathLst>
                <a:path extrusionOk="0" h="160" w="673">
                  <a:moveTo>
                    <a:pt x="0" y="118"/>
                  </a:moveTo>
                  <a:lnTo>
                    <a:pt x="171" y="69"/>
                  </a:lnTo>
                  <a:lnTo>
                    <a:pt x="254" y="34"/>
                  </a:lnTo>
                  <a:lnTo>
                    <a:pt x="342" y="17"/>
                  </a:lnTo>
                  <a:lnTo>
                    <a:pt x="555" y="21"/>
                  </a:lnTo>
                  <a:lnTo>
                    <a:pt x="671" y="0"/>
                  </a:lnTo>
                  <a:lnTo>
                    <a:pt x="673" y="65"/>
                  </a:lnTo>
                  <a:lnTo>
                    <a:pt x="515" y="74"/>
                  </a:lnTo>
                  <a:lnTo>
                    <a:pt x="344" y="59"/>
                  </a:lnTo>
                  <a:lnTo>
                    <a:pt x="173" y="109"/>
                  </a:lnTo>
                  <a:lnTo>
                    <a:pt x="89" y="143"/>
                  </a:lnTo>
                  <a:lnTo>
                    <a:pt x="1" y="160"/>
                  </a:lnTo>
                  <a:lnTo>
                    <a:pt x="0" y="118"/>
                  </a:lnTo>
                  <a:lnTo>
                    <a:pt x="0" y="1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7" name="Google Shape;367;p9"/>
            <p:cNvSpPr/>
            <p:nvPr/>
          </p:nvSpPr>
          <p:spPr>
            <a:xfrm>
              <a:off x="2084" y="3639"/>
              <a:ext cx="193" cy="131"/>
            </a:xfrm>
            <a:custGeom>
              <a:rect b="b" l="l" r="r" t="t"/>
              <a:pathLst>
                <a:path extrusionOk="0" h="262" w="386">
                  <a:moveTo>
                    <a:pt x="386" y="23"/>
                  </a:moveTo>
                  <a:lnTo>
                    <a:pt x="305" y="124"/>
                  </a:lnTo>
                  <a:lnTo>
                    <a:pt x="192" y="190"/>
                  </a:lnTo>
                  <a:lnTo>
                    <a:pt x="23" y="262"/>
                  </a:lnTo>
                  <a:lnTo>
                    <a:pt x="0" y="226"/>
                  </a:lnTo>
                  <a:lnTo>
                    <a:pt x="78" y="163"/>
                  </a:lnTo>
                  <a:lnTo>
                    <a:pt x="164" y="112"/>
                  </a:lnTo>
                  <a:lnTo>
                    <a:pt x="352" y="0"/>
                  </a:lnTo>
                  <a:lnTo>
                    <a:pt x="386" y="23"/>
                  </a:lnTo>
                  <a:lnTo>
                    <a:pt x="386"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8" name="Google Shape;368;p9"/>
            <p:cNvSpPr/>
            <p:nvPr/>
          </p:nvSpPr>
          <p:spPr>
            <a:xfrm>
              <a:off x="1805" y="3736"/>
              <a:ext cx="489" cy="133"/>
            </a:xfrm>
            <a:custGeom>
              <a:rect b="b" l="l" r="r" t="t"/>
              <a:pathLst>
                <a:path extrusionOk="0" h="266" w="978">
                  <a:moveTo>
                    <a:pt x="0" y="120"/>
                  </a:moveTo>
                  <a:lnTo>
                    <a:pt x="272" y="127"/>
                  </a:lnTo>
                  <a:lnTo>
                    <a:pt x="550" y="184"/>
                  </a:lnTo>
                  <a:lnTo>
                    <a:pt x="664" y="175"/>
                  </a:lnTo>
                  <a:lnTo>
                    <a:pt x="761" y="125"/>
                  </a:lnTo>
                  <a:lnTo>
                    <a:pt x="854" y="59"/>
                  </a:lnTo>
                  <a:lnTo>
                    <a:pt x="949" y="0"/>
                  </a:lnTo>
                  <a:lnTo>
                    <a:pt x="978" y="0"/>
                  </a:lnTo>
                  <a:lnTo>
                    <a:pt x="976" y="30"/>
                  </a:lnTo>
                  <a:lnTo>
                    <a:pt x="941" y="72"/>
                  </a:lnTo>
                  <a:lnTo>
                    <a:pt x="884" y="133"/>
                  </a:lnTo>
                  <a:lnTo>
                    <a:pt x="824" y="192"/>
                  </a:lnTo>
                  <a:lnTo>
                    <a:pt x="782" y="228"/>
                  </a:lnTo>
                  <a:lnTo>
                    <a:pt x="664" y="266"/>
                  </a:lnTo>
                  <a:lnTo>
                    <a:pt x="540" y="256"/>
                  </a:lnTo>
                  <a:lnTo>
                    <a:pt x="371" y="213"/>
                  </a:lnTo>
                  <a:lnTo>
                    <a:pt x="202" y="165"/>
                  </a:lnTo>
                  <a:lnTo>
                    <a:pt x="6" y="160"/>
                  </a:lnTo>
                  <a:lnTo>
                    <a:pt x="0" y="120"/>
                  </a:lnTo>
                  <a:lnTo>
                    <a:pt x="0" y="1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9" name="Google Shape;369;p9"/>
            <p:cNvSpPr/>
            <p:nvPr/>
          </p:nvSpPr>
          <p:spPr>
            <a:xfrm>
              <a:off x="2165" y="3692"/>
              <a:ext cx="171" cy="68"/>
            </a:xfrm>
            <a:custGeom>
              <a:rect b="b" l="l" r="r" t="t"/>
              <a:pathLst>
                <a:path extrusionOk="0" h="135" w="340">
                  <a:moveTo>
                    <a:pt x="51" y="0"/>
                  </a:moveTo>
                  <a:lnTo>
                    <a:pt x="258" y="71"/>
                  </a:lnTo>
                  <a:lnTo>
                    <a:pt x="323" y="92"/>
                  </a:lnTo>
                  <a:lnTo>
                    <a:pt x="340" y="118"/>
                  </a:lnTo>
                  <a:lnTo>
                    <a:pt x="312" y="135"/>
                  </a:lnTo>
                  <a:lnTo>
                    <a:pt x="220" y="116"/>
                  </a:lnTo>
                  <a:lnTo>
                    <a:pt x="34" y="88"/>
                  </a:lnTo>
                  <a:lnTo>
                    <a:pt x="0" y="37"/>
                  </a:lnTo>
                  <a:lnTo>
                    <a:pt x="51" y="0"/>
                  </a:lnTo>
                  <a:lnTo>
                    <a:pt x="5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0" name="Google Shape;370;p9"/>
            <p:cNvSpPr/>
            <p:nvPr/>
          </p:nvSpPr>
          <p:spPr>
            <a:xfrm>
              <a:off x="2501" y="3013"/>
              <a:ext cx="170" cy="700"/>
            </a:xfrm>
            <a:custGeom>
              <a:rect b="b" l="l" r="r" t="t"/>
              <a:pathLst>
                <a:path extrusionOk="0" h="1401" w="340">
                  <a:moveTo>
                    <a:pt x="340" y="23"/>
                  </a:moveTo>
                  <a:lnTo>
                    <a:pt x="308" y="578"/>
                  </a:lnTo>
                  <a:lnTo>
                    <a:pt x="264" y="877"/>
                  </a:lnTo>
                  <a:lnTo>
                    <a:pt x="198" y="1114"/>
                  </a:lnTo>
                  <a:lnTo>
                    <a:pt x="129" y="1259"/>
                  </a:lnTo>
                  <a:lnTo>
                    <a:pt x="84" y="1331"/>
                  </a:lnTo>
                  <a:lnTo>
                    <a:pt x="38" y="1390"/>
                  </a:lnTo>
                  <a:lnTo>
                    <a:pt x="10" y="1401"/>
                  </a:lnTo>
                  <a:lnTo>
                    <a:pt x="0" y="1373"/>
                  </a:lnTo>
                  <a:lnTo>
                    <a:pt x="53" y="1224"/>
                  </a:lnTo>
                  <a:lnTo>
                    <a:pt x="122" y="1084"/>
                  </a:lnTo>
                  <a:lnTo>
                    <a:pt x="209" y="717"/>
                  </a:lnTo>
                  <a:lnTo>
                    <a:pt x="295" y="23"/>
                  </a:lnTo>
                  <a:lnTo>
                    <a:pt x="318" y="0"/>
                  </a:lnTo>
                  <a:lnTo>
                    <a:pt x="340" y="23"/>
                  </a:lnTo>
                  <a:lnTo>
                    <a:pt x="34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1" name="Google Shape;371;p9"/>
            <p:cNvSpPr/>
            <p:nvPr/>
          </p:nvSpPr>
          <p:spPr>
            <a:xfrm>
              <a:off x="2375" y="3671"/>
              <a:ext cx="101" cy="39"/>
            </a:xfrm>
            <a:custGeom>
              <a:rect b="b" l="l" r="r" t="t"/>
              <a:pathLst>
                <a:path extrusionOk="0" h="78" w="204">
                  <a:moveTo>
                    <a:pt x="15" y="26"/>
                  </a:moveTo>
                  <a:lnTo>
                    <a:pt x="74" y="0"/>
                  </a:lnTo>
                  <a:lnTo>
                    <a:pt x="188" y="38"/>
                  </a:lnTo>
                  <a:lnTo>
                    <a:pt x="204" y="62"/>
                  </a:lnTo>
                  <a:lnTo>
                    <a:pt x="179" y="78"/>
                  </a:lnTo>
                  <a:lnTo>
                    <a:pt x="38" y="78"/>
                  </a:lnTo>
                  <a:lnTo>
                    <a:pt x="0" y="62"/>
                  </a:lnTo>
                  <a:lnTo>
                    <a:pt x="15" y="26"/>
                  </a:lnTo>
                  <a:lnTo>
                    <a:pt x="15"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2" name="Google Shape;372;p9"/>
            <p:cNvSpPr/>
            <p:nvPr/>
          </p:nvSpPr>
          <p:spPr>
            <a:xfrm>
              <a:off x="2608" y="3430"/>
              <a:ext cx="135" cy="66"/>
            </a:xfrm>
            <a:custGeom>
              <a:rect b="b" l="l" r="r" t="t"/>
              <a:pathLst>
                <a:path extrusionOk="0" h="133" w="270">
                  <a:moveTo>
                    <a:pt x="30" y="57"/>
                  </a:moveTo>
                  <a:lnTo>
                    <a:pt x="160" y="30"/>
                  </a:lnTo>
                  <a:lnTo>
                    <a:pt x="257" y="0"/>
                  </a:lnTo>
                  <a:lnTo>
                    <a:pt x="270" y="40"/>
                  </a:lnTo>
                  <a:lnTo>
                    <a:pt x="158" y="93"/>
                  </a:lnTo>
                  <a:lnTo>
                    <a:pt x="47" y="133"/>
                  </a:lnTo>
                  <a:lnTo>
                    <a:pt x="0" y="102"/>
                  </a:lnTo>
                  <a:lnTo>
                    <a:pt x="30" y="57"/>
                  </a:lnTo>
                  <a:lnTo>
                    <a:pt x="30"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3" name="Google Shape;373;p9"/>
            <p:cNvSpPr/>
            <p:nvPr/>
          </p:nvSpPr>
          <p:spPr>
            <a:xfrm>
              <a:off x="1963" y="2774"/>
              <a:ext cx="176" cy="274"/>
            </a:xfrm>
            <a:custGeom>
              <a:rect b="b" l="l" r="r" t="t"/>
              <a:pathLst>
                <a:path extrusionOk="0" h="548" w="352">
                  <a:moveTo>
                    <a:pt x="352" y="29"/>
                  </a:moveTo>
                  <a:lnTo>
                    <a:pt x="291" y="110"/>
                  </a:lnTo>
                  <a:lnTo>
                    <a:pt x="198" y="185"/>
                  </a:lnTo>
                  <a:lnTo>
                    <a:pt x="84" y="357"/>
                  </a:lnTo>
                  <a:lnTo>
                    <a:pt x="127" y="483"/>
                  </a:lnTo>
                  <a:lnTo>
                    <a:pt x="139" y="546"/>
                  </a:lnTo>
                  <a:lnTo>
                    <a:pt x="110" y="548"/>
                  </a:lnTo>
                  <a:lnTo>
                    <a:pt x="47" y="504"/>
                  </a:lnTo>
                  <a:lnTo>
                    <a:pt x="21" y="434"/>
                  </a:lnTo>
                  <a:lnTo>
                    <a:pt x="0" y="361"/>
                  </a:lnTo>
                  <a:lnTo>
                    <a:pt x="27" y="278"/>
                  </a:lnTo>
                  <a:lnTo>
                    <a:pt x="91" y="209"/>
                  </a:lnTo>
                  <a:lnTo>
                    <a:pt x="241" y="101"/>
                  </a:lnTo>
                  <a:lnTo>
                    <a:pt x="314" y="10"/>
                  </a:lnTo>
                  <a:lnTo>
                    <a:pt x="342" y="0"/>
                  </a:lnTo>
                  <a:lnTo>
                    <a:pt x="352" y="29"/>
                  </a:lnTo>
                  <a:lnTo>
                    <a:pt x="352"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4" name="Google Shape;374;p9"/>
            <p:cNvSpPr/>
            <p:nvPr/>
          </p:nvSpPr>
          <p:spPr>
            <a:xfrm>
              <a:off x="2006" y="2929"/>
              <a:ext cx="65" cy="386"/>
            </a:xfrm>
            <a:custGeom>
              <a:rect b="b" l="l" r="r" t="t"/>
              <a:pathLst>
                <a:path extrusionOk="0" h="772" w="131">
                  <a:moveTo>
                    <a:pt x="131" y="40"/>
                  </a:moveTo>
                  <a:lnTo>
                    <a:pt x="123" y="105"/>
                  </a:lnTo>
                  <a:lnTo>
                    <a:pt x="91" y="374"/>
                  </a:lnTo>
                  <a:lnTo>
                    <a:pt x="74" y="622"/>
                  </a:lnTo>
                  <a:lnTo>
                    <a:pt x="83" y="747"/>
                  </a:lnTo>
                  <a:lnTo>
                    <a:pt x="66" y="772"/>
                  </a:lnTo>
                  <a:lnTo>
                    <a:pt x="43" y="755"/>
                  </a:lnTo>
                  <a:lnTo>
                    <a:pt x="0" y="412"/>
                  </a:lnTo>
                  <a:lnTo>
                    <a:pt x="7" y="220"/>
                  </a:lnTo>
                  <a:lnTo>
                    <a:pt x="39" y="76"/>
                  </a:lnTo>
                  <a:lnTo>
                    <a:pt x="62" y="28"/>
                  </a:lnTo>
                  <a:lnTo>
                    <a:pt x="104" y="0"/>
                  </a:lnTo>
                  <a:lnTo>
                    <a:pt x="131" y="40"/>
                  </a:lnTo>
                  <a:lnTo>
                    <a:pt x="131"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5" name="Google Shape;375;p9"/>
            <p:cNvSpPr/>
            <p:nvPr/>
          </p:nvSpPr>
          <p:spPr>
            <a:xfrm>
              <a:off x="2053" y="2977"/>
              <a:ext cx="115" cy="342"/>
            </a:xfrm>
            <a:custGeom>
              <a:rect b="b" l="l" r="r" t="t"/>
              <a:pathLst>
                <a:path extrusionOk="0" h="682" w="230">
                  <a:moveTo>
                    <a:pt x="230" y="25"/>
                  </a:moveTo>
                  <a:lnTo>
                    <a:pt x="186" y="213"/>
                  </a:lnTo>
                  <a:lnTo>
                    <a:pt x="136" y="411"/>
                  </a:lnTo>
                  <a:lnTo>
                    <a:pt x="93" y="542"/>
                  </a:lnTo>
                  <a:lnTo>
                    <a:pt x="39" y="669"/>
                  </a:lnTo>
                  <a:lnTo>
                    <a:pt x="13" y="682"/>
                  </a:lnTo>
                  <a:lnTo>
                    <a:pt x="0" y="656"/>
                  </a:lnTo>
                  <a:lnTo>
                    <a:pt x="36" y="525"/>
                  </a:lnTo>
                  <a:lnTo>
                    <a:pt x="83" y="395"/>
                  </a:lnTo>
                  <a:lnTo>
                    <a:pt x="135" y="201"/>
                  </a:lnTo>
                  <a:lnTo>
                    <a:pt x="190" y="15"/>
                  </a:lnTo>
                  <a:lnTo>
                    <a:pt x="214" y="0"/>
                  </a:lnTo>
                  <a:lnTo>
                    <a:pt x="230" y="25"/>
                  </a:lnTo>
                  <a:lnTo>
                    <a:pt x="230"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6" name="Google Shape;376;p9"/>
            <p:cNvSpPr/>
            <p:nvPr/>
          </p:nvSpPr>
          <p:spPr>
            <a:xfrm>
              <a:off x="2109" y="3027"/>
              <a:ext cx="133" cy="168"/>
            </a:xfrm>
            <a:custGeom>
              <a:rect b="b" l="l" r="r" t="t"/>
              <a:pathLst>
                <a:path extrusionOk="0" h="336" w="266">
                  <a:moveTo>
                    <a:pt x="0" y="308"/>
                  </a:moveTo>
                  <a:lnTo>
                    <a:pt x="74" y="232"/>
                  </a:lnTo>
                  <a:lnTo>
                    <a:pt x="152" y="154"/>
                  </a:lnTo>
                  <a:lnTo>
                    <a:pt x="226" y="15"/>
                  </a:lnTo>
                  <a:lnTo>
                    <a:pt x="253" y="0"/>
                  </a:lnTo>
                  <a:lnTo>
                    <a:pt x="266" y="26"/>
                  </a:lnTo>
                  <a:lnTo>
                    <a:pt x="224" y="207"/>
                  </a:lnTo>
                  <a:lnTo>
                    <a:pt x="156" y="258"/>
                  </a:lnTo>
                  <a:lnTo>
                    <a:pt x="78" y="296"/>
                  </a:lnTo>
                  <a:lnTo>
                    <a:pt x="30" y="336"/>
                  </a:lnTo>
                  <a:lnTo>
                    <a:pt x="0" y="308"/>
                  </a:lnTo>
                  <a:lnTo>
                    <a:pt x="0" y="3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7" name="Google Shape;377;p9"/>
            <p:cNvSpPr/>
            <p:nvPr/>
          </p:nvSpPr>
          <p:spPr>
            <a:xfrm>
              <a:off x="1275" y="2279"/>
              <a:ext cx="194" cy="36"/>
            </a:xfrm>
            <a:custGeom>
              <a:rect b="b" l="l" r="r" t="t"/>
              <a:pathLst>
                <a:path extrusionOk="0" h="72" w="388">
                  <a:moveTo>
                    <a:pt x="27" y="17"/>
                  </a:moveTo>
                  <a:lnTo>
                    <a:pt x="71" y="30"/>
                  </a:lnTo>
                  <a:lnTo>
                    <a:pt x="137" y="0"/>
                  </a:lnTo>
                  <a:lnTo>
                    <a:pt x="192" y="28"/>
                  </a:lnTo>
                  <a:lnTo>
                    <a:pt x="236" y="2"/>
                  </a:lnTo>
                  <a:lnTo>
                    <a:pt x="307" y="19"/>
                  </a:lnTo>
                  <a:lnTo>
                    <a:pt x="371" y="13"/>
                  </a:lnTo>
                  <a:lnTo>
                    <a:pt x="388" y="36"/>
                  </a:lnTo>
                  <a:lnTo>
                    <a:pt x="364" y="55"/>
                  </a:lnTo>
                  <a:lnTo>
                    <a:pt x="297" y="57"/>
                  </a:lnTo>
                  <a:lnTo>
                    <a:pt x="244" y="43"/>
                  </a:lnTo>
                  <a:lnTo>
                    <a:pt x="196" y="70"/>
                  </a:lnTo>
                  <a:lnTo>
                    <a:pt x="137" y="42"/>
                  </a:lnTo>
                  <a:lnTo>
                    <a:pt x="77" y="72"/>
                  </a:lnTo>
                  <a:lnTo>
                    <a:pt x="14" y="57"/>
                  </a:lnTo>
                  <a:lnTo>
                    <a:pt x="0" y="30"/>
                  </a:lnTo>
                  <a:lnTo>
                    <a:pt x="27" y="17"/>
                  </a:lnTo>
                  <a:lnTo>
                    <a:pt x="2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8" name="Google Shape;378;p9"/>
            <p:cNvSpPr/>
            <p:nvPr/>
          </p:nvSpPr>
          <p:spPr>
            <a:xfrm>
              <a:off x="1317" y="2325"/>
              <a:ext cx="128" cy="39"/>
            </a:xfrm>
            <a:custGeom>
              <a:rect b="b" l="l" r="r" t="t"/>
              <a:pathLst>
                <a:path extrusionOk="0" h="78" w="257">
                  <a:moveTo>
                    <a:pt x="29" y="6"/>
                  </a:moveTo>
                  <a:lnTo>
                    <a:pt x="133" y="36"/>
                  </a:lnTo>
                  <a:lnTo>
                    <a:pt x="240" y="0"/>
                  </a:lnTo>
                  <a:lnTo>
                    <a:pt x="257" y="38"/>
                  </a:lnTo>
                  <a:lnTo>
                    <a:pt x="127" y="78"/>
                  </a:lnTo>
                  <a:lnTo>
                    <a:pt x="2" y="36"/>
                  </a:lnTo>
                  <a:lnTo>
                    <a:pt x="0" y="7"/>
                  </a:lnTo>
                  <a:lnTo>
                    <a:pt x="29" y="6"/>
                  </a:lnTo>
                  <a:lnTo>
                    <a:pt x="29"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9" name="Google Shape;379;p9"/>
            <p:cNvSpPr/>
            <p:nvPr/>
          </p:nvSpPr>
          <p:spPr>
            <a:xfrm>
              <a:off x="1313" y="2027"/>
              <a:ext cx="91" cy="214"/>
            </a:xfrm>
            <a:custGeom>
              <a:rect b="b" l="l" r="r" t="t"/>
              <a:pathLst>
                <a:path extrusionOk="0" h="428" w="182">
                  <a:moveTo>
                    <a:pt x="53" y="19"/>
                  </a:moveTo>
                  <a:lnTo>
                    <a:pt x="39" y="293"/>
                  </a:lnTo>
                  <a:lnTo>
                    <a:pt x="34" y="373"/>
                  </a:lnTo>
                  <a:lnTo>
                    <a:pt x="182" y="386"/>
                  </a:lnTo>
                  <a:lnTo>
                    <a:pt x="182" y="428"/>
                  </a:lnTo>
                  <a:lnTo>
                    <a:pt x="1" y="401"/>
                  </a:lnTo>
                  <a:lnTo>
                    <a:pt x="0" y="285"/>
                  </a:lnTo>
                  <a:lnTo>
                    <a:pt x="11" y="23"/>
                  </a:lnTo>
                  <a:lnTo>
                    <a:pt x="30" y="0"/>
                  </a:lnTo>
                  <a:lnTo>
                    <a:pt x="53" y="19"/>
                  </a:lnTo>
                  <a:lnTo>
                    <a:pt x="5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0" name="Google Shape;380;p9"/>
            <p:cNvSpPr/>
            <p:nvPr/>
          </p:nvSpPr>
          <p:spPr>
            <a:xfrm>
              <a:off x="1589" y="2160"/>
              <a:ext cx="137" cy="185"/>
            </a:xfrm>
            <a:custGeom>
              <a:rect b="b" l="l" r="r" t="t"/>
              <a:pathLst>
                <a:path extrusionOk="0" h="371" w="274">
                  <a:moveTo>
                    <a:pt x="184" y="0"/>
                  </a:moveTo>
                  <a:lnTo>
                    <a:pt x="262" y="72"/>
                  </a:lnTo>
                  <a:lnTo>
                    <a:pt x="274" y="186"/>
                  </a:lnTo>
                  <a:lnTo>
                    <a:pt x="232" y="299"/>
                  </a:lnTo>
                  <a:lnTo>
                    <a:pt x="154" y="371"/>
                  </a:lnTo>
                  <a:lnTo>
                    <a:pt x="17" y="357"/>
                  </a:lnTo>
                  <a:lnTo>
                    <a:pt x="0" y="333"/>
                  </a:lnTo>
                  <a:lnTo>
                    <a:pt x="24" y="316"/>
                  </a:lnTo>
                  <a:lnTo>
                    <a:pt x="127" y="310"/>
                  </a:lnTo>
                  <a:lnTo>
                    <a:pt x="203" y="238"/>
                  </a:lnTo>
                  <a:lnTo>
                    <a:pt x="236" y="137"/>
                  </a:lnTo>
                  <a:lnTo>
                    <a:pt x="217" y="76"/>
                  </a:lnTo>
                  <a:lnTo>
                    <a:pt x="167" y="38"/>
                  </a:lnTo>
                  <a:lnTo>
                    <a:pt x="156" y="10"/>
                  </a:lnTo>
                  <a:lnTo>
                    <a:pt x="184" y="0"/>
                  </a:lnTo>
                  <a:lnTo>
                    <a:pt x="18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1" name="Google Shape;381;p9"/>
            <p:cNvSpPr/>
            <p:nvPr/>
          </p:nvSpPr>
          <p:spPr>
            <a:xfrm>
              <a:off x="1149" y="2322"/>
              <a:ext cx="72" cy="89"/>
            </a:xfrm>
            <a:custGeom>
              <a:rect b="b" l="l" r="r" t="t"/>
              <a:pathLst>
                <a:path extrusionOk="0" h="179" w="142">
                  <a:moveTo>
                    <a:pt x="62" y="34"/>
                  </a:moveTo>
                  <a:lnTo>
                    <a:pt x="53" y="139"/>
                  </a:lnTo>
                  <a:lnTo>
                    <a:pt x="115" y="105"/>
                  </a:lnTo>
                  <a:lnTo>
                    <a:pt x="142" y="137"/>
                  </a:lnTo>
                  <a:lnTo>
                    <a:pt x="96" y="171"/>
                  </a:lnTo>
                  <a:lnTo>
                    <a:pt x="41" y="179"/>
                  </a:lnTo>
                  <a:lnTo>
                    <a:pt x="0" y="95"/>
                  </a:lnTo>
                  <a:lnTo>
                    <a:pt x="36" y="0"/>
                  </a:lnTo>
                  <a:lnTo>
                    <a:pt x="62" y="34"/>
                  </a:lnTo>
                  <a:lnTo>
                    <a:pt x="6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2" name="Google Shape;382;p9"/>
            <p:cNvSpPr/>
            <p:nvPr/>
          </p:nvSpPr>
          <p:spPr>
            <a:xfrm>
              <a:off x="1094" y="2282"/>
              <a:ext cx="157" cy="185"/>
            </a:xfrm>
            <a:custGeom>
              <a:rect b="b" l="l" r="r" t="t"/>
              <a:pathLst>
                <a:path extrusionOk="0" h="371" w="314">
                  <a:moveTo>
                    <a:pt x="118" y="40"/>
                  </a:moveTo>
                  <a:lnTo>
                    <a:pt x="57" y="88"/>
                  </a:lnTo>
                  <a:lnTo>
                    <a:pt x="40" y="151"/>
                  </a:lnTo>
                  <a:lnTo>
                    <a:pt x="57" y="221"/>
                  </a:lnTo>
                  <a:lnTo>
                    <a:pt x="95" y="286"/>
                  </a:lnTo>
                  <a:lnTo>
                    <a:pt x="145" y="316"/>
                  </a:lnTo>
                  <a:lnTo>
                    <a:pt x="198" y="308"/>
                  </a:lnTo>
                  <a:lnTo>
                    <a:pt x="274" y="225"/>
                  </a:lnTo>
                  <a:lnTo>
                    <a:pt x="299" y="206"/>
                  </a:lnTo>
                  <a:lnTo>
                    <a:pt x="314" y="230"/>
                  </a:lnTo>
                  <a:lnTo>
                    <a:pt x="299" y="289"/>
                  </a:lnTo>
                  <a:lnTo>
                    <a:pt x="268" y="341"/>
                  </a:lnTo>
                  <a:lnTo>
                    <a:pt x="152" y="371"/>
                  </a:lnTo>
                  <a:lnTo>
                    <a:pt x="44" y="322"/>
                  </a:lnTo>
                  <a:lnTo>
                    <a:pt x="0" y="132"/>
                  </a:lnTo>
                  <a:lnTo>
                    <a:pt x="33" y="50"/>
                  </a:lnTo>
                  <a:lnTo>
                    <a:pt x="105" y="0"/>
                  </a:lnTo>
                  <a:lnTo>
                    <a:pt x="118" y="40"/>
                  </a:lnTo>
                  <a:lnTo>
                    <a:pt x="118"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3" name="Google Shape;383;p9"/>
            <p:cNvSpPr/>
            <p:nvPr/>
          </p:nvSpPr>
          <p:spPr>
            <a:xfrm>
              <a:off x="951" y="1759"/>
              <a:ext cx="309" cy="885"/>
            </a:xfrm>
            <a:custGeom>
              <a:rect b="b" l="l" r="r" t="t"/>
              <a:pathLst>
                <a:path extrusionOk="0" h="1770" w="618">
                  <a:moveTo>
                    <a:pt x="618" y="42"/>
                  </a:moveTo>
                  <a:lnTo>
                    <a:pt x="388" y="182"/>
                  </a:lnTo>
                  <a:lnTo>
                    <a:pt x="232" y="412"/>
                  </a:lnTo>
                  <a:lnTo>
                    <a:pt x="215" y="686"/>
                  </a:lnTo>
                  <a:lnTo>
                    <a:pt x="200" y="831"/>
                  </a:lnTo>
                  <a:lnTo>
                    <a:pt x="167" y="971"/>
                  </a:lnTo>
                  <a:lnTo>
                    <a:pt x="122" y="1256"/>
                  </a:lnTo>
                  <a:lnTo>
                    <a:pt x="148" y="1428"/>
                  </a:lnTo>
                  <a:lnTo>
                    <a:pt x="179" y="1517"/>
                  </a:lnTo>
                  <a:lnTo>
                    <a:pt x="221" y="1585"/>
                  </a:lnTo>
                  <a:lnTo>
                    <a:pt x="272" y="1627"/>
                  </a:lnTo>
                  <a:lnTo>
                    <a:pt x="352" y="1688"/>
                  </a:lnTo>
                  <a:lnTo>
                    <a:pt x="407" y="1770"/>
                  </a:lnTo>
                  <a:lnTo>
                    <a:pt x="228" y="1728"/>
                  </a:lnTo>
                  <a:lnTo>
                    <a:pt x="103" y="1606"/>
                  </a:lnTo>
                  <a:lnTo>
                    <a:pt x="27" y="1437"/>
                  </a:lnTo>
                  <a:lnTo>
                    <a:pt x="0" y="1258"/>
                  </a:lnTo>
                  <a:lnTo>
                    <a:pt x="21" y="1112"/>
                  </a:lnTo>
                  <a:lnTo>
                    <a:pt x="69" y="973"/>
                  </a:lnTo>
                  <a:lnTo>
                    <a:pt x="139" y="686"/>
                  </a:lnTo>
                  <a:lnTo>
                    <a:pt x="156" y="382"/>
                  </a:lnTo>
                  <a:lnTo>
                    <a:pt x="226" y="260"/>
                  </a:lnTo>
                  <a:lnTo>
                    <a:pt x="340" y="137"/>
                  </a:lnTo>
                  <a:lnTo>
                    <a:pt x="474" y="40"/>
                  </a:lnTo>
                  <a:lnTo>
                    <a:pt x="607" y="0"/>
                  </a:lnTo>
                  <a:lnTo>
                    <a:pt x="618" y="42"/>
                  </a:lnTo>
                  <a:lnTo>
                    <a:pt x="618"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4" name="Google Shape;384;p9"/>
            <p:cNvSpPr/>
            <p:nvPr/>
          </p:nvSpPr>
          <p:spPr>
            <a:xfrm>
              <a:off x="1391" y="1739"/>
              <a:ext cx="453" cy="684"/>
            </a:xfrm>
            <a:custGeom>
              <a:rect b="b" l="l" r="r" t="t"/>
              <a:pathLst>
                <a:path extrusionOk="0" h="1369" w="907">
                  <a:moveTo>
                    <a:pt x="0" y="0"/>
                  </a:moveTo>
                  <a:lnTo>
                    <a:pt x="229" y="46"/>
                  </a:lnTo>
                  <a:lnTo>
                    <a:pt x="443" y="173"/>
                  </a:lnTo>
                  <a:lnTo>
                    <a:pt x="632" y="355"/>
                  </a:lnTo>
                  <a:lnTo>
                    <a:pt x="780" y="574"/>
                  </a:lnTo>
                  <a:lnTo>
                    <a:pt x="875" y="808"/>
                  </a:lnTo>
                  <a:lnTo>
                    <a:pt x="907" y="1030"/>
                  </a:lnTo>
                  <a:lnTo>
                    <a:pt x="862" y="1226"/>
                  </a:lnTo>
                  <a:lnTo>
                    <a:pt x="805" y="1306"/>
                  </a:lnTo>
                  <a:lnTo>
                    <a:pt x="725" y="1369"/>
                  </a:lnTo>
                  <a:lnTo>
                    <a:pt x="706" y="1355"/>
                  </a:lnTo>
                  <a:lnTo>
                    <a:pt x="730" y="1279"/>
                  </a:lnTo>
                  <a:lnTo>
                    <a:pt x="791" y="1120"/>
                  </a:lnTo>
                  <a:lnTo>
                    <a:pt x="784" y="911"/>
                  </a:lnTo>
                  <a:lnTo>
                    <a:pt x="723" y="703"/>
                  </a:lnTo>
                  <a:lnTo>
                    <a:pt x="677" y="603"/>
                  </a:lnTo>
                  <a:lnTo>
                    <a:pt x="565" y="420"/>
                  </a:lnTo>
                  <a:lnTo>
                    <a:pt x="451" y="279"/>
                  </a:lnTo>
                  <a:lnTo>
                    <a:pt x="398" y="222"/>
                  </a:lnTo>
                  <a:lnTo>
                    <a:pt x="284" y="129"/>
                  </a:lnTo>
                  <a:lnTo>
                    <a:pt x="154" y="67"/>
                  </a:lnTo>
                  <a:lnTo>
                    <a:pt x="0" y="44"/>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5" name="Google Shape;385;p9"/>
            <p:cNvSpPr/>
            <p:nvPr/>
          </p:nvSpPr>
          <p:spPr>
            <a:xfrm>
              <a:off x="1087" y="1832"/>
              <a:ext cx="269" cy="209"/>
            </a:xfrm>
            <a:custGeom>
              <a:rect b="b" l="l" r="r" t="t"/>
              <a:pathLst>
                <a:path extrusionOk="0" h="419" w="538">
                  <a:moveTo>
                    <a:pt x="464" y="244"/>
                  </a:moveTo>
                  <a:lnTo>
                    <a:pt x="492" y="23"/>
                  </a:lnTo>
                  <a:lnTo>
                    <a:pt x="517" y="0"/>
                  </a:lnTo>
                  <a:lnTo>
                    <a:pt x="538" y="27"/>
                  </a:lnTo>
                  <a:lnTo>
                    <a:pt x="509" y="257"/>
                  </a:lnTo>
                  <a:lnTo>
                    <a:pt x="492" y="280"/>
                  </a:lnTo>
                  <a:lnTo>
                    <a:pt x="238" y="339"/>
                  </a:lnTo>
                  <a:lnTo>
                    <a:pt x="135" y="380"/>
                  </a:lnTo>
                  <a:lnTo>
                    <a:pt x="32" y="419"/>
                  </a:lnTo>
                  <a:lnTo>
                    <a:pt x="0" y="407"/>
                  </a:lnTo>
                  <a:lnTo>
                    <a:pt x="11" y="377"/>
                  </a:lnTo>
                  <a:lnTo>
                    <a:pt x="110" y="318"/>
                  </a:lnTo>
                  <a:lnTo>
                    <a:pt x="217" y="274"/>
                  </a:lnTo>
                  <a:lnTo>
                    <a:pt x="464" y="244"/>
                  </a:lnTo>
                  <a:lnTo>
                    <a:pt x="464" y="2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6" name="Google Shape;386;p9"/>
            <p:cNvSpPr/>
            <p:nvPr/>
          </p:nvSpPr>
          <p:spPr>
            <a:xfrm>
              <a:off x="1380" y="1816"/>
              <a:ext cx="214" cy="213"/>
            </a:xfrm>
            <a:custGeom>
              <a:rect b="b" l="l" r="r" t="t"/>
              <a:pathLst>
                <a:path extrusionOk="0" h="426" w="428">
                  <a:moveTo>
                    <a:pt x="120" y="293"/>
                  </a:moveTo>
                  <a:lnTo>
                    <a:pt x="265" y="323"/>
                  </a:lnTo>
                  <a:lnTo>
                    <a:pt x="337" y="348"/>
                  </a:lnTo>
                  <a:lnTo>
                    <a:pt x="405" y="367"/>
                  </a:lnTo>
                  <a:lnTo>
                    <a:pt x="428" y="390"/>
                  </a:lnTo>
                  <a:lnTo>
                    <a:pt x="405" y="412"/>
                  </a:lnTo>
                  <a:lnTo>
                    <a:pt x="324" y="426"/>
                  </a:lnTo>
                  <a:lnTo>
                    <a:pt x="166" y="373"/>
                  </a:lnTo>
                  <a:lnTo>
                    <a:pt x="75" y="289"/>
                  </a:lnTo>
                  <a:lnTo>
                    <a:pt x="37" y="158"/>
                  </a:lnTo>
                  <a:lnTo>
                    <a:pt x="0" y="29"/>
                  </a:lnTo>
                  <a:lnTo>
                    <a:pt x="20" y="0"/>
                  </a:lnTo>
                  <a:lnTo>
                    <a:pt x="46" y="21"/>
                  </a:lnTo>
                  <a:lnTo>
                    <a:pt x="90" y="120"/>
                  </a:lnTo>
                  <a:lnTo>
                    <a:pt x="124" y="211"/>
                  </a:lnTo>
                  <a:lnTo>
                    <a:pt x="120" y="293"/>
                  </a:lnTo>
                  <a:lnTo>
                    <a:pt x="120" y="2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7" name="Google Shape;387;p9"/>
            <p:cNvSpPr/>
            <p:nvPr/>
          </p:nvSpPr>
          <p:spPr>
            <a:xfrm>
              <a:off x="1183" y="2065"/>
              <a:ext cx="116" cy="37"/>
            </a:xfrm>
            <a:custGeom>
              <a:rect b="b" l="l" r="r" t="t"/>
              <a:pathLst>
                <a:path extrusionOk="0" h="74" w="232">
                  <a:moveTo>
                    <a:pt x="0" y="51"/>
                  </a:moveTo>
                  <a:lnTo>
                    <a:pt x="42" y="13"/>
                  </a:lnTo>
                  <a:lnTo>
                    <a:pt x="101" y="0"/>
                  </a:lnTo>
                  <a:lnTo>
                    <a:pt x="219" y="21"/>
                  </a:lnTo>
                  <a:lnTo>
                    <a:pt x="232" y="48"/>
                  </a:lnTo>
                  <a:lnTo>
                    <a:pt x="205" y="59"/>
                  </a:lnTo>
                  <a:lnTo>
                    <a:pt x="114" y="38"/>
                  </a:lnTo>
                  <a:lnTo>
                    <a:pt x="32" y="74"/>
                  </a:lnTo>
                  <a:lnTo>
                    <a:pt x="0" y="51"/>
                  </a:lnTo>
                  <a:lnTo>
                    <a:pt x="0" y="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8" name="Google Shape;388;p9"/>
            <p:cNvSpPr/>
            <p:nvPr/>
          </p:nvSpPr>
          <p:spPr>
            <a:xfrm>
              <a:off x="1194" y="2109"/>
              <a:ext cx="89" cy="36"/>
            </a:xfrm>
            <a:custGeom>
              <a:rect b="b" l="l" r="r" t="t"/>
              <a:pathLst>
                <a:path extrusionOk="0" h="73" w="179">
                  <a:moveTo>
                    <a:pt x="25" y="29"/>
                  </a:moveTo>
                  <a:lnTo>
                    <a:pt x="97" y="31"/>
                  </a:lnTo>
                  <a:lnTo>
                    <a:pt x="161" y="0"/>
                  </a:lnTo>
                  <a:lnTo>
                    <a:pt x="179" y="37"/>
                  </a:lnTo>
                  <a:lnTo>
                    <a:pt x="97" y="73"/>
                  </a:lnTo>
                  <a:lnTo>
                    <a:pt x="9" y="65"/>
                  </a:lnTo>
                  <a:lnTo>
                    <a:pt x="0" y="40"/>
                  </a:lnTo>
                  <a:lnTo>
                    <a:pt x="25" y="29"/>
                  </a:lnTo>
                  <a:lnTo>
                    <a:pt x="25"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9" name="Google Shape;389;p9"/>
            <p:cNvSpPr/>
            <p:nvPr/>
          </p:nvSpPr>
          <p:spPr>
            <a:xfrm>
              <a:off x="1207" y="2079"/>
              <a:ext cx="25" cy="60"/>
            </a:xfrm>
            <a:custGeom>
              <a:rect b="b" l="l" r="r" t="t"/>
              <a:pathLst>
                <a:path extrusionOk="0" h="119" w="50">
                  <a:moveTo>
                    <a:pt x="40" y="11"/>
                  </a:moveTo>
                  <a:lnTo>
                    <a:pt x="50" y="91"/>
                  </a:lnTo>
                  <a:lnTo>
                    <a:pt x="46" y="119"/>
                  </a:lnTo>
                  <a:lnTo>
                    <a:pt x="19" y="116"/>
                  </a:lnTo>
                  <a:lnTo>
                    <a:pt x="0" y="0"/>
                  </a:lnTo>
                  <a:lnTo>
                    <a:pt x="40" y="11"/>
                  </a:lnTo>
                  <a:lnTo>
                    <a:pt x="4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0" name="Google Shape;390;p9"/>
            <p:cNvSpPr/>
            <p:nvPr/>
          </p:nvSpPr>
          <p:spPr>
            <a:xfrm>
              <a:off x="1242" y="2069"/>
              <a:ext cx="28" cy="58"/>
            </a:xfrm>
            <a:custGeom>
              <a:rect b="b" l="l" r="r" t="t"/>
              <a:pathLst>
                <a:path extrusionOk="0" h="116" w="55">
                  <a:moveTo>
                    <a:pt x="38" y="13"/>
                  </a:moveTo>
                  <a:lnTo>
                    <a:pt x="55" y="116"/>
                  </a:lnTo>
                  <a:lnTo>
                    <a:pt x="15" y="106"/>
                  </a:lnTo>
                  <a:lnTo>
                    <a:pt x="0" y="26"/>
                  </a:lnTo>
                  <a:lnTo>
                    <a:pt x="13" y="0"/>
                  </a:lnTo>
                  <a:lnTo>
                    <a:pt x="38" y="13"/>
                  </a:lnTo>
                  <a:lnTo>
                    <a:pt x="38"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1" name="Google Shape;391;p9"/>
            <p:cNvSpPr/>
            <p:nvPr/>
          </p:nvSpPr>
          <p:spPr>
            <a:xfrm>
              <a:off x="1381" y="2051"/>
              <a:ext cx="139" cy="56"/>
            </a:xfrm>
            <a:custGeom>
              <a:rect b="b" l="l" r="r" t="t"/>
              <a:pathLst>
                <a:path extrusionOk="0" h="112" w="278">
                  <a:moveTo>
                    <a:pt x="2" y="34"/>
                  </a:moveTo>
                  <a:lnTo>
                    <a:pt x="80" y="0"/>
                  </a:lnTo>
                  <a:lnTo>
                    <a:pt x="166" y="3"/>
                  </a:lnTo>
                  <a:lnTo>
                    <a:pt x="270" y="77"/>
                  </a:lnTo>
                  <a:lnTo>
                    <a:pt x="278" y="106"/>
                  </a:lnTo>
                  <a:lnTo>
                    <a:pt x="249" y="112"/>
                  </a:lnTo>
                  <a:lnTo>
                    <a:pt x="160" y="43"/>
                  </a:lnTo>
                  <a:lnTo>
                    <a:pt x="31" y="64"/>
                  </a:lnTo>
                  <a:lnTo>
                    <a:pt x="0" y="62"/>
                  </a:lnTo>
                  <a:lnTo>
                    <a:pt x="2" y="34"/>
                  </a:lnTo>
                  <a:lnTo>
                    <a:pt x="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2" name="Google Shape;392;p9"/>
            <p:cNvSpPr/>
            <p:nvPr/>
          </p:nvSpPr>
          <p:spPr>
            <a:xfrm>
              <a:off x="1395" y="2102"/>
              <a:ext cx="99" cy="20"/>
            </a:xfrm>
            <a:custGeom>
              <a:rect b="b" l="l" r="r" t="t"/>
              <a:pathLst>
                <a:path extrusionOk="0" h="40" w="200">
                  <a:moveTo>
                    <a:pt x="27" y="2"/>
                  </a:moveTo>
                  <a:lnTo>
                    <a:pt x="186" y="0"/>
                  </a:lnTo>
                  <a:lnTo>
                    <a:pt x="200" y="38"/>
                  </a:lnTo>
                  <a:lnTo>
                    <a:pt x="11" y="40"/>
                  </a:lnTo>
                  <a:lnTo>
                    <a:pt x="0" y="13"/>
                  </a:lnTo>
                  <a:lnTo>
                    <a:pt x="27" y="2"/>
                  </a:lnTo>
                  <a:lnTo>
                    <a:pt x="2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3" name="Google Shape;393;p9"/>
            <p:cNvSpPr/>
            <p:nvPr/>
          </p:nvSpPr>
          <p:spPr>
            <a:xfrm>
              <a:off x="1434" y="2056"/>
              <a:ext cx="40" cy="62"/>
            </a:xfrm>
            <a:custGeom>
              <a:rect b="b" l="l" r="r" t="t"/>
              <a:pathLst>
                <a:path extrusionOk="0" h="125" w="80">
                  <a:moveTo>
                    <a:pt x="25" y="0"/>
                  </a:moveTo>
                  <a:lnTo>
                    <a:pt x="72" y="51"/>
                  </a:lnTo>
                  <a:lnTo>
                    <a:pt x="80" y="125"/>
                  </a:lnTo>
                  <a:lnTo>
                    <a:pt x="40" y="122"/>
                  </a:lnTo>
                  <a:lnTo>
                    <a:pt x="13" y="38"/>
                  </a:lnTo>
                  <a:lnTo>
                    <a:pt x="0" y="13"/>
                  </a:lnTo>
                  <a:lnTo>
                    <a:pt x="25" y="0"/>
                  </a:lnTo>
                  <a:lnTo>
                    <a:pt x="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4" name="Google Shape;394;p9"/>
            <p:cNvSpPr/>
            <p:nvPr/>
          </p:nvSpPr>
          <p:spPr>
            <a:xfrm>
              <a:off x="1408" y="2062"/>
              <a:ext cx="26" cy="56"/>
            </a:xfrm>
            <a:custGeom>
              <a:rect b="b" l="l" r="r" t="t"/>
              <a:pathLst>
                <a:path extrusionOk="0" h="112" w="53">
                  <a:moveTo>
                    <a:pt x="53" y="12"/>
                  </a:moveTo>
                  <a:lnTo>
                    <a:pt x="40" y="90"/>
                  </a:lnTo>
                  <a:lnTo>
                    <a:pt x="22" y="112"/>
                  </a:lnTo>
                  <a:lnTo>
                    <a:pt x="0" y="93"/>
                  </a:lnTo>
                  <a:lnTo>
                    <a:pt x="15" y="0"/>
                  </a:lnTo>
                  <a:lnTo>
                    <a:pt x="53" y="12"/>
                  </a:lnTo>
                  <a:lnTo>
                    <a:pt x="53"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checke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401" name="Google Shape;401;p1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402" name="Google Shape;402;p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Recycled paper" id="403" name="Google Shape;403;p10"/>
          <p:cNvSpPr txBox="1"/>
          <p:nvPr/>
        </p:nvSpPr>
        <p:spPr>
          <a:xfrm>
            <a:off x="4572000" y="381000"/>
            <a:ext cx="4114800" cy="1931987"/>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Restate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Main Points</a:t>
            </a:r>
            <a:endParaRPr b="0" i="0" sz="1400" u="none" cap="none" strike="noStrike">
              <a:solidFill>
                <a:srgbClr val="000000"/>
              </a:solidFill>
              <a:latin typeface="Arial"/>
              <a:ea typeface="Arial"/>
              <a:cs typeface="Arial"/>
              <a:sym typeface="Arial"/>
            </a:endParaRPr>
          </a:p>
        </p:txBody>
      </p:sp>
      <p:sp>
        <p:nvSpPr>
          <p:cNvPr descr="Recycled paper" id="404" name="Google Shape;404;p10"/>
          <p:cNvSpPr txBox="1"/>
          <p:nvPr/>
        </p:nvSpPr>
        <p:spPr>
          <a:xfrm>
            <a:off x="4572000" y="4240212"/>
            <a:ext cx="4114800" cy="1931987"/>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End on 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Strong Note</a:t>
            </a:r>
            <a:endParaRPr b="0" i="0" sz="1400" u="none" cap="none" strike="noStrike">
              <a:solidFill>
                <a:srgbClr val="000000"/>
              </a:solidFill>
              <a:latin typeface="Arial"/>
              <a:ea typeface="Arial"/>
              <a:cs typeface="Arial"/>
              <a:sym typeface="Arial"/>
            </a:endParaRPr>
          </a:p>
        </p:txBody>
      </p:sp>
      <p:sp>
        <p:nvSpPr>
          <p:cNvPr descr="Recycled paper" id="405" name="Google Shape;405;p10"/>
          <p:cNvSpPr txBox="1"/>
          <p:nvPr/>
        </p:nvSpPr>
        <p:spPr>
          <a:xfrm>
            <a:off x="4572000" y="2312987"/>
            <a:ext cx="4114800" cy="1927225"/>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Describe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Next Steps</a:t>
            </a:r>
            <a:endParaRPr b="0" i="0" sz="1400" u="none" cap="none" strike="noStrike">
              <a:solidFill>
                <a:srgbClr val="000000"/>
              </a:solidFill>
              <a:latin typeface="Arial"/>
              <a:ea typeface="Arial"/>
              <a:cs typeface="Arial"/>
              <a:sym typeface="Arial"/>
            </a:endParaRPr>
          </a:p>
        </p:txBody>
      </p:sp>
      <p:sp>
        <p:nvSpPr>
          <p:cNvPr descr="Recycled paper" id="406" name="Google Shape;406;p10"/>
          <p:cNvSpPr txBox="1"/>
          <p:nvPr/>
        </p:nvSpPr>
        <p:spPr>
          <a:xfrm>
            <a:off x="457200" y="381000"/>
            <a:ext cx="4114800" cy="57912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Concluding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ahoma"/>
              <a:buNone/>
            </a:pPr>
            <a:r>
              <a:rPr b="1" i="0" lang="en-US" sz="4400" u="none" cap="none" strike="noStrike">
                <a:solidFill>
                  <a:schemeClr val="dk1"/>
                </a:solidFill>
                <a:latin typeface="Tahoma"/>
                <a:ea typeface="Tahoma"/>
                <a:cs typeface="Tahoma"/>
                <a:sym typeface="Tahoma"/>
              </a:rPr>
              <a:t>the Message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chemeClr val="dk1"/>
              </a:solidFill>
              <a:latin typeface="Tahoma"/>
              <a:ea typeface="Tahoma"/>
              <a:cs typeface="Tahoma"/>
              <a:sym typeface="Tahoma"/>
            </a:endParaRPr>
          </a:p>
        </p:txBody>
      </p:sp>
      <p:grpSp>
        <p:nvGrpSpPr>
          <p:cNvPr id="407" name="Google Shape;407;p10"/>
          <p:cNvGrpSpPr/>
          <p:nvPr/>
        </p:nvGrpSpPr>
        <p:grpSpPr>
          <a:xfrm flipH="1">
            <a:off x="838200" y="2133600"/>
            <a:ext cx="3255962" cy="3856037"/>
            <a:chOff x="739" y="1739"/>
            <a:chExt cx="2051" cy="2130"/>
          </a:xfrm>
        </p:grpSpPr>
        <p:sp>
          <p:nvSpPr>
            <p:cNvPr id="408" name="Google Shape;408;p10"/>
            <p:cNvSpPr/>
            <p:nvPr/>
          </p:nvSpPr>
          <p:spPr>
            <a:xfrm>
              <a:off x="748" y="1749"/>
              <a:ext cx="2014" cy="2097"/>
            </a:xfrm>
            <a:custGeom>
              <a:rect b="b" l="l" r="r" t="t"/>
              <a:pathLst>
                <a:path extrusionOk="0" h="4195" w="4029">
                  <a:moveTo>
                    <a:pt x="939" y="53"/>
                  </a:moveTo>
                  <a:lnTo>
                    <a:pt x="1130" y="13"/>
                  </a:lnTo>
                  <a:lnTo>
                    <a:pt x="1278" y="0"/>
                  </a:lnTo>
                  <a:lnTo>
                    <a:pt x="1500" y="40"/>
                  </a:lnTo>
                  <a:lnTo>
                    <a:pt x="1744" y="209"/>
                  </a:lnTo>
                  <a:lnTo>
                    <a:pt x="2000" y="561"/>
                  </a:lnTo>
                  <a:lnTo>
                    <a:pt x="2169" y="926"/>
                  </a:lnTo>
                  <a:lnTo>
                    <a:pt x="2122" y="1169"/>
                  </a:lnTo>
                  <a:lnTo>
                    <a:pt x="2441" y="1190"/>
                  </a:lnTo>
                  <a:lnTo>
                    <a:pt x="2730" y="1217"/>
                  </a:lnTo>
                  <a:lnTo>
                    <a:pt x="3198" y="1169"/>
                  </a:lnTo>
                  <a:lnTo>
                    <a:pt x="3495" y="1190"/>
                  </a:lnTo>
                  <a:lnTo>
                    <a:pt x="3860" y="1433"/>
                  </a:lnTo>
                  <a:lnTo>
                    <a:pt x="4023" y="1658"/>
                  </a:lnTo>
                  <a:lnTo>
                    <a:pt x="4023" y="1853"/>
                  </a:lnTo>
                  <a:lnTo>
                    <a:pt x="3907" y="2017"/>
                  </a:lnTo>
                  <a:lnTo>
                    <a:pt x="4023" y="2213"/>
                  </a:lnTo>
                  <a:lnTo>
                    <a:pt x="4029" y="2557"/>
                  </a:lnTo>
                  <a:lnTo>
                    <a:pt x="3947" y="2897"/>
                  </a:lnTo>
                  <a:lnTo>
                    <a:pt x="3941" y="3051"/>
                  </a:lnTo>
                  <a:lnTo>
                    <a:pt x="4023" y="3357"/>
                  </a:lnTo>
                  <a:lnTo>
                    <a:pt x="3873" y="3403"/>
                  </a:lnTo>
                  <a:lnTo>
                    <a:pt x="3690" y="3471"/>
                  </a:lnTo>
                  <a:lnTo>
                    <a:pt x="3495" y="3884"/>
                  </a:lnTo>
                  <a:lnTo>
                    <a:pt x="3278" y="3870"/>
                  </a:lnTo>
                  <a:lnTo>
                    <a:pt x="3177" y="4005"/>
                  </a:lnTo>
                  <a:lnTo>
                    <a:pt x="3054" y="3992"/>
                  </a:lnTo>
                  <a:lnTo>
                    <a:pt x="2846" y="4174"/>
                  </a:lnTo>
                  <a:lnTo>
                    <a:pt x="2666" y="4195"/>
                  </a:lnTo>
                  <a:lnTo>
                    <a:pt x="2293" y="4104"/>
                  </a:lnTo>
                  <a:lnTo>
                    <a:pt x="2128" y="4117"/>
                  </a:lnTo>
                  <a:lnTo>
                    <a:pt x="2109" y="4161"/>
                  </a:lnTo>
                  <a:lnTo>
                    <a:pt x="1785" y="4135"/>
                  </a:lnTo>
                  <a:lnTo>
                    <a:pt x="1738" y="4195"/>
                  </a:lnTo>
                  <a:lnTo>
                    <a:pt x="1514" y="4169"/>
                  </a:lnTo>
                  <a:lnTo>
                    <a:pt x="934" y="3973"/>
                  </a:lnTo>
                  <a:lnTo>
                    <a:pt x="453" y="3600"/>
                  </a:lnTo>
                  <a:lnTo>
                    <a:pt x="101" y="3085"/>
                  </a:lnTo>
                  <a:lnTo>
                    <a:pt x="0" y="2639"/>
                  </a:lnTo>
                  <a:lnTo>
                    <a:pt x="61" y="2247"/>
                  </a:lnTo>
                  <a:lnTo>
                    <a:pt x="217" y="1962"/>
                  </a:lnTo>
                  <a:lnTo>
                    <a:pt x="540" y="1631"/>
                  </a:lnTo>
                  <a:lnTo>
                    <a:pt x="474" y="1333"/>
                  </a:lnTo>
                  <a:lnTo>
                    <a:pt x="479" y="1082"/>
                  </a:lnTo>
                  <a:lnTo>
                    <a:pt x="574" y="751"/>
                  </a:lnTo>
                  <a:lnTo>
                    <a:pt x="582" y="426"/>
                  </a:lnTo>
                  <a:lnTo>
                    <a:pt x="730" y="196"/>
                  </a:lnTo>
                  <a:lnTo>
                    <a:pt x="939" y="53"/>
                  </a:lnTo>
                  <a:lnTo>
                    <a:pt x="939" y="5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9" name="Google Shape;409;p10"/>
            <p:cNvSpPr/>
            <p:nvPr/>
          </p:nvSpPr>
          <p:spPr>
            <a:xfrm>
              <a:off x="822" y="2374"/>
              <a:ext cx="1938" cy="1466"/>
            </a:xfrm>
            <a:custGeom>
              <a:rect b="b" l="l" r="r" t="t"/>
              <a:pathLst>
                <a:path extrusionOk="0" h="2931" w="3875">
                  <a:moveTo>
                    <a:pt x="177" y="874"/>
                  </a:moveTo>
                  <a:lnTo>
                    <a:pt x="331" y="1023"/>
                  </a:lnTo>
                  <a:lnTo>
                    <a:pt x="219" y="998"/>
                  </a:lnTo>
                  <a:lnTo>
                    <a:pt x="82" y="1015"/>
                  </a:lnTo>
                  <a:lnTo>
                    <a:pt x="0" y="1289"/>
                  </a:lnTo>
                  <a:lnTo>
                    <a:pt x="8" y="1439"/>
                  </a:lnTo>
                  <a:lnTo>
                    <a:pt x="42" y="1593"/>
                  </a:lnTo>
                  <a:lnTo>
                    <a:pt x="101" y="1751"/>
                  </a:lnTo>
                  <a:lnTo>
                    <a:pt x="278" y="2059"/>
                  </a:lnTo>
                  <a:lnTo>
                    <a:pt x="390" y="2205"/>
                  </a:lnTo>
                  <a:lnTo>
                    <a:pt x="645" y="2469"/>
                  </a:lnTo>
                  <a:lnTo>
                    <a:pt x="915" y="2678"/>
                  </a:lnTo>
                  <a:lnTo>
                    <a:pt x="1175" y="2807"/>
                  </a:lnTo>
                  <a:lnTo>
                    <a:pt x="1400" y="2836"/>
                  </a:lnTo>
                  <a:lnTo>
                    <a:pt x="1582" y="2815"/>
                  </a:lnTo>
                  <a:lnTo>
                    <a:pt x="1691" y="2910"/>
                  </a:lnTo>
                  <a:lnTo>
                    <a:pt x="1921" y="2931"/>
                  </a:lnTo>
                  <a:lnTo>
                    <a:pt x="1900" y="2794"/>
                  </a:lnTo>
                  <a:lnTo>
                    <a:pt x="1921" y="2648"/>
                  </a:lnTo>
                  <a:lnTo>
                    <a:pt x="1630" y="2598"/>
                  </a:lnTo>
                  <a:lnTo>
                    <a:pt x="1582" y="2484"/>
                  </a:lnTo>
                  <a:lnTo>
                    <a:pt x="1392" y="2308"/>
                  </a:lnTo>
                  <a:lnTo>
                    <a:pt x="905" y="2017"/>
                  </a:lnTo>
                  <a:lnTo>
                    <a:pt x="710" y="1469"/>
                  </a:lnTo>
                  <a:lnTo>
                    <a:pt x="1001" y="1963"/>
                  </a:lnTo>
                  <a:lnTo>
                    <a:pt x="1577" y="2275"/>
                  </a:lnTo>
                  <a:lnTo>
                    <a:pt x="1900" y="1673"/>
                  </a:lnTo>
                  <a:lnTo>
                    <a:pt x="2117" y="907"/>
                  </a:lnTo>
                  <a:lnTo>
                    <a:pt x="1982" y="732"/>
                  </a:lnTo>
                  <a:lnTo>
                    <a:pt x="2042" y="570"/>
                  </a:lnTo>
                  <a:lnTo>
                    <a:pt x="2124" y="502"/>
                  </a:lnTo>
                  <a:lnTo>
                    <a:pt x="2381" y="589"/>
                  </a:lnTo>
                  <a:lnTo>
                    <a:pt x="2733" y="576"/>
                  </a:lnTo>
                  <a:lnTo>
                    <a:pt x="3259" y="190"/>
                  </a:lnTo>
                  <a:lnTo>
                    <a:pt x="3219" y="393"/>
                  </a:lnTo>
                  <a:lnTo>
                    <a:pt x="3077" y="481"/>
                  </a:lnTo>
                  <a:lnTo>
                    <a:pt x="3233" y="718"/>
                  </a:lnTo>
                  <a:lnTo>
                    <a:pt x="2955" y="597"/>
                  </a:lnTo>
                  <a:lnTo>
                    <a:pt x="3063" y="753"/>
                  </a:lnTo>
                  <a:lnTo>
                    <a:pt x="2887" y="671"/>
                  </a:lnTo>
                  <a:lnTo>
                    <a:pt x="2772" y="745"/>
                  </a:lnTo>
                  <a:lnTo>
                    <a:pt x="2868" y="1157"/>
                  </a:lnTo>
                  <a:lnTo>
                    <a:pt x="2907" y="1422"/>
                  </a:lnTo>
                  <a:lnTo>
                    <a:pt x="3354" y="1469"/>
                  </a:lnTo>
                  <a:lnTo>
                    <a:pt x="3563" y="1353"/>
                  </a:lnTo>
                  <a:lnTo>
                    <a:pt x="3733" y="827"/>
                  </a:lnTo>
                  <a:lnTo>
                    <a:pt x="3875" y="563"/>
                  </a:lnTo>
                  <a:lnTo>
                    <a:pt x="3799" y="285"/>
                  </a:lnTo>
                  <a:lnTo>
                    <a:pt x="3421" y="61"/>
                  </a:lnTo>
                  <a:lnTo>
                    <a:pt x="3090" y="28"/>
                  </a:lnTo>
                  <a:lnTo>
                    <a:pt x="2577" y="108"/>
                  </a:lnTo>
                  <a:lnTo>
                    <a:pt x="2164" y="28"/>
                  </a:lnTo>
                  <a:lnTo>
                    <a:pt x="2238" y="203"/>
                  </a:lnTo>
                  <a:lnTo>
                    <a:pt x="2077" y="28"/>
                  </a:lnTo>
                  <a:lnTo>
                    <a:pt x="1955" y="0"/>
                  </a:lnTo>
                  <a:lnTo>
                    <a:pt x="1822" y="102"/>
                  </a:lnTo>
                  <a:lnTo>
                    <a:pt x="1548" y="150"/>
                  </a:lnTo>
                  <a:lnTo>
                    <a:pt x="1291" y="1023"/>
                  </a:lnTo>
                  <a:lnTo>
                    <a:pt x="921" y="528"/>
                  </a:lnTo>
                  <a:lnTo>
                    <a:pt x="894" y="325"/>
                  </a:lnTo>
                  <a:lnTo>
                    <a:pt x="744" y="386"/>
                  </a:lnTo>
                  <a:lnTo>
                    <a:pt x="670" y="528"/>
                  </a:lnTo>
                  <a:lnTo>
                    <a:pt x="453" y="428"/>
                  </a:lnTo>
                  <a:lnTo>
                    <a:pt x="177" y="874"/>
                  </a:lnTo>
                  <a:lnTo>
                    <a:pt x="177" y="874"/>
                  </a:lnTo>
                  <a:close/>
                </a:path>
              </a:pathLst>
            </a:custGeom>
            <a:solidFill>
              <a:srgbClr val="D6C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0" name="Google Shape;410;p10"/>
            <p:cNvSpPr/>
            <p:nvPr/>
          </p:nvSpPr>
          <p:spPr>
            <a:xfrm>
              <a:off x="1048" y="1778"/>
              <a:ext cx="771" cy="862"/>
            </a:xfrm>
            <a:custGeom>
              <a:rect b="b" l="l" r="r" t="t"/>
              <a:pathLst>
                <a:path extrusionOk="0" h="1724" w="1542">
                  <a:moveTo>
                    <a:pt x="99" y="591"/>
                  </a:moveTo>
                  <a:lnTo>
                    <a:pt x="78" y="920"/>
                  </a:lnTo>
                  <a:lnTo>
                    <a:pt x="0" y="1209"/>
                  </a:lnTo>
                  <a:lnTo>
                    <a:pt x="27" y="1458"/>
                  </a:lnTo>
                  <a:lnTo>
                    <a:pt x="150" y="1715"/>
                  </a:lnTo>
                  <a:lnTo>
                    <a:pt x="259" y="1724"/>
                  </a:lnTo>
                  <a:lnTo>
                    <a:pt x="394" y="1612"/>
                  </a:lnTo>
                  <a:lnTo>
                    <a:pt x="441" y="1517"/>
                  </a:lnTo>
                  <a:lnTo>
                    <a:pt x="504" y="1353"/>
                  </a:lnTo>
                  <a:lnTo>
                    <a:pt x="413" y="1222"/>
                  </a:lnTo>
                  <a:lnTo>
                    <a:pt x="217" y="920"/>
                  </a:lnTo>
                  <a:lnTo>
                    <a:pt x="209" y="565"/>
                  </a:lnTo>
                  <a:lnTo>
                    <a:pt x="228" y="441"/>
                  </a:lnTo>
                  <a:lnTo>
                    <a:pt x="548" y="380"/>
                  </a:lnTo>
                  <a:lnTo>
                    <a:pt x="778" y="401"/>
                  </a:lnTo>
                  <a:lnTo>
                    <a:pt x="960" y="468"/>
                  </a:lnTo>
                  <a:lnTo>
                    <a:pt x="1103" y="698"/>
                  </a:lnTo>
                  <a:lnTo>
                    <a:pt x="1063" y="990"/>
                  </a:lnTo>
                  <a:lnTo>
                    <a:pt x="1078" y="1386"/>
                  </a:lnTo>
                  <a:lnTo>
                    <a:pt x="1276" y="1386"/>
                  </a:lnTo>
                  <a:lnTo>
                    <a:pt x="1443" y="1258"/>
                  </a:lnTo>
                  <a:lnTo>
                    <a:pt x="1542" y="867"/>
                  </a:lnTo>
                  <a:lnTo>
                    <a:pt x="1272" y="428"/>
                  </a:lnTo>
                  <a:lnTo>
                    <a:pt x="1042" y="192"/>
                  </a:lnTo>
                  <a:lnTo>
                    <a:pt x="833" y="47"/>
                  </a:lnTo>
                  <a:lnTo>
                    <a:pt x="878" y="224"/>
                  </a:lnTo>
                  <a:lnTo>
                    <a:pt x="688" y="21"/>
                  </a:lnTo>
                  <a:lnTo>
                    <a:pt x="565" y="0"/>
                  </a:lnTo>
                  <a:lnTo>
                    <a:pt x="394" y="141"/>
                  </a:lnTo>
                  <a:lnTo>
                    <a:pt x="308" y="239"/>
                  </a:lnTo>
                  <a:lnTo>
                    <a:pt x="222" y="329"/>
                  </a:lnTo>
                  <a:lnTo>
                    <a:pt x="302" y="131"/>
                  </a:lnTo>
                  <a:lnTo>
                    <a:pt x="240" y="194"/>
                  </a:lnTo>
                  <a:lnTo>
                    <a:pt x="177" y="255"/>
                  </a:lnTo>
                  <a:lnTo>
                    <a:pt x="65" y="388"/>
                  </a:lnTo>
                  <a:lnTo>
                    <a:pt x="59" y="527"/>
                  </a:lnTo>
                  <a:lnTo>
                    <a:pt x="99" y="591"/>
                  </a:lnTo>
                  <a:lnTo>
                    <a:pt x="99" y="591"/>
                  </a:lnTo>
                  <a:close/>
                </a:path>
              </a:pathLst>
            </a:custGeom>
            <a:solidFill>
              <a:srgbClr val="FFAB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1" name="Google Shape;411;p10"/>
            <p:cNvSpPr/>
            <p:nvPr/>
          </p:nvSpPr>
          <p:spPr>
            <a:xfrm>
              <a:off x="1187" y="1834"/>
              <a:ext cx="413" cy="977"/>
            </a:xfrm>
            <a:custGeom>
              <a:rect b="b" l="l" r="r" t="t"/>
              <a:pathLst>
                <a:path extrusionOk="0" h="1954" w="825">
                  <a:moveTo>
                    <a:pt x="5" y="519"/>
                  </a:moveTo>
                  <a:lnTo>
                    <a:pt x="129" y="472"/>
                  </a:lnTo>
                  <a:lnTo>
                    <a:pt x="235" y="525"/>
                  </a:lnTo>
                  <a:lnTo>
                    <a:pt x="142" y="607"/>
                  </a:lnTo>
                  <a:lnTo>
                    <a:pt x="0" y="607"/>
                  </a:lnTo>
                  <a:lnTo>
                    <a:pt x="7" y="732"/>
                  </a:lnTo>
                  <a:lnTo>
                    <a:pt x="62" y="827"/>
                  </a:lnTo>
                  <a:lnTo>
                    <a:pt x="197" y="990"/>
                  </a:lnTo>
                  <a:lnTo>
                    <a:pt x="245" y="1150"/>
                  </a:lnTo>
                  <a:lnTo>
                    <a:pt x="311" y="1192"/>
                  </a:lnTo>
                  <a:lnTo>
                    <a:pt x="446" y="1230"/>
                  </a:lnTo>
                  <a:lnTo>
                    <a:pt x="226" y="1241"/>
                  </a:lnTo>
                  <a:lnTo>
                    <a:pt x="260" y="1386"/>
                  </a:lnTo>
                  <a:lnTo>
                    <a:pt x="378" y="1498"/>
                  </a:lnTo>
                  <a:lnTo>
                    <a:pt x="595" y="1954"/>
                  </a:lnTo>
                  <a:lnTo>
                    <a:pt x="790" y="1357"/>
                  </a:lnTo>
                  <a:lnTo>
                    <a:pt x="806" y="854"/>
                  </a:lnTo>
                  <a:lnTo>
                    <a:pt x="825" y="586"/>
                  </a:lnTo>
                  <a:lnTo>
                    <a:pt x="682" y="356"/>
                  </a:lnTo>
                  <a:lnTo>
                    <a:pt x="500" y="289"/>
                  </a:lnTo>
                  <a:lnTo>
                    <a:pt x="338" y="0"/>
                  </a:lnTo>
                  <a:lnTo>
                    <a:pt x="270" y="268"/>
                  </a:lnTo>
                  <a:lnTo>
                    <a:pt x="129" y="281"/>
                  </a:lnTo>
                  <a:lnTo>
                    <a:pt x="34" y="375"/>
                  </a:lnTo>
                  <a:lnTo>
                    <a:pt x="5" y="519"/>
                  </a:lnTo>
                  <a:lnTo>
                    <a:pt x="5" y="519"/>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2" name="Google Shape;412;p10"/>
            <p:cNvSpPr/>
            <p:nvPr/>
          </p:nvSpPr>
          <p:spPr>
            <a:xfrm>
              <a:off x="1429" y="2078"/>
              <a:ext cx="39" cy="39"/>
            </a:xfrm>
            <a:custGeom>
              <a:rect b="b" l="l" r="r" t="t"/>
              <a:pathLst>
                <a:path extrusionOk="0" h="78" w="78">
                  <a:moveTo>
                    <a:pt x="2" y="0"/>
                  </a:moveTo>
                  <a:lnTo>
                    <a:pt x="78" y="49"/>
                  </a:lnTo>
                  <a:lnTo>
                    <a:pt x="0" y="78"/>
                  </a:lnTo>
                  <a:lnTo>
                    <a:pt x="2" y="0"/>
                  </a:lnTo>
                  <a:lnTo>
                    <a:pt x="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3" name="Google Shape;413;p10"/>
            <p:cNvSpPr/>
            <p:nvPr/>
          </p:nvSpPr>
          <p:spPr>
            <a:xfrm>
              <a:off x="1299" y="2281"/>
              <a:ext cx="168" cy="72"/>
            </a:xfrm>
            <a:custGeom>
              <a:rect b="b" l="l" r="r" t="t"/>
              <a:pathLst>
                <a:path extrusionOk="0" h="144" w="335">
                  <a:moveTo>
                    <a:pt x="0" y="45"/>
                  </a:moveTo>
                  <a:lnTo>
                    <a:pt x="78" y="0"/>
                  </a:lnTo>
                  <a:lnTo>
                    <a:pt x="150" y="20"/>
                  </a:lnTo>
                  <a:lnTo>
                    <a:pt x="222" y="0"/>
                  </a:lnTo>
                  <a:lnTo>
                    <a:pt x="335" y="53"/>
                  </a:lnTo>
                  <a:lnTo>
                    <a:pt x="241" y="125"/>
                  </a:lnTo>
                  <a:lnTo>
                    <a:pt x="65" y="144"/>
                  </a:lnTo>
                  <a:lnTo>
                    <a:pt x="0" y="45"/>
                  </a:lnTo>
                  <a:lnTo>
                    <a:pt x="0" y="45"/>
                  </a:lnTo>
                  <a:close/>
                </a:path>
              </a:pathLst>
            </a:custGeom>
            <a:solidFill>
              <a:srgbClr val="FF9D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4" name="Google Shape;414;p10"/>
            <p:cNvSpPr/>
            <p:nvPr/>
          </p:nvSpPr>
          <p:spPr>
            <a:xfrm>
              <a:off x="1661" y="2709"/>
              <a:ext cx="1119" cy="1035"/>
            </a:xfrm>
            <a:custGeom>
              <a:rect b="b" l="l" r="r" t="t"/>
              <a:pathLst>
                <a:path extrusionOk="0" h="2070" w="2238">
                  <a:moveTo>
                    <a:pt x="995" y="26"/>
                  </a:moveTo>
                  <a:lnTo>
                    <a:pt x="670" y="34"/>
                  </a:lnTo>
                  <a:lnTo>
                    <a:pt x="535" y="0"/>
                  </a:lnTo>
                  <a:lnTo>
                    <a:pt x="398" y="23"/>
                  </a:lnTo>
                  <a:lnTo>
                    <a:pt x="339" y="103"/>
                  </a:lnTo>
                  <a:lnTo>
                    <a:pt x="363" y="161"/>
                  </a:lnTo>
                  <a:lnTo>
                    <a:pt x="440" y="236"/>
                  </a:lnTo>
                  <a:lnTo>
                    <a:pt x="312" y="675"/>
                  </a:lnTo>
                  <a:lnTo>
                    <a:pt x="265" y="1093"/>
                  </a:lnTo>
                  <a:lnTo>
                    <a:pt x="240" y="1285"/>
                  </a:lnTo>
                  <a:lnTo>
                    <a:pt x="196" y="1464"/>
                  </a:lnTo>
                  <a:lnTo>
                    <a:pt x="120" y="1625"/>
                  </a:lnTo>
                  <a:lnTo>
                    <a:pt x="67" y="1699"/>
                  </a:lnTo>
                  <a:lnTo>
                    <a:pt x="0" y="1766"/>
                  </a:lnTo>
                  <a:lnTo>
                    <a:pt x="521" y="1895"/>
                  </a:lnTo>
                  <a:lnTo>
                    <a:pt x="818" y="1792"/>
                  </a:lnTo>
                  <a:lnTo>
                    <a:pt x="1156" y="1800"/>
                  </a:lnTo>
                  <a:lnTo>
                    <a:pt x="1217" y="1853"/>
                  </a:lnTo>
                  <a:lnTo>
                    <a:pt x="1130" y="1996"/>
                  </a:lnTo>
                  <a:lnTo>
                    <a:pt x="1291" y="2070"/>
                  </a:lnTo>
                  <a:lnTo>
                    <a:pt x="1434" y="1821"/>
                  </a:lnTo>
                  <a:lnTo>
                    <a:pt x="1664" y="1887"/>
                  </a:lnTo>
                  <a:lnTo>
                    <a:pt x="1913" y="1528"/>
                  </a:lnTo>
                  <a:lnTo>
                    <a:pt x="2198" y="1435"/>
                  </a:lnTo>
                  <a:lnTo>
                    <a:pt x="2122" y="975"/>
                  </a:lnTo>
                  <a:lnTo>
                    <a:pt x="2238" y="386"/>
                  </a:lnTo>
                  <a:lnTo>
                    <a:pt x="2082" y="95"/>
                  </a:lnTo>
                  <a:lnTo>
                    <a:pt x="1846" y="737"/>
                  </a:lnTo>
                  <a:lnTo>
                    <a:pt x="1677" y="798"/>
                  </a:lnTo>
                  <a:lnTo>
                    <a:pt x="1272" y="703"/>
                  </a:lnTo>
                  <a:lnTo>
                    <a:pt x="1191" y="486"/>
                  </a:lnTo>
                  <a:lnTo>
                    <a:pt x="1088" y="832"/>
                  </a:lnTo>
                  <a:lnTo>
                    <a:pt x="913" y="941"/>
                  </a:lnTo>
                  <a:lnTo>
                    <a:pt x="818" y="1163"/>
                  </a:lnTo>
                  <a:lnTo>
                    <a:pt x="765" y="1184"/>
                  </a:lnTo>
                  <a:lnTo>
                    <a:pt x="730" y="635"/>
                  </a:lnTo>
                  <a:lnTo>
                    <a:pt x="635" y="460"/>
                  </a:lnTo>
                  <a:lnTo>
                    <a:pt x="696" y="365"/>
                  </a:lnTo>
                  <a:lnTo>
                    <a:pt x="919" y="175"/>
                  </a:lnTo>
                  <a:lnTo>
                    <a:pt x="1008" y="101"/>
                  </a:lnTo>
                  <a:lnTo>
                    <a:pt x="995" y="26"/>
                  </a:lnTo>
                  <a:lnTo>
                    <a:pt x="995" y="26"/>
                  </a:lnTo>
                  <a:close/>
                </a:path>
              </a:pathLst>
            </a:custGeom>
            <a:solidFill>
              <a:srgbClr val="E0F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5" name="Google Shape;415;p10"/>
            <p:cNvSpPr/>
            <p:nvPr/>
          </p:nvSpPr>
          <p:spPr>
            <a:xfrm>
              <a:off x="2165" y="2757"/>
              <a:ext cx="601" cy="948"/>
            </a:xfrm>
            <a:custGeom>
              <a:rect b="b" l="l" r="r" t="t"/>
              <a:pathLst>
                <a:path extrusionOk="0" h="1895" w="1203">
                  <a:moveTo>
                    <a:pt x="0" y="783"/>
                  </a:moveTo>
                  <a:lnTo>
                    <a:pt x="19" y="1055"/>
                  </a:lnTo>
                  <a:lnTo>
                    <a:pt x="6" y="1142"/>
                  </a:lnTo>
                  <a:lnTo>
                    <a:pt x="101" y="1177"/>
                  </a:lnTo>
                  <a:lnTo>
                    <a:pt x="196" y="941"/>
                  </a:lnTo>
                  <a:lnTo>
                    <a:pt x="432" y="947"/>
                  </a:lnTo>
                  <a:lnTo>
                    <a:pt x="762" y="852"/>
                  </a:lnTo>
                  <a:lnTo>
                    <a:pt x="445" y="1853"/>
                  </a:lnTo>
                  <a:lnTo>
                    <a:pt x="709" y="1895"/>
                  </a:lnTo>
                  <a:lnTo>
                    <a:pt x="905" y="1433"/>
                  </a:lnTo>
                  <a:lnTo>
                    <a:pt x="1122" y="1386"/>
                  </a:lnTo>
                  <a:lnTo>
                    <a:pt x="1082" y="1123"/>
                  </a:lnTo>
                  <a:lnTo>
                    <a:pt x="1101" y="812"/>
                  </a:lnTo>
                  <a:lnTo>
                    <a:pt x="1203" y="331"/>
                  </a:lnTo>
                  <a:lnTo>
                    <a:pt x="1190" y="196"/>
                  </a:lnTo>
                  <a:lnTo>
                    <a:pt x="1074" y="0"/>
                  </a:lnTo>
                  <a:lnTo>
                    <a:pt x="838" y="642"/>
                  </a:lnTo>
                  <a:lnTo>
                    <a:pt x="614" y="730"/>
                  </a:lnTo>
                  <a:lnTo>
                    <a:pt x="331" y="648"/>
                  </a:lnTo>
                  <a:lnTo>
                    <a:pt x="257" y="540"/>
                  </a:lnTo>
                  <a:lnTo>
                    <a:pt x="202" y="338"/>
                  </a:lnTo>
                  <a:lnTo>
                    <a:pt x="141" y="500"/>
                  </a:lnTo>
                  <a:lnTo>
                    <a:pt x="114" y="690"/>
                  </a:lnTo>
                  <a:lnTo>
                    <a:pt x="0" y="783"/>
                  </a:lnTo>
                  <a:lnTo>
                    <a:pt x="0" y="783"/>
                  </a:lnTo>
                  <a:close/>
                </a:path>
              </a:pathLst>
            </a:custGeom>
            <a:solidFill>
              <a:srgbClr val="99B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6" name="Google Shape;416;p10"/>
            <p:cNvSpPr/>
            <p:nvPr/>
          </p:nvSpPr>
          <p:spPr>
            <a:xfrm>
              <a:off x="2032" y="2766"/>
              <a:ext cx="229" cy="546"/>
            </a:xfrm>
            <a:custGeom>
              <a:rect b="b" l="l" r="r" t="t"/>
              <a:pathLst>
                <a:path extrusionOk="0" h="1091" w="458">
                  <a:moveTo>
                    <a:pt x="327" y="0"/>
                  </a:moveTo>
                  <a:lnTo>
                    <a:pt x="458" y="131"/>
                  </a:lnTo>
                  <a:lnTo>
                    <a:pt x="378" y="671"/>
                  </a:lnTo>
                  <a:lnTo>
                    <a:pt x="169" y="827"/>
                  </a:lnTo>
                  <a:lnTo>
                    <a:pt x="61" y="1091"/>
                  </a:lnTo>
                  <a:lnTo>
                    <a:pt x="21" y="1070"/>
                  </a:lnTo>
                  <a:lnTo>
                    <a:pt x="0" y="755"/>
                  </a:lnTo>
                  <a:lnTo>
                    <a:pt x="175" y="378"/>
                  </a:lnTo>
                  <a:lnTo>
                    <a:pt x="190" y="198"/>
                  </a:lnTo>
                  <a:lnTo>
                    <a:pt x="327" y="0"/>
                  </a:lnTo>
                  <a:lnTo>
                    <a:pt x="327" y="0"/>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7" name="Google Shape;417;p10"/>
            <p:cNvSpPr/>
            <p:nvPr/>
          </p:nvSpPr>
          <p:spPr>
            <a:xfrm>
              <a:off x="1812" y="3636"/>
              <a:ext cx="463" cy="210"/>
            </a:xfrm>
            <a:custGeom>
              <a:rect b="b" l="l" r="r" t="t"/>
              <a:pathLst>
                <a:path extrusionOk="0" h="420" w="926">
                  <a:moveTo>
                    <a:pt x="72" y="131"/>
                  </a:moveTo>
                  <a:lnTo>
                    <a:pt x="340" y="122"/>
                  </a:lnTo>
                  <a:lnTo>
                    <a:pt x="433" y="166"/>
                  </a:lnTo>
                  <a:lnTo>
                    <a:pt x="536" y="86"/>
                  </a:lnTo>
                  <a:lnTo>
                    <a:pt x="618" y="65"/>
                  </a:lnTo>
                  <a:lnTo>
                    <a:pt x="762" y="59"/>
                  </a:lnTo>
                  <a:lnTo>
                    <a:pt x="914" y="0"/>
                  </a:lnTo>
                  <a:lnTo>
                    <a:pt x="781" y="166"/>
                  </a:lnTo>
                  <a:lnTo>
                    <a:pt x="926" y="217"/>
                  </a:lnTo>
                  <a:lnTo>
                    <a:pt x="676" y="415"/>
                  </a:lnTo>
                  <a:lnTo>
                    <a:pt x="538" y="420"/>
                  </a:lnTo>
                  <a:lnTo>
                    <a:pt x="165" y="329"/>
                  </a:lnTo>
                  <a:lnTo>
                    <a:pt x="0" y="342"/>
                  </a:lnTo>
                  <a:lnTo>
                    <a:pt x="26" y="217"/>
                  </a:lnTo>
                  <a:lnTo>
                    <a:pt x="72" y="131"/>
                  </a:lnTo>
                  <a:lnTo>
                    <a:pt x="72" y="131"/>
                  </a:lnTo>
                  <a:close/>
                </a:path>
              </a:pathLst>
            </a:custGeom>
            <a:solidFill>
              <a:srgbClr val="ECB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8" name="Google Shape;418;p10"/>
            <p:cNvSpPr/>
            <p:nvPr/>
          </p:nvSpPr>
          <p:spPr>
            <a:xfrm>
              <a:off x="1104" y="2286"/>
              <a:ext cx="76" cy="165"/>
            </a:xfrm>
            <a:custGeom>
              <a:rect b="b" l="l" r="r" t="t"/>
              <a:pathLst>
                <a:path extrusionOk="0" h="329" w="152">
                  <a:moveTo>
                    <a:pt x="112" y="0"/>
                  </a:moveTo>
                  <a:lnTo>
                    <a:pt x="21" y="74"/>
                  </a:lnTo>
                  <a:lnTo>
                    <a:pt x="0" y="158"/>
                  </a:lnTo>
                  <a:lnTo>
                    <a:pt x="53" y="283"/>
                  </a:lnTo>
                  <a:lnTo>
                    <a:pt x="126" y="329"/>
                  </a:lnTo>
                  <a:lnTo>
                    <a:pt x="112" y="184"/>
                  </a:lnTo>
                  <a:lnTo>
                    <a:pt x="152" y="66"/>
                  </a:lnTo>
                  <a:lnTo>
                    <a:pt x="112" y="0"/>
                  </a:lnTo>
                  <a:lnTo>
                    <a:pt x="112" y="0"/>
                  </a:lnTo>
                  <a:close/>
                </a:path>
              </a:pathLst>
            </a:custGeom>
            <a:solidFill>
              <a:srgbClr val="FFF2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9" name="Google Shape;419;p10"/>
            <p:cNvSpPr/>
            <p:nvPr/>
          </p:nvSpPr>
          <p:spPr>
            <a:xfrm>
              <a:off x="1589" y="2201"/>
              <a:ext cx="108" cy="137"/>
            </a:xfrm>
            <a:custGeom>
              <a:rect b="b" l="l" r="r" t="t"/>
              <a:pathLst>
                <a:path extrusionOk="0" h="274" w="215">
                  <a:moveTo>
                    <a:pt x="186" y="19"/>
                  </a:moveTo>
                  <a:lnTo>
                    <a:pt x="213" y="80"/>
                  </a:lnTo>
                  <a:lnTo>
                    <a:pt x="215" y="165"/>
                  </a:lnTo>
                  <a:lnTo>
                    <a:pt x="139" y="274"/>
                  </a:lnTo>
                  <a:lnTo>
                    <a:pt x="0" y="262"/>
                  </a:lnTo>
                  <a:lnTo>
                    <a:pt x="24" y="116"/>
                  </a:lnTo>
                  <a:lnTo>
                    <a:pt x="110" y="150"/>
                  </a:lnTo>
                  <a:lnTo>
                    <a:pt x="158" y="104"/>
                  </a:lnTo>
                  <a:lnTo>
                    <a:pt x="112" y="0"/>
                  </a:lnTo>
                  <a:lnTo>
                    <a:pt x="186" y="19"/>
                  </a:lnTo>
                  <a:lnTo>
                    <a:pt x="186" y="19"/>
                  </a:lnTo>
                  <a:close/>
                </a:path>
              </a:pathLst>
            </a:custGeom>
            <a:solidFill>
              <a:srgbClr val="ADA1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0" name="Google Shape;420;p10"/>
            <p:cNvSpPr/>
            <p:nvPr/>
          </p:nvSpPr>
          <p:spPr>
            <a:xfrm>
              <a:off x="1225" y="2076"/>
              <a:ext cx="45" cy="63"/>
            </a:xfrm>
            <a:custGeom>
              <a:rect b="b" l="l" r="r" t="t"/>
              <a:pathLst>
                <a:path extrusionOk="0" h="125" w="89">
                  <a:moveTo>
                    <a:pt x="5" y="0"/>
                  </a:moveTo>
                  <a:lnTo>
                    <a:pt x="47" y="7"/>
                  </a:lnTo>
                  <a:lnTo>
                    <a:pt x="89" y="101"/>
                  </a:lnTo>
                  <a:lnTo>
                    <a:pt x="11" y="125"/>
                  </a:lnTo>
                  <a:lnTo>
                    <a:pt x="36" y="61"/>
                  </a:lnTo>
                  <a:lnTo>
                    <a:pt x="0" y="44"/>
                  </a:lnTo>
                  <a:lnTo>
                    <a:pt x="5" y="0"/>
                  </a:lnTo>
                  <a:lnTo>
                    <a:pt x="5"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1" name="Google Shape;421;p10"/>
            <p:cNvSpPr/>
            <p:nvPr/>
          </p:nvSpPr>
          <p:spPr>
            <a:xfrm>
              <a:off x="1429" y="2070"/>
              <a:ext cx="40" cy="49"/>
            </a:xfrm>
            <a:custGeom>
              <a:rect b="b" l="l" r="r" t="t"/>
              <a:pathLst>
                <a:path extrusionOk="0" h="98" w="80">
                  <a:moveTo>
                    <a:pt x="12" y="0"/>
                  </a:moveTo>
                  <a:lnTo>
                    <a:pt x="54" y="3"/>
                  </a:lnTo>
                  <a:lnTo>
                    <a:pt x="80" y="98"/>
                  </a:lnTo>
                  <a:lnTo>
                    <a:pt x="0" y="95"/>
                  </a:lnTo>
                  <a:lnTo>
                    <a:pt x="42" y="57"/>
                  </a:lnTo>
                  <a:lnTo>
                    <a:pt x="0" y="30"/>
                  </a:lnTo>
                  <a:lnTo>
                    <a:pt x="12" y="0"/>
                  </a:lnTo>
                  <a:lnTo>
                    <a:pt x="12" y="0"/>
                  </a:lnTo>
                  <a:close/>
                </a:path>
              </a:pathLst>
            </a:custGeom>
            <a:solidFill>
              <a:srgbClr val="A3471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2" name="Google Shape;422;p10"/>
            <p:cNvSpPr/>
            <p:nvPr/>
          </p:nvSpPr>
          <p:spPr>
            <a:xfrm>
              <a:off x="1131" y="2053"/>
              <a:ext cx="491" cy="424"/>
            </a:xfrm>
            <a:custGeom>
              <a:rect b="b" l="l" r="r" t="t"/>
              <a:pathLst>
                <a:path extrusionOk="0" h="848" w="981">
                  <a:moveTo>
                    <a:pt x="57" y="44"/>
                  </a:moveTo>
                  <a:lnTo>
                    <a:pt x="80" y="373"/>
                  </a:lnTo>
                  <a:lnTo>
                    <a:pt x="145" y="464"/>
                  </a:lnTo>
                  <a:lnTo>
                    <a:pt x="211" y="553"/>
                  </a:lnTo>
                  <a:lnTo>
                    <a:pt x="299" y="679"/>
                  </a:lnTo>
                  <a:lnTo>
                    <a:pt x="346" y="732"/>
                  </a:lnTo>
                  <a:lnTo>
                    <a:pt x="400" y="776"/>
                  </a:lnTo>
                  <a:lnTo>
                    <a:pt x="519" y="797"/>
                  </a:lnTo>
                  <a:lnTo>
                    <a:pt x="654" y="692"/>
                  </a:lnTo>
                  <a:lnTo>
                    <a:pt x="734" y="593"/>
                  </a:lnTo>
                  <a:lnTo>
                    <a:pt x="810" y="491"/>
                  </a:lnTo>
                  <a:lnTo>
                    <a:pt x="902" y="253"/>
                  </a:lnTo>
                  <a:lnTo>
                    <a:pt x="905" y="137"/>
                  </a:lnTo>
                  <a:lnTo>
                    <a:pt x="862" y="31"/>
                  </a:lnTo>
                  <a:lnTo>
                    <a:pt x="864" y="0"/>
                  </a:lnTo>
                  <a:lnTo>
                    <a:pt x="892" y="4"/>
                  </a:lnTo>
                  <a:lnTo>
                    <a:pt x="972" y="118"/>
                  </a:lnTo>
                  <a:lnTo>
                    <a:pt x="981" y="268"/>
                  </a:lnTo>
                  <a:lnTo>
                    <a:pt x="936" y="436"/>
                  </a:lnTo>
                  <a:lnTo>
                    <a:pt x="896" y="517"/>
                  </a:lnTo>
                  <a:lnTo>
                    <a:pt x="846" y="597"/>
                  </a:lnTo>
                  <a:lnTo>
                    <a:pt x="789" y="669"/>
                  </a:lnTo>
                  <a:lnTo>
                    <a:pt x="727" y="734"/>
                  </a:lnTo>
                  <a:lnTo>
                    <a:pt x="660" y="785"/>
                  </a:lnTo>
                  <a:lnTo>
                    <a:pt x="588" y="823"/>
                  </a:lnTo>
                  <a:lnTo>
                    <a:pt x="445" y="848"/>
                  </a:lnTo>
                  <a:lnTo>
                    <a:pt x="310" y="787"/>
                  </a:lnTo>
                  <a:lnTo>
                    <a:pt x="259" y="721"/>
                  </a:lnTo>
                  <a:lnTo>
                    <a:pt x="175" y="599"/>
                  </a:lnTo>
                  <a:lnTo>
                    <a:pt x="94" y="472"/>
                  </a:lnTo>
                  <a:lnTo>
                    <a:pt x="44" y="392"/>
                  </a:lnTo>
                  <a:lnTo>
                    <a:pt x="0" y="221"/>
                  </a:lnTo>
                  <a:lnTo>
                    <a:pt x="16" y="40"/>
                  </a:lnTo>
                  <a:lnTo>
                    <a:pt x="57" y="44"/>
                  </a:lnTo>
                  <a:lnTo>
                    <a:pt x="57" y="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3" name="Google Shape;423;p10"/>
            <p:cNvSpPr/>
            <p:nvPr/>
          </p:nvSpPr>
          <p:spPr>
            <a:xfrm>
              <a:off x="1076" y="2693"/>
              <a:ext cx="385" cy="306"/>
            </a:xfrm>
            <a:custGeom>
              <a:rect b="b" l="l" r="r" t="t"/>
              <a:pathLst>
                <a:path extrusionOk="0" h="612" w="770">
                  <a:moveTo>
                    <a:pt x="135" y="30"/>
                  </a:moveTo>
                  <a:lnTo>
                    <a:pt x="63" y="193"/>
                  </a:lnTo>
                  <a:lnTo>
                    <a:pt x="114" y="243"/>
                  </a:lnTo>
                  <a:lnTo>
                    <a:pt x="183" y="252"/>
                  </a:lnTo>
                  <a:lnTo>
                    <a:pt x="325" y="239"/>
                  </a:lnTo>
                  <a:lnTo>
                    <a:pt x="493" y="309"/>
                  </a:lnTo>
                  <a:lnTo>
                    <a:pt x="650" y="406"/>
                  </a:lnTo>
                  <a:lnTo>
                    <a:pt x="698" y="465"/>
                  </a:lnTo>
                  <a:lnTo>
                    <a:pt x="747" y="551"/>
                  </a:lnTo>
                  <a:lnTo>
                    <a:pt x="770" y="612"/>
                  </a:lnTo>
                  <a:lnTo>
                    <a:pt x="736" y="598"/>
                  </a:lnTo>
                  <a:lnTo>
                    <a:pt x="652" y="530"/>
                  </a:lnTo>
                  <a:lnTo>
                    <a:pt x="536" y="446"/>
                  </a:lnTo>
                  <a:lnTo>
                    <a:pt x="314" y="338"/>
                  </a:lnTo>
                  <a:lnTo>
                    <a:pt x="143" y="325"/>
                  </a:lnTo>
                  <a:lnTo>
                    <a:pt x="12" y="218"/>
                  </a:lnTo>
                  <a:lnTo>
                    <a:pt x="0" y="163"/>
                  </a:lnTo>
                  <a:lnTo>
                    <a:pt x="12" y="114"/>
                  </a:lnTo>
                  <a:lnTo>
                    <a:pt x="70" y="34"/>
                  </a:lnTo>
                  <a:lnTo>
                    <a:pt x="133" y="0"/>
                  </a:lnTo>
                  <a:lnTo>
                    <a:pt x="135" y="30"/>
                  </a:lnTo>
                  <a:lnTo>
                    <a:pt x="135"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4" name="Google Shape;424;p10"/>
            <p:cNvSpPr/>
            <p:nvPr/>
          </p:nvSpPr>
          <p:spPr>
            <a:xfrm>
              <a:off x="1592" y="2196"/>
              <a:ext cx="81" cy="100"/>
            </a:xfrm>
            <a:custGeom>
              <a:rect b="b" l="l" r="r" t="t"/>
              <a:pathLst>
                <a:path extrusionOk="0" h="200" w="162">
                  <a:moveTo>
                    <a:pt x="46" y="132"/>
                  </a:moveTo>
                  <a:lnTo>
                    <a:pt x="94" y="124"/>
                  </a:lnTo>
                  <a:lnTo>
                    <a:pt x="92" y="40"/>
                  </a:lnTo>
                  <a:lnTo>
                    <a:pt x="78" y="14"/>
                  </a:lnTo>
                  <a:lnTo>
                    <a:pt x="105" y="0"/>
                  </a:lnTo>
                  <a:lnTo>
                    <a:pt x="162" y="71"/>
                  </a:lnTo>
                  <a:lnTo>
                    <a:pt x="143" y="162"/>
                  </a:lnTo>
                  <a:lnTo>
                    <a:pt x="61" y="200"/>
                  </a:lnTo>
                  <a:lnTo>
                    <a:pt x="0" y="175"/>
                  </a:lnTo>
                  <a:lnTo>
                    <a:pt x="4" y="116"/>
                  </a:lnTo>
                  <a:lnTo>
                    <a:pt x="46" y="132"/>
                  </a:lnTo>
                  <a:lnTo>
                    <a:pt x="46" y="1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5" name="Google Shape;425;p10"/>
            <p:cNvSpPr/>
            <p:nvPr/>
          </p:nvSpPr>
          <p:spPr>
            <a:xfrm>
              <a:off x="1452" y="2275"/>
              <a:ext cx="150" cy="644"/>
            </a:xfrm>
            <a:custGeom>
              <a:rect b="b" l="l" r="r" t="t"/>
              <a:pathLst>
                <a:path extrusionOk="0" h="1287" w="298">
                  <a:moveTo>
                    <a:pt x="298" y="0"/>
                  </a:moveTo>
                  <a:lnTo>
                    <a:pt x="278" y="517"/>
                  </a:lnTo>
                  <a:lnTo>
                    <a:pt x="230" y="696"/>
                  </a:lnTo>
                  <a:lnTo>
                    <a:pt x="141" y="1002"/>
                  </a:lnTo>
                  <a:lnTo>
                    <a:pt x="99" y="1143"/>
                  </a:lnTo>
                  <a:lnTo>
                    <a:pt x="40" y="1274"/>
                  </a:lnTo>
                  <a:lnTo>
                    <a:pt x="13" y="1287"/>
                  </a:lnTo>
                  <a:lnTo>
                    <a:pt x="0" y="1260"/>
                  </a:lnTo>
                  <a:lnTo>
                    <a:pt x="53" y="973"/>
                  </a:lnTo>
                  <a:lnTo>
                    <a:pt x="97" y="833"/>
                  </a:lnTo>
                  <a:lnTo>
                    <a:pt x="141" y="694"/>
                  </a:lnTo>
                  <a:lnTo>
                    <a:pt x="228" y="352"/>
                  </a:lnTo>
                  <a:lnTo>
                    <a:pt x="257" y="0"/>
                  </a:lnTo>
                  <a:lnTo>
                    <a:pt x="298" y="0"/>
                  </a:lnTo>
                  <a:lnTo>
                    <a:pt x="29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6" name="Google Shape;426;p10"/>
            <p:cNvSpPr/>
            <p:nvPr/>
          </p:nvSpPr>
          <p:spPr>
            <a:xfrm>
              <a:off x="1257" y="2509"/>
              <a:ext cx="317" cy="794"/>
            </a:xfrm>
            <a:custGeom>
              <a:rect b="b" l="l" r="r" t="t"/>
              <a:pathLst>
                <a:path extrusionOk="0" h="1589" w="635">
                  <a:moveTo>
                    <a:pt x="61" y="26"/>
                  </a:moveTo>
                  <a:lnTo>
                    <a:pt x="74" y="182"/>
                  </a:lnTo>
                  <a:lnTo>
                    <a:pt x="116" y="279"/>
                  </a:lnTo>
                  <a:lnTo>
                    <a:pt x="185" y="363"/>
                  </a:lnTo>
                  <a:lnTo>
                    <a:pt x="280" y="484"/>
                  </a:lnTo>
                  <a:lnTo>
                    <a:pt x="371" y="618"/>
                  </a:lnTo>
                  <a:lnTo>
                    <a:pt x="460" y="758"/>
                  </a:lnTo>
                  <a:lnTo>
                    <a:pt x="597" y="1057"/>
                  </a:lnTo>
                  <a:lnTo>
                    <a:pt x="635" y="1321"/>
                  </a:lnTo>
                  <a:lnTo>
                    <a:pt x="635" y="1589"/>
                  </a:lnTo>
                  <a:lnTo>
                    <a:pt x="595" y="1589"/>
                  </a:lnTo>
                  <a:lnTo>
                    <a:pt x="563" y="1308"/>
                  </a:lnTo>
                  <a:lnTo>
                    <a:pt x="529" y="1169"/>
                  </a:lnTo>
                  <a:lnTo>
                    <a:pt x="479" y="1034"/>
                  </a:lnTo>
                  <a:lnTo>
                    <a:pt x="422" y="903"/>
                  </a:lnTo>
                  <a:lnTo>
                    <a:pt x="354" y="775"/>
                  </a:lnTo>
                  <a:lnTo>
                    <a:pt x="280" y="654"/>
                  </a:lnTo>
                  <a:lnTo>
                    <a:pt x="200" y="538"/>
                  </a:lnTo>
                  <a:lnTo>
                    <a:pt x="126" y="429"/>
                  </a:lnTo>
                  <a:lnTo>
                    <a:pt x="46" y="291"/>
                  </a:lnTo>
                  <a:lnTo>
                    <a:pt x="0" y="144"/>
                  </a:lnTo>
                  <a:lnTo>
                    <a:pt x="21" y="15"/>
                  </a:lnTo>
                  <a:lnTo>
                    <a:pt x="46" y="0"/>
                  </a:lnTo>
                  <a:lnTo>
                    <a:pt x="61" y="26"/>
                  </a:lnTo>
                  <a:lnTo>
                    <a:pt x="61"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7" name="Google Shape;427;p10"/>
            <p:cNvSpPr/>
            <p:nvPr/>
          </p:nvSpPr>
          <p:spPr>
            <a:xfrm>
              <a:off x="1570" y="2429"/>
              <a:ext cx="267" cy="549"/>
            </a:xfrm>
            <a:custGeom>
              <a:rect b="b" l="l" r="r" t="t"/>
              <a:pathLst>
                <a:path extrusionOk="0" h="1099" w="532">
                  <a:moveTo>
                    <a:pt x="243" y="0"/>
                  </a:moveTo>
                  <a:lnTo>
                    <a:pt x="378" y="17"/>
                  </a:lnTo>
                  <a:lnTo>
                    <a:pt x="492" y="86"/>
                  </a:lnTo>
                  <a:lnTo>
                    <a:pt x="532" y="162"/>
                  </a:lnTo>
                  <a:lnTo>
                    <a:pt x="521" y="226"/>
                  </a:lnTo>
                  <a:lnTo>
                    <a:pt x="473" y="283"/>
                  </a:lnTo>
                  <a:lnTo>
                    <a:pt x="405" y="333"/>
                  </a:lnTo>
                  <a:lnTo>
                    <a:pt x="272" y="420"/>
                  </a:lnTo>
                  <a:lnTo>
                    <a:pt x="262" y="504"/>
                  </a:lnTo>
                  <a:lnTo>
                    <a:pt x="340" y="679"/>
                  </a:lnTo>
                  <a:lnTo>
                    <a:pt x="323" y="760"/>
                  </a:lnTo>
                  <a:lnTo>
                    <a:pt x="249" y="848"/>
                  </a:lnTo>
                  <a:lnTo>
                    <a:pt x="38" y="1089"/>
                  </a:lnTo>
                  <a:lnTo>
                    <a:pt x="9" y="1099"/>
                  </a:lnTo>
                  <a:lnTo>
                    <a:pt x="0" y="1070"/>
                  </a:lnTo>
                  <a:lnTo>
                    <a:pt x="76" y="911"/>
                  </a:lnTo>
                  <a:lnTo>
                    <a:pt x="129" y="838"/>
                  </a:lnTo>
                  <a:lnTo>
                    <a:pt x="186" y="776"/>
                  </a:lnTo>
                  <a:lnTo>
                    <a:pt x="247" y="692"/>
                  </a:lnTo>
                  <a:lnTo>
                    <a:pt x="245" y="608"/>
                  </a:lnTo>
                  <a:lnTo>
                    <a:pt x="222" y="536"/>
                  </a:lnTo>
                  <a:lnTo>
                    <a:pt x="205" y="414"/>
                  </a:lnTo>
                  <a:lnTo>
                    <a:pt x="258" y="304"/>
                  </a:lnTo>
                  <a:lnTo>
                    <a:pt x="315" y="274"/>
                  </a:lnTo>
                  <a:lnTo>
                    <a:pt x="395" y="228"/>
                  </a:lnTo>
                  <a:lnTo>
                    <a:pt x="458" y="116"/>
                  </a:lnTo>
                  <a:lnTo>
                    <a:pt x="357" y="57"/>
                  </a:lnTo>
                  <a:lnTo>
                    <a:pt x="241" y="42"/>
                  </a:lnTo>
                  <a:lnTo>
                    <a:pt x="222" y="19"/>
                  </a:lnTo>
                  <a:lnTo>
                    <a:pt x="243" y="0"/>
                  </a:lnTo>
                  <a:lnTo>
                    <a:pt x="2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8" name="Google Shape;428;p10"/>
            <p:cNvSpPr/>
            <p:nvPr/>
          </p:nvSpPr>
          <p:spPr>
            <a:xfrm>
              <a:off x="1844" y="2310"/>
              <a:ext cx="938" cy="820"/>
            </a:xfrm>
            <a:custGeom>
              <a:rect b="b" l="l" r="r" t="t"/>
              <a:pathLst>
                <a:path extrusionOk="0" h="1641" w="1877">
                  <a:moveTo>
                    <a:pt x="0" y="40"/>
                  </a:moveTo>
                  <a:lnTo>
                    <a:pt x="268" y="50"/>
                  </a:lnTo>
                  <a:lnTo>
                    <a:pt x="536" y="75"/>
                  </a:lnTo>
                  <a:lnTo>
                    <a:pt x="917" y="21"/>
                  </a:lnTo>
                  <a:lnTo>
                    <a:pt x="1103" y="0"/>
                  </a:lnTo>
                  <a:lnTo>
                    <a:pt x="1297" y="27"/>
                  </a:lnTo>
                  <a:lnTo>
                    <a:pt x="1512" y="124"/>
                  </a:lnTo>
                  <a:lnTo>
                    <a:pt x="1704" y="278"/>
                  </a:lnTo>
                  <a:lnTo>
                    <a:pt x="1839" y="476"/>
                  </a:lnTo>
                  <a:lnTo>
                    <a:pt x="1877" y="708"/>
                  </a:lnTo>
                  <a:lnTo>
                    <a:pt x="1854" y="787"/>
                  </a:lnTo>
                  <a:lnTo>
                    <a:pt x="1810" y="858"/>
                  </a:lnTo>
                  <a:lnTo>
                    <a:pt x="1723" y="1000"/>
                  </a:lnTo>
                  <a:lnTo>
                    <a:pt x="1620" y="1322"/>
                  </a:lnTo>
                  <a:lnTo>
                    <a:pt x="1571" y="1453"/>
                  </a:lnTo>
                  <a:lnTo>
                    <a:pt x="1508" y="1554"/>
                  </a:lnTo>
                  <a:lnTo>
                    <a:pt x="1424" y="1618"/>
                  </a:lnTo>
                  <a:lnTo>
                    <a:pt x="1308" y="1641"/>
                  </a:lnTo>
                  <a:lnTo>
                    <a:pt x="936" y="1531"/>
                  </a:lnTo>
                  <a:lnTo>
                    <a:pt x="955" y="1493"/>
                  </a:lnTo>
                  <a:lnTo>
                    <a:pt x="1126" y="1555"/>
                  </a:lnTo>
                  <a:lnTo>
                    <a:pt x="1259" y="1563"/>
                  </a:lnTo>
                  <a:lnTo>
                    <a:pt x="1440" y="1457"/>
                  </a:lnTo>
                  <a:lnTo>
                    <a:pt x="1544" y="1236"/>
                  </a:lnTo>
                  <a:lnTo>
                    <a:pt x="1632" y="972"/>
                  </a:lnTo>
                  <a:lnTo>
                    <a:pt x="1670" y="902"/>
                  </a:lnTo>
                  <a:lnTo>
                    <a:pt x="1717" y="841"/>
                  </a:lnTo>
                  <a:lnTo>
                    <a:pt x="1782" y="700"/>
                  </a:lnTo>
                  <a:lnTo>
                    <a:pt x="1748" y="499"/>
                  </a:lnTo>
                  <a:lnTo>
                    <a:pt x="1698" y="407"/>
                  </a:lnTo>
                  <a:lnTo>
                    <a:pt x="1630" y="326"/>
                  </a:lnTo>
                  <a:lnTo>
                    <a:pt x="1550" y="253"/>
                  </a:lnTo>
                  <a:lnTo>
                    <a:pt x="1460" y="192"/>
                  </a:lnTo>
                  <a:lnTo>
                    <a:pt x="1367" y="143"/>
                  </a:lnTo>
                  <a:lnTo>
                    <a:pt x="1274" y="107"/>
                  </a:lnTo>
                  <a:lnTo>
                    <a:pt x="1088" y="77"/>
                  </a:lnTo>
                  <a:lnTo>
                    <a:pt x="905" y="88"/>
                  </a:lnTo>
                  <a:lnTo>
                    <a:pt x="536" y="126"/>
                  </a:lnTo>
                  <a:lnTo>
                    <a:pt x="272" y="96"/>
                  </a:lnTo>
                  <a:lnTo>
                    <a:pt x="6" y="82"/>
                  </a:lnTo>
                  <a:lnTo>
                    <a:pt x="0" y="40"/>
                  </a:lnTo>
                  <a:lnTo>
                    <a:pt x="0"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9" name="Google Shape;429;p10"/>
            <p:cNvSpPr/>
            <p:nvPr/>
          </p:nvSpPr>
          <p:spPr>
            <a:xfrm>
              <a:off x="2296" y="2665"/>
              <a:ext cx="149" cy="277"/>
            </a:xfrm>
            <a:custGeom>
              <a:rect b="b" l="l" r="r" t="t"/>
              <a:pathLst>
                <a:path extrusionOk="0" h="555" w="299">
                  <a:moveTo>
                    <a:pt x="206" y="551"/>
                  </a:moveTo>
                  <a:lnTo>
                    <a:pt x="35" y="555"/>
                  </a:lnTo>
                  <a:lnTo>
                    <a:pt x="35" y="515"/>
                  </a:lnTo>
                  <a:lnTo>
                    <a:pt x="145" y="467"/>
                  </a:lnTo>
                  <a:lnTo>
                    <a:pt x="217" y="271"/>
                  </a:lnTo>
                  <a:lnTo>
                    <a:pt x="190" y="190"/>
                  </a:lnTo>
                  <a:lnTo>
                    <a:pt x="147" y="115"/>
                  </a:lnTo>
                  <a:lnTo>
                    <a:pt x="84" y="60"/>
                  </a:lnTo>
                  <a:lnTo>
                    <a:pt x="0" y="39"/>
                  </a:lnTo>
                  <a:lnTo>
                    <a:pt x="0" y="0"/>
                  </a:lnTo>
                  <a:lnTo>
                    <a:pt x="194" y="70"/>
                  </a:lnTo>
                  <a:lnTo>
                    <a:pt x="299" y="250"/>
                  </a:lnTo>
                  <a:lnTo>
                    <a:pt x="289" y="412"/>
                  </a:lnTo>
                  <a:lnTo>
                    <a:pt x="253" y="484"/>
                  </a:lnTo>
                  <a:lnTo>
                    <a:pt x="206" y="551"/>
                  </a:lnTo>
                  <a:lnTo>
                    <a:pt x="206" y="5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0" name="Google Shape;430;p10"/>
            <p:cNvSpPr/>
            <p:nvPr/>
          </p:nvSpPr>
          <p:spPr>
            <a:xfrm>
              <a:off x="2148" y="2416"/>
              <a:ext cx="321" cy="334"/>
            </a:xfrm>
            <a:custGeom>
              <a:rect b="b" l="l" r="r" t="t"/>
              <a:pathLst>
                <a:path extrusionOk="0" h="670" w="640">
                  <a:moveTo>
                    <a:pt x="640" y="0"/>
                  </a:moveTo>
                  <a:lnTo>
                    <a:pt x="604" y="132"/>
                  </a:lnTo>
                  <a:lnTo>
                    <a:pt x="562" y="187"/>
                  </a:lnTo>
                  <a:lnTo>
                    <a:pt x="511" y="236"/>
                  </a:lnTo>
                  <a:lnTo>
                    <a:pt x="391" y="318"/>
                  </a:lnTo>
                  <a:lnTo>
                    <a:pt x="270" y="381"/>
                  </a:lnTo>
                  <a:lnTo>
                    <a:pt x="116" y="497"/>
                  </a:lnTo>
                  <a:lnTo>
                    <a:pt x="42" y="670"/>
                  </a:lnTo>
                  <a:lnTo>
                    <a:pt x="0" y="666"/>
                  </a:lnTo>
                  <a:lnTo>
                    <a:pt x="11" y="559"/>
                  </a:lnTo>
                  <a:lnTo>
                    <a:pt x="62" y="447"/>
                  </a:lnTo>
                  <a:lnTo>
                    <a:pt x="138" y="350"/>
                  </a:lnTo>
                  <a:lnTo>
                    <a:pt x="224" y="286"/>
                  </a:lnTo>
                  <a:lnTo>
                    <a:pt x="319" y="236"/>
                  </a:lnTo>
                  <a:lnTo>
                    <a:pt x="414" y="183"/>
                  </a:lnTo>
                  <a:lnTo>
                    <a:pt x="599" y="0"/>
                  </a:lnTo>
                  <a:lnTo>
                    <a:pt x="640" y="0"/>
                  </a:lnTo>
                  <a:lnTo>
                    <a:pt x="6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1" name="Google Shape;431;p10"/>
            <p:cNvSpPr/>
            <p:nvPr/>
          </p:nvSpPr>
          <p:spPr>
            <a:xfrm>
              <a:off x="2146" y="2741"/>
              <a:ext cx="151" cy="272"/>
            </a:xfrm>
            <a:custGeom>
              <a:rect b="b" l="l" r="r" t="t"/>
              <a:pathLst>
                <a:path extrusionOk="0" h="543" w="300">
                  <a:moveTo>
                    <a:pt x="0" y="38"/>
                  </a:moveTo>
                  <a:lnTo>
                    <a:pt x="49" y="1"/>
                  </a:lnTo>
                  <a:lnTo>
                    <a:pt x="116" y="0"/>
                  </a:lnTo>
                  <a:lnTo>
                    <a:pt x="232" y="59"/>
                  </a:lnTo>
                  <a:lnTo>
                    <a:pt x="300" y="298"/>
                  </a:lnTo>
                  <a:lnTo>
                    <a:pt x="251" y="416"/>
                  </a:lnTo>
                  <a:lnTo>
                    <a:pt x="184" y="532"/>
                  </a:lnTo>
                  <a:lnTo>
                    <a:pt x="158" y="543"/>
                  </a:lnTo>
                  <a:lnTo>
                    <a:pt x="146" y="517"/>
                  </a:lnTo>
                  <a:lnTo>
                    <a:pt x="196" y="285"/>
                  </a:lnTo>
                  <a:lnTo>
                    <a:pt x="186" y="199"/>
                  </a:lnTo>
                  <a:lnTo>
                    <a:pt x="148" y="123"/>
                  </a:lnTo>
                  <a:lnTo>
                    <a:pt x="97" y="68"/>
                  </a:lnTo>
                  <a:lnTo>
                    <a:pt x="30" y="64"/>
                  </a:lnTo>
                  <a:lnTo>
                    <a:pt x="0" y="38"/>
                  </a:lnTo>
                  <a:lnTo>
                    <a:pt x="0"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2" name="Google Shape;432;p10"/>
            <p:cNvSpPr/>
            <p:nvPr/>
          </p:nvSpPr>
          <p:spPr>
            <a:xfrm>
              <a:off x="1791" y="2611"/>
              <a:ext cx="391" cy="225"/>
            </a:xfrm>
            <a:custGeom>
              <a:rect b="b" l="l" r="r" t="t"/>
              <a:pathLst>
                <a:path extrusionOk="0" h="451" w="781">
                  <a:moveTo>
                    <a:pt x="139" y="451"/>
                  </a:moveTo>
                  <a:lnTo>
                    <a:pt x="23" y="314"/>
                  </a:lnTo>
                  <a:lnTo>
                    <a:pt x="0" y="141"/>
                  </a:lnTo>
                  <a:lnTo>
                    <a:pt x="26" y="105"/>
                  </a:lnTo>
                  <a:lnTo>
                    <a:pt x="72" y="61"/>
                  </a:lnTo>
                  <a:lnTo>
                    <a:pt x="160" y="0"/>
                  </a:lnTo>
                  <a:lnTo>
                    <a:pt x="285" y="25"/>
                  </a:lnTo>
                  <a:lnTo>
                    <a:pt x="414" y="76"/>
                  </a:lnTo>
                  <a:lnTo>
                    <a:pt x="781" y="105"/>
                  </a:lnTo>
                  <a:lnTo>
                    <a:pt x="781" y="147"/>
                  </a:lnTo>
                  <a:lnTo>
                    <a:pt x="587" y="164"/>
                  </a:lnTo>
                  <a:lnTo>
                    <a:pt x="395" y="158"/>
                  </a:lnTo>
                  <a:lnTo>
                    <a:pt x="291" y="109"/>
                  </a:lnTo>
                  <a:lnTo>
                    <a:pt x="186" y="84"/>
                  </a:lnTo>
                  <a:lnTo>
                    <a:pt x="80" y="181"/>
                  </a:lnTo>
                  <a:lnTo>
                    <a:pt x="66" y="251"/>
                  </a:lnTo>
                  <a:lnTo>
                    <a:pt x="89" y="312"/>
                  </a:lnTo>
                  <a:lnTo>
                    <a:pt x="171" y="418"/>
                  </a:lnTo>
                  <a:lnTo>
                    <a:pt x="173" y="451"/>
                  </a:lnTo>
                  <a:lnTo>
                    <a:pt x="139" y="451"/>
                  </a:lnTo>
                  <a:lnTo>
                    <a:pt x="139" y="4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3" name="Google Shape;433;p10"/>
            <p:cNvSpPr/>
            <p:nvPr/>
          </p:nvSpPr>
          <p:spPr>
            <a:xfrm>
              <a:off x="1864" y="2771"/>
              <a:ext cx="255" cy="73"/>
            </a:xfrm>
            <a:custGeom>
              <a:rect b="b" l="l" r="r" t="t"/>
              <a:pathLst>
                <a:path extrusionOk="0" h="147" w="510">
                  <a:moveTo>
                    <a:pt x="8" y="88"/>
                  </a:moveTo>
                  <a:lnTo>
                    <a:pt x="52" y="48"/>
                  </a:lnTo>
                  <a:lnTo>
                    <a:pt x="95" y="16"/>
                  </a:lnTo>
                  <a:lnTo>
                    <a:pt x="293" y="0"/>
                  </a:lnTo>
                  <a:lnTo>
                    <a:pt x="493" y="31"/>
                  </a:lnTo>
                  <a:lnTo>
                    <a:pt x="510" y="54"/>
                  </a:lnTo>
                  <a:lnTo>
                    <a:pt x="485" y="71"/>
                  </a:lnTo>
                  <a:lnTo>
                    <a:pt x="405" y="63"/>
                  </a:lnTo>
                  <a:lnTo>
                    <a:pt x="131" y="103"/>
                  </a:lnTo>
                  <a:lnTo>
                    <a:pt x="52" y="147"/>
                  </a:lnTo>
                  <a:lnTo>
                    <a:pt x="0" y="139"/>
                  </a:lnTo>
                  <a:lnTo>
                    <a:pt x="8" y="88"/>
                  </a:lnTo>
                  <a:lnTo>
                    <a:pt x="8"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4" name="Google Shape;434;p10"/>
            <p:cNvSpPr/>
            <p:nvPr/>
          </p:nvSpPr>
          <p:spPr>
            <a:xfrm>
              <a:off x="1613" y="2827"/>
              <a:ext cx="267" cy="662"/>
            </a:xfrm>
            <a:custGeom>
              <a:rect b="b" l="l" r="r" t="t"/>
              <a:pathLst>
                <a:path extrusionOk="0" h="1323" w="535">
                  <a:moveTo>
                    <a:pt x="535" y="28"/>
                  </a:moveTo>
                  <a:lnTo>
                    <a:pt x="474" y="214"/>
                  </a:lnTo>
                  <a:lnTo>
                    <a:pt x="396" y="686"/>
                  </a:lnTo>
                  <a:lnTo>
                    <a:pt x="352" y="788"/>
                  </a:lnTo>
                  <a:lnTo>
                    <a:pt x="251" y="990"/>
                  </a:lnTo>
                  <a:lnTo>
                    <a:pt x="103" y="1237"/>
                  </a:lnTo>
                  <a:lnTo>
                    <a:pt x="35" y="1323"/>
                  </a:lnTo>
                  <a:lnTo>
                    <a:pt x="0" y="1300"/>
                  </a:lnTo>
                  <a:lnTo>
                    <a:pt x="46" y="1214"/>
                  </a:lnTo>
                  <a:lnTo>
                    <a:pt x="158" y="988"/>
                  </a:lnTo>
                  <a:lnTo>
                    <a:pt x="306" y="653"/>
                  </a:lnTo>
                  <a:lnTo>
                    <a:pt x="394" y="311"/>
                  </a:lnTo>
                  <a:lnTo>
                    <a:pt x="443" y="131"/>
                  </a:lnTo>
                  <a:lnTo>
                    <a:pt x="498" y="9"/>
                  </a:lnTo>
                  <a:lnTo>
                    <a:pt x="527" y="0"/>
                  </a:lnTo>
                  <a:lnTo>
                    <a:pt x="535" y="28"/>
                  </a:lnTo>
                  <a:lnTo>
                    <a:pt x="535"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5" name="Google Shape;435;p10"/>
            <p:cNvSpPr/>
            <p:nvPr/>
          </p:nvSpPr>
          <p:spPr>
            <a:xfrm>
              <a:off x="2691" y="2755"/>
              <a:ext cx="99" cy="666"/>
            </a:xfrm>
            <a:custGeom>
              <a:rect b="b" l="l" r="r" t="t"/>
              <a:pathLst>
                <a:path extrusionOk="0" h="1333" w="198">
                  <a:moveTo>
                    <a:pt x="57" y="6"/>
                  </a:moveTo>
                  <a:lnTo>
                    <a:pt x="149" y="124"/>
                  </a:lnTo>
                  <a:lnTo>
                    <a:pt x="194" y="272"/>
                  </a:lnTo>
                  <a:lnTo>
                    <a:pt x="198" y="428"/>
                  </a:lnTo>
                  <a:lnTo>
                    <a:pt x="171" y="572"/>
                  </a:lnTo>
                  <a:lnTo>
                    <a:pt x="99" y="1008"/>
                  </a:lnTo>
                  <a:lnTo>
                    <a:pt x="97" y="1163"/>
                  </a:lnTo>
                  <a:lnTo>
                    <a:pt x="162" y="1302"/>
                  </a:lnTo>
                  <a:lnTo>
                    <a:pt x="164" y="1331"/>
                  </a:lnTo>
                  <a:lnTo>
                    <a:pt x="135" y="1333"/>
                  </a:lnTo>
                  <a:lnTo>
                    <a:pt x="25" y="1186"/>
                  </a:lnTo>
                  <a:lnTo>
                    <a:pt x="0" y="964"/>
                  </a:lnTo>
                  <a:lnTo>
                    <a:pt x="29" y="726"/>
                  </a:lnTo>
                  <a:lnTo>
                    <a:pt x="76" y="542"/>
                  </a:lnTo>
                  <a:lnTo>
                    <a:pt x="124" y="268"/>
                  </a:lnTo>
                  <a:lnTo>
                    <a:pt x="90" y="173"/>
                  </a:lnTo>
                  <a:lnTo>
                    <a:pt x="23" y="31"/>
                  </a:lnTo>
                  <a:lnTo>
                    <a:pt x="27" y="0"/>
                  </a:lnTo>
                  <a:lnTo>
                    <a:pt x="57" y="6"/>
                  </a:lnTo>
                  <a:lnTo>
                    <a:pt x="5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6" name="Google Shape;436;p10"/>
            <p:cNvSpPr/>
            <p:nvPr/>
          </p:nvSpPr>
          <p:spPr>
            <a:xfrm>
              <a:off x="2345" y="2975"/>
              <a:ext cx="286" cy="777"/>
            </a:xfrm>
            <a:custGeom>
              <a:rect b="b" l="l" r="r" t="t"/>
              <a:pathLst>
                <a:path extrusionOk="0" h="1555" w="573">
                  <a:moveTo>
                    <a:pt x="573" y="2"/>
                  </a:moveTo>
                  <a:lnTo>
                    <a:pt x="561" y="297"/>
                  </a:lnTo>
                  <a:lnTo>
                    <a:pt x="529" y="460"/>
                  </a:lnTo>
                  <a:lnTo>
                    <a:pt x="428" y="799"/>
                  </a:lnTo>
                  <a:lnTo>
                    <a:pt x="365" y="956"/>
                  </a:lnTo>
                  <a:lnTo>
                    <a:pt x="240" y="1226"/>
                  </a:lnTo>
                  <a:lnTo>
                    <a:pt x="145" y="1390"/>
                  </a:lnTo>
                  <a:lnTo>
                    <a:pt x="91" y="1475"/>
                  </a:lnTo>
                  <a:lnTo>
                    <a:pt x="38" y="1546"/>
                  </a:lnTo>
                  <a:lnTo>
                    <a:pt x="10" y="1555"/>
                  </a:lnTo>
                  <a:lnTo>
                    <a:pt x="0" y="1527"/>
                  </a:lnTo>
                  <a:lnTo>
                    <a:pt x="71" y="1331"/>
                  </a:lnTo>
                  <a:lnTo>
                    <a:pt x="164" y="1137"/>
                  </a:lnTo>
                  <a:lnTo>
                    <a:pt x="263" y="945"/>
                  </a:lnTo>
                  <a:lnTo>
                    <a:pt x="348" y="751"/>
                  </a:lnTo>
                  <a:lnTo>
                    <a:pt x="436" y="494"/>
                  </a:lnTo>
                  <a:lnTo>
                    <a:pt x="500" y="230"/>
                  </a:lnTo>
                  <a:lnTo>
                    <a:pt x="531" y="0"/>
                  </a:lnTo>
                  <a:lnTo>
                    <a:pt x="573" y="2"/>
                  </a:lnTo>
                  <a:lnTo>
                    <a:pt x="573"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7" name="Google Shape;437;p10"/>
            <p:cNvSpPr/>
            <p:nvPr/>
          </p:nvSpPr>
          <p:spPr>
            <a:xfrm>
              <a:off x="1646" y="3586"/>
              <a:ext cx="220" cy="73"/>
            </a:xfrm>
            <a:custGeom>
              <a:rect b="b" l="l" r="r" t="t"/>
              <a:pathLst>
                <a:path extrusionOk="0" h="146" w="439">
                  <a:moveTo>
                    <a:pt x="28" y="0"/>
                  </a:moveTo>
                  <a:lnTo>
                    <a:pt x="308" y="60"/>
                  </a:lnTo>
                  <a:lnTo>
                    <a:pt x="439" y="91"/>
                  </a:lnTo>
                  <a:lnTo>
                    <a:pt x="439" y="133"/>
                  </a:lnTo>
                  <a:lnTo>
                    <a:pt x="287" y="146"/>
                  </a:lnTo>
                  <a:lnTo>
                    <a:pt x="120" y="74"/>
                  </a:lnTo>
                  <a:lnTo>
                    <a:pt x="19" y="45"/>
                  </a:lnTo>
                  <a:lnTo>
                    <a:pt x="0" y="19"/>
                  </a:lnTo>
                  <a:lnTo>
                    <a:pt x="28" y="0"/>
                  </a:lnTo>
                  <a:lnTo>
                    <a:pt x="2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8" name="Google Shape;438;p10"/>
            <p:cNvSpPr/>
            <p:nvPr/>
          </p:nvSpPr>
          <p:spPr>
            <a:xfrm>
              <a:off x="1118" y="2901"/>
              <a:ext cx="542" cy="706"/>
            </a:xfrm>
            <a:custGeom>
              <a:rect b="b" l="l" r="r" t="t"/>
              <a:pathLst>
                <a:path extrusionOk="0" h="1410" w="1083">
                  <a:moveTo>
                    <a:pt x="42" y="21"/>
                  </a:moveTo>
                  <a:lnTo>
                    <a:pt x="66" y="163"/>
                  </a:lnTo>
                  <a:lnTo>
                    <a:pt x="125" y="306"/>
                  </a:lnTo>
                  <a:lnTo>
                    <a:pt x="190" y="447"/>
                  </a:lnTo>
                  <a:lnTo>
                    <a:pt x="289" y="667"/>
                  </a:lnTo>
                  <a:lnTo>
                    <a:pt x="391" y="829"/>
                  </a:lnTo>
                  <a:lnTo>
                    <a:pt x="456" y="893"/>
                  </a:lnTo>
                  <a:lnTo>
                    <a:pt x="536" y="952"/>
                  </a:lnTo>
                  <a:lnTo>
                    <a:pt x="755" y="1062"/>
                  </a:lnTo>
                  <a:lnTo>
                    <a:pt x="859" y="1112"/>
                  </a:lnTo>
                  <a:lnTo>
                    <a:pt x="964" y="1182"/>
                  </a:lnTo>
                  <a:lnTo>
                    <a:pt x="1083" y="1384"/>
                  </a:lnTo>
                  <a:lnTo>
                    <a:pt x="1068" y="1410"/>
                  </a:lnTo>
                  <a:lnTo>
                    <a:pt x="1042" y="1393"/>
                  </a:lnTo>
                  <a:lnTo>
                    <a:pt x="988" y="1310"/>
                  </a:lnTo>
                  <a:lnTo>
                    <a:pt x="920" y="1247"/>
                  </a:lnTo>
                  <a:lnTo>
                    <a:pt x="840" y="1197"/>
                  </a:lnTo>
                  <a:lnTo>
                    <a:pt x="753" y="1156"/>
                  </a:lnTo>
                  <a:lnTo>
                    <a:pt x="572" y="1080"/>
                  </a:lnTo>
                  <a:lnTo>
                    <a:pt x="405" y="973"/>
                  </a:lnTo>
                  <a:lnTo>
                    <a:pt x="230" y="743"/>
                  </a:lnTo>
                  <a:lnTo>
                    <a:pt x="118" y="477"/>
                  </a:lnTo>
                  <a:lnTo>
                    <a:pt x="36" y="251"/>
                  </a:lnTo>
                  <a:lnTo>
                    <a:pt x="0" y="23"/>
                  </a:lnTo>
                  <a:lnTo>
                    <a:pt x="21" y="0"/>
                  </a:lnTo>
                  <a:lnTo>
                    <a:pt x="42" y="21"/>
                  </a:lnTo>
                  <a:lnTo>
                    <a:pt x="42"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9" name="Google Shape;439;p10"/>
            <p:cNvSpPr/>
            <p:nvPr/>
          </p:nvSpPr>
          <p:spPr>
            <a:xfrm>
              <a:off x="739" y="2579"/>
              <a:ext cx="953" cy="1274"/>
            </a:xfrm>
            <a:custGeom>
              <a:rect b="b" l="l" r="r" t="t"/>
              <a:pathLst>
                <a:path extrusionOk="0" h="2548" w="1907">
                  <a:moveTo>
                    <a:pt x="542" y="33"/>
                  </a:moveTo>
                  <a:lnTo>
                    <a:pt x="350" y="215"/>
                  </a:lnTo>
                  <a:lnTo>
                    <a:pt x="213" y="409"/>
                  </a:lnTo>
                  <a:lnTo>
                    <a:pt x="126" y="613"/>
                  </a:lnTo>
                  <a:lnTo>
                    <a:pt x="86" y="822"/>
                  </a:lnTo>
                  <a:lnTo>
                    <a:pt x="82" y="928"/>
                  </a:lnTo>
                  <a:lnTo>
                    <a:pt x="88" y="1035"/>
                  </a:lnTo>
                  <a:lnTo>
                    <a:pt x="131" y="1246"/>
                  </a:lnTo>
                  <a:lnTo>
                    <a:pt x="209" y="1453"/>
                  </a:lnTo>
                  <a:lnTo>
                    <a:pt x="320" y="1650"/>
                  </a:lnTo>
                  <a:lnTo>
                    <a:pt x="458" y="1837"/>
                  </a:lnTo>
                  <a:lnTo>
                    <a:pt x="620" y="2006"/>
                  </a:lnTo>
                  <a:lnTo>
                    <a:pt x="804" y="2158"/>
                  </a:lnTo>
                  <a:lnTo>
                    <a:pt x="1004" y="2287"/>
                  </a:lnTo>
                  <a:lnTo>
                    <a:pt x="1219" y="2390"/>
                  </a:lnTo>
                  <a:lnTo>
                    <a:pt x="1443" y="2464"/>
                  </a:lnTo>
                  <a:lnTo>
                    <a:pt x="1671" y="2504"/>
                  </a:lnTo>
                  <a:lnTo>
                    <a:pt x="1903" y="2506"/>
                  </a:lnTo>
                  <a:lnTo>
                    <a:pt x="1907" y="2548"/>
                  </a:lnTo>
                  <a:lnTo>
                    <a:pt x="1392" y="2508"/>
                  </a:lnTo>
                  <a:lnTo>
                    <a:pt x="1149" y="2436"/>
                  </a:lnTo>
                  <a:lnTo>
                    <a:pt x="918" y="2333"/>
                  </a:lnTo>
                  <a:lnTo>
                    <a:pt x="706" y="2204"/>
                  </a:lnTo>
                  <a:lnTo>
                    <a:pt x="514" y="2050"/>
                  </a:lnTo>
                  <a:lnTo>
                    <a:pt x="348" y="1877"/>
                  </a:lnTo>
                  <a:lnTo>
                    <a:pt x="207" y="1687"/>
                  </a:lnTo>
                  <a:lnTo>
                    <a:pt x="101" y="1485"/>
                  </a:lnTo>
                  <a:lnTo>
                    <a:pt x="27" y="1272"/>
                  </a:lnTo>
                  <a:lnTo>
                    <a:pt x="0" y="835"/>
                  </a:lnTo>
                  <a:lnTo>
                    <a:pt x="53" y="616"/>
                  </a:lnTo>
                  <a:lnTo>
                    <a:pt x="97" y="508"/>
                  </a:lnTo>
                  <a:lnTo>
                    <a:pt x="154" y="402"/>
                  </a:lnTo>
                  <a:lnTo>
                    <a:pt x="225" y="297"/>
                  </a:lnTo>
                  <a:lnTo>
                    <a:pt x="308" y="194"/>
                  </a:lnTo>
                  <a:lnTo>
                    <a:pt x="517" y="0"/>
                  </a:lnTo>
                  <a:lnTo>
                    <a:pt x="542" y="33"/>
                  </a:lnTo>
                  <a:lnTo>
                    <a:pt x="54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0" name="Google Shape;440;p10"/>
            <p:cNvSpPr/>
            <p:nvPr/>
          </p:nvSpPr>
          <p:spPr>
            <a:xfrm>
              <a:off x="1588" y="3673"/>
              <a:ext cx="107" cy="182"/>
            </a:xfrm>
            <a:custGeom>
              <a:rect b="b" l="l" r="r" t="t"/>
              <a:pathLst>
                <a:path extrusionOk="0" h="363" w="213">
                  <a:moveTo>
                    <a:pt x="93" y="23"/>
                  </a:moveTo>
                  <a:lnTo>
                    <a:pt x="66" y="132"/>
                  </a:lnTo>
                  <a:lnTo>
                    <a:pt x="101" y="242"/>
                  </a:lnTo>
                  <a:lnTo>
                    <a:pt x="142" y="291"/>
                  </a:lnTo>
                  <a:lnTo>
                    <a:pt x="196" y="324"/>
                  </a:lnTo>
                  <a:lnTo>
                    <a:pt x="213" y="348"/>
                  </a:lnTo>
                  <a:lnTo>
                    <a:pt x="186" y="363"/>
                  </a:lnTo>
                  <a:lnTo>
                    <a:pt x="19" y="295"/>
                  </a:lnTo>
                  <a:lnTo>
                    <a:pt x="0" y="145"/>
                  </a:lnTo>
                  <a:lnTo>
                    <a:pt x="23" y="63"/>
                  </a:lnTo>
                  <a:lnTo>
                    <a:pt x="57" y="0"/>
                  </a:lnTo>
                  <a:lnTo>
                    <a:pt x="93" y="23"/>
                  </a:lnTo>
                  <a:lnTo>
                    <a:pt x="93"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1" name="Google Shape;441;p10"/>
            <p:cNvSpPr/>
            <p:nvPr/>
          </p:nvSpPr>
          <p:spPr>
            <a:xfrm>
              <a:off x="1687" y="3804"/>
              <a:ext cx="137" cy="47"/>
            </a:xfrm>
            <a:custGeom>
              <a:rect b="b" l="l" r="r" t="t"/>
              <a:pathLst>
                <a:path extrusionOk="0" h="93" w="273">
                  <a:moveTo>
                    <a:pt x="0" y="4"/>
                  </a:moveTo>
                  <a:lnTo>
                    <a:pt x="135" y="0"/>
                  </a:lnTo>
                  <a:lnTo>
                    <a:pt x="258" y="53"/>
                  </a:lnTo>
                  <a:lnTo>
                    <a:pt x="273" y="78"/>
                  </a:lnTo>
                  <a:lnTo>
                    <a:pt x="247" y="93"/>
                  </a:lnTo>
                  <a:lnTo>
                    <a:pt x="100" y="57"/>
                  </a:lnTo>
                  <a:lnTo>
                    <a:pt x="7" y="45"/>
                  </a:lnTo>
                  <a:lnTo>
                    <a:pt x="0" y="4"/>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2" name="Google Shape;442;p10"/>
            <p:cNvSpPr/>
            <p:nvPr/>
          </p:nvSpPr>
          <p:spPr>
            <a:xfrm>
              <a:off x="1788" y="3681"/>
              <a:ext cx="82" cy="166"/>
            </a:xfrm>
            <a:custGeom>
              <a:rect b="b" l="l" r="r" t="t"/>
              <a:pathLst>
                <a:path extrusionOk="0" h="332" w="164">
                  <a:moveTo>
                    <a:pt x="164" y="32"/>
                  </a:moveTo>
                  <a:lnTo>
                    <a:pt x="126" y="72"/>
                  </a:lnTo>
                  <a:lnTo>
                    <a:pt x="86" y="176"/>
                  </a:lnTo>
                  <a:lnTo>
                    <a:pt x="82" y="289"/>
                  </a:lnTo>
                  <a:lnTo>
                    <a:pt x="70" y="319"/>
                  </a:lnTo>
                  <a:lnTo>
                    <a:pt x="44" y="332"/>
                  </a:lnTo>
                  <a:lnTo>
                    <a:pt x="0" y="292"/>
                  </a:lnTo>
                  <a:lnTo>
                    <a:pt x="32" y="131"/>
                  </a:lnTo>
                  <a:lnTo>
                    <a:pt x="78" y="57"/>
                  </a:lnTo>
                  <a:lnTo>
                    <a:pt x="135" y="0"/>
                  </a:lnTo>
                  <a:lnTo>
                    <a:pt x="164" y="2"/>
                  </a:lnTo>
                  <a:lnTo>
                    <a:pt x="164" y="32"/>
                  </a:lnTo>
                  <a:lnTo>
                    <a:pt x="164"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3" name="Google Shape;443;p10"/>
            <p:cNvSpPr/>
            <p:nvPr/>
          </p:nvSpPr>
          <p:spPr>
            <a:xfrm>
              <a:off x="1899" y="3598"/>
              <a:ext cx="337" cy="80"/>
            </a:xfrm>
            <a:custGeom>
              <a:rect b="b" l="l" r="r" t="t"/>
              <a:pathLst>
                <a:path extrusionOk="0" h="160" w="673">
                  <a:moveTo>
                    <a:pt x="0" y="118"/>
                  </a:moveTo>
                  <a:lnTo>
                    <a:pt x="171" y="69"/>
                  </a:lnTo>
                  <a:lnTo>
                    <a:pt x="254" y="34"/>
                  </a:lnTo>
                  <a:lnTo>
                    <a:pt x="342" y="17"/>
                  </a:lnTo>
                  <a:lnTo>
                    <a:pt x="555" y="21"/>
                  </a:lnTo>
                  <a:lnTo>
                    <a:pt x="671" y="0"/>
                  </a:lnTo>
                  <a:lnTo>
                    <a:pt x="673" y="65"/>
                  </a:lnTo>
                  <a:lnTo>
                    <a:pt x="515" y="74"/>
                  </a:lnTo>
                  <a:lnTo>
                    <a:pt x="344" y="59"/>
                  </a:lnTo>
                  <a:lnTo>
                    <a:pt x="173" y="109"/>
                  </a:lnTo>
                  <a:lnTo>
                    <a:pt x="89" y="143"/>
                  </a:lnTo>
                  <a:lnTo>
                    <a:pt x="1" y="160"/>
                  </a:lnTo>
                  <a:lnTo>
                    <a:pt x="0" y="118"/>
                  </a:lnTo>
                  <a:lnTo>
                    <a:pt x="0" y="1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4" name="Google Shape;444;p10"/>
            <p:cNvSpPr/>
            <p:nvPr/>
          </p:nvSpPr>
          <p:spPr>
            <a:xfrm>
              <a:off x="2084" y="3639"/>
              <a:ext cx="193" cy="131"/>
            </a:xfrm>
            <a:custGeom>
              <a:rect b="b" l="l" r="r" t="t"/>
              <a:pathLst>
                <a:path extrusionOk="0" h="262" w="386">
                  <a:moveTo>
                    <a:pt x="386" y="23"/>
                  </a:moveTo>
                  <a:lnTo>
                    <a:pt x="305" y="124"/>
                  </a:lnTo>
                  <a:lnTo>
                    <a:pt x="192" y="190"/>
                  </a:lnTo>
                  <a:lnTo>
                    <a:pt x="23" y="262"/>
                  </a:lnTo>
                  <a:lnTo>
                    <a:pt x="0" y="226"/>
                  </a:lnTo>
                  <a:lnTo>
                    <a:pt x="78" y="163"/>
                  </a:lnTo>
                  <a:lnTo>
                    <a:pt x="164" y="112"/>
                  </a:lnTo>
                  <a:lnTo>
                    <a:pt x="352" y="0"/>
                  </a:lnTo>
                  <a:lnTo>
                    <a:pt x="386" y="23"/>
                  </a:lnTo>
                  <a:lnTo>
                    <a:pt x="386"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5" name="Google Shape;445;p10"/>
            <p:cNvSpPr/>
            <p:nvPr/>
          </p:nvSpPr>
          <p:spPr>
            <a:xfrm>
              <a:off x="1805" y="3736"/>
              <a:ext cx="489" cy="133"/>
            </a:xfrm>
            <a:custGeom>
              <a:rect b="b" l="l" r="r" t="t"/>
              <a:pathLst>
                <a:path extrusionOk="0" h="266" w="978">
                  <a:moveTo>
                    <a:pt x="0" y="120"/>
                  </a:moveTo>
                  <a:lnTo>
                    <a:pt x="272" y="127"/>
                  </a:lnTo>
                  <a:lnTo>
                    <a:pt x="550" y="184"/>
                  </a:lnTo>
                  <a:lnTo>
                    <a:pt x="664" y="175"/>
                  </a:lnTo>
                  <a:lnTo>
                    <a:pt x="761" y="125"/>
                  </a:lnTo>
                  <a:lnTo>
                    <a:pt x="854" y="59"/>
                  </a:lnTo>
                  <a:lnTo>
                    <a:pt x="949" y="0"/>
                  </a:lnTo>
                  <a:lnTo>
                    <a:pt x="978" y="0"/>
                  </a:lnTo>
                  <a:lnTo>
                    <a:pt x="976" y="30"/>
                  </a:lnTo>
                  <a:lnTo>
                    <a:pt x="941" y="72"/>
                  </a:lnTo>
                  <a:lnTo>
                    <a:pt x="884" y="133"/>
                  </a:lnTo>
                  <a:lnTo>
                    <a:pt x="824" y="192"/>
                  </a:lnTo>
                  <a:lnTo>
                    <a:pt x="782" y="228"/>
                  </a:lnTo>
                  <a:lnTo>
                    <a:pt x="664" y="266"/>
                  </a:lnTo>
                  <a:lnTo>
                    <a:pt x="540" y="256"/>
                  </a:lnTo>
                  <a:lnTo>
                    <a:pt x="371" y="213"/>
                  </a:lnTo>
                  <a:lnTo>
                    <a:pt x="202" y="165"/>
                  </a:lnTo>
                  <a:lnTo>
                    <a:pt x="6" y="160"/>
                  </a:lnTo>
                  <a:lnTo>
                    <a:pt x="0" y="120"/>
                  </a:lnTo>
                  <a:lnTo>
                    <a:pt x="0" y="1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6" name="Google Shape;446;p10"/>
            <p:cNvSpPr/>
            <p:nvPr/>
          </p:nvSpPr>
          <p:spPr>
            <a:xfrm>
              <a:off x="2165" y="3692"/>
              <a:ext cx="171" cy="68"/>
            </a:xfrm>
            <a:custGeom>
              <a:rect b="b" l="l" r="r" t="t"/>
              <a:pathLst>
                <a:path extrusionOk="0" h="135" w="340">
                  <a:moveTo>
                    <a:pt x="51" y="0"/>
                  </a:moveTo>
                  <a:lnTo>
                    <a:pt x="258" y="71"/>
                  </a:lnTo>
                  <a:lnTo>
                    <a:pt x="323" y="92"/>
                  </a:lnTo>
                  <a:lnTo>
                    <a:pt x="340" y="118"/>
                  </a:lnTo>
                  <a:lnTo>
                    <a:pt x="312" y="135"/>
                  </a:lnTo>
                  <a:lnTo>
                    <a:pt x="220" y="116"/>
                  </a:lnTo>
                  <a:lnTo>
                    <a:pt x="34" y="88"/>
                  </a:lnTo>
                  <a:lnTo>
                    <a:pt x="0" y="37"/>
                  </a:lnTo>
                  <a:lnTo>
                    <a:pt x="51" y="0"/>
                  </a:lnTo>
                  <a:lnTo>
                    <a:pt x="5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7" name="Google Shape;447;p10"/>
            <p:cNvSpPr/>
            <p:nvPr/>
          </p:nvSpPr>
          <p:spPr>
            <a:xfrm>
              <a:off x="2501" y="3013"/>
              <a:ext cx="170" cy="700"/>
            </a:xfrm>
            <a:custGeom>
              <a:rect b="b" l="l" r="r" t="t"/>
              <a:pathLst>
                <a:path extrusionOk="0" h="1401" w="340">
                  <a:moveTo>
                    <a:pt x="340" y="23"/>
                  </a:moveTo>
                  <a:lnTo>
                    <a:pt x="308" y="578"/>
                  </a:lnTo>
                  <a:lnTo>
                    <a:pt x="264" y="877"/>
                  </a:lnTo>
                  <a:lnTo>
                    <a:pt x="198" y="1114"/>
                  </a:lnTo>
                  <a:lnTo>
                    <a:pt x="129" y="1259"/>
                  </a:lnTo>
                  <a:lnTo>
                    <a:pt x="84" y="1331"/>
                  </a:lnTo>
                  <a:lnTo>
                    <a:pt x="38" y="1390"/>
                  </a:lnTo>
                  <a:lnTo>
                    <a:pt x="10" y="1401"/>
                  </a:lnTo>
                  <a:lnTo>
                    <a:pt x="0" y="1373"/>
                  </a:lnTo>
                  <a:lnTo>
                    <a:pt x="53" y="1224"/>
                  </a:lnTo>
                  <a:lnTo>
                    <a:pt x="122" y="1084"/>
                  </a:lnTo>
                  <a:lnTo>
                    <a:pt x="209" y="717"/>
                  </a:lnTo>
                  <a:lnTo>
                    <a:pt x="295" y="23"/>
                  </a:lnTo>
                  <a:lnTo>
                    <a:pt x="318" y="0"/>
                  </a:lnTo>
                  <a:lnTo>
                    <a:pt x="340" y="23"/>
                  </a:lnTo>
                  <a:lnTo>
                    <a:pt x="34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8" name="Google Shape;448;p10"/>
            <p:cNvSpPr/>
            <p:nvPr/>
          </p:nvSpPr>
          <p:spPr>
            <a:xfrm>
              <a:off x="2375" y="3671"/>
              <a:ext cx="101" cy="39"/>
            </a:xfrm>
            <a:custGeom>
              <a:rect b="b" l="l" r="r" t="t"/>
              <a:pathLst>
                <a:path extrusionOk="0" h="78" w="204">
                  <a:moveTo>
                    <a:pt x="15" y="26"/>
                  </a:moveTo>
                  <a:lnTo>
                    <a:pt x="74" y="0"/>
                  </a:lnTo>
                  <a:lnTo>
                    <a:pt x="188" y="38"/>
                  </a:lnTo>
                  <a:lnTo>
                    <a:pt x="204" y="62"/>
                  </a:lnTo>
                  <a:lnTo>
                    <a:pt x="179" y="78"/>
                  </a:lnTo>
                  <a:lnTo>
                    <a:pt x="38" y="78"/>
                  </a:lnTo>
                  <a:lnTo>
                    <a:pt x="0" y="62"/>
                  </a:lnTo>
                  <a:lnTo>
                    <a:pt x="15" y="26"/>
                  </a:lnTo>
                  <a:lnTo>
                    <a:pt x="15"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9" name="Google Shape;449;p10"/>
            <p:cNvSpPr/>
            <p:nvPr/>
          </p:nvSpPr>
          <p:spPr>
            <a:xfrm>
              <a:off x="2608" y="3430"/>
              <a:ext cx="135" cy="66"/>
            </a:xfrm>
            <a:custGeom>
              <a:rect b="b" l="l" r="r" t="t"/>
              <a:pathLst>
                <a:path extrusionOk="0" h="133" w="270">
                  <a:moveTo>
                    <a:pt x="30" y="57"/>
                  </a:moveTo>
                  <a:lnTo>
                    <a:pt x="160" y="30"/>
                  </a:lnTo>
                  <a:lnTo>
                    <a:pt x="257" y="0"/>
                  </a:lnTo>
                  <a:lnTo>
                    <a:pt x="270" y="40"/>
                  </a:lnTo>
                  <a:lnTo>
                    <a:pt x="158" y="93"/>
                  </a:lnTo>
                  <a:lnTo>
                    <a:pt x="47" y="133"/>
                  </a:lnTo>
                  <a:lnTo>
                    <a:pt x="0" y="102"/>
                  </a:lnTo>
                  <a:lnTo>
                    <a:pt x="30" y="57"/>
                  </a:lnTo>
                  <a:lnTo>
                    <a:pt x="30"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0" name="Google Shape;450;p10"/>
            <p:cNvSpPr/>
            <p:nvPr/>
          </p:nvSpPr>
          <p:spPr>
            <a:xfrm>
              <a:off x="1963" y="2774"/>
              <a:ext cx="176" cy="274"/>
            </a:xfrm>
            <a:custGeom>
              <a:rect b="b" l="l" r="r" t="t"/>
              <a:pathLst>
                <a:path extrusionOk="0" h="548" w="352">
                  <a:moveTo>
                    <a:pt x="352" y="29"/>
                  </a:moveTo>
                  <a:lnTo>
                    <a:pt x="291" y="110"/>
                  </a:lnTo>
                  <a:lnTo>
                    <a:pt x="198" y="185"/>
                  </a:lnTo>
                  <a:lnTo>
                    <a:pt x="84" y="357"/>
                  </a:lnTo>
                  <a:lnTo>
                    <a:pt x="127" y="483"/>
                  </a:lnTo>
                  <a:lnTo>
                    <a:pt x="139" y="546"/>
                  </a:lnTo>
                  <a:lnTo>
                    <a:pt x="110" y="548"/>
                  </a:lnTo>
                  <a:lnTo>
                    <a:pt x="47" y="504"/>
                  </a:lnTo>
                  <a:lnTo>
                    <a:pt x="21" y="434"/>
                  </a:lnTo>
                  <a:lnTo>
                    <a:pt x="0" y="361"/>
                  </a:lnTo>
                  <a:lnTo>
                    <a:pt x="27" y="278"/>
                  </a:lnTo>
                  <a:lnTo>
                    <a:pt x="91" y="209"/>
                  </a:lnTo>
                  <a:lnTo>
                    <a:pt x="241" y="101"/>
                  </a:lnTo>
                  <a:lnTo>
                    <a:pt x="314" y="10"/>
                  </a:lnTo>
                  <a:lnTo>
                    <a:pt x="342" y="0"/>
                  </a:lnTo>
                  <a:lnTo>
                    <a:pt x="352" y="29"/>
                  </a:lnTo>
                  <a:lnTo>
                    <a:pt x="352"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1" name="Google Shape;451;p10"/>
            <p:cNvSpPr/>
            <p:nvPr/>
          </p:nvSpPr>
          <p:spPr>
            <a:xfrm>
              <a:off x="2006" y="2929"/>
              <a:ext cx="65" cy="386"/>
            </a:xfrm>
            <a:custGeom>
              <a:rect b="b" l="l" r="r" t="t"/>
              <a:pathLst>
                <a:path extrusionOk="0" h="772" w="131">
                  <a:moveTo>
                    <a:pt x="131" y="40"/>
                  </a:moveTo>
                  <a:lnTo>
                    <a:pt x="123" y="105"/>
                  </a:lnTo>
                  <a:lnTo>
                    <a:pt x="91" y="374"/>
                  </a:lnTo>
                  <a:lnTo>
                    <a:pt x="74" y="622"/>
                  </a:lnTo>
                  <a:lnTo>
                    <a:pt x="83" y="747"/>
                  </a:lnTo>
                  <a:lnTo>
                    <a:pt x="66" y="772"/>
                  </a:lnTo>
                  <a:lnTo>
                    <a:pt x="43" y="755"/>
                  </a:lnTo>
                  <a:lnTo>
                    <a:pt x="0" y="412"/>
                  </a:lnTo>
                  <a:lnTo>
                    <a:pt x="7" y="220"/>
                  </a:lnTo>
                  <a:lnTo>
                    <a:pt x="39" y="76"/>
                  </a:lnTo>
                  <a:lnTo>
                    <a:pt x="62" y="28"/>
                  </a:lnTo>
                  <a:lnTo>
                    <a:pt x="104" y="0"/>
                  </a:lnTo>
                  <a:lnTo>
                    <a:pt x="131" y="40"/>
                  </a:lnTo>
                  <a:lnTo>
                    <a:pt x="131"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2" name="Google Shape;452;p10"/>
            <p:cNvSpPr/>
            <p:nvPr/>
          </p:nvSpPr>
          <p:spPr>
            <a:xfrm>
              <a:off x="2053" y="2977"/>
              <a:ext cx="115" cy="342"/>
            </a:xfrm>
            <a:custGeom>
              <a:rect b="b" l="l" r="r" t="t"/>
              <a:pathLst>
                <a:path extrusionOk="0" h="682" w="230">
                  <a:moveTo>
                    <a:pt x="230" y="25"/>
                  </a:moveTo>
                  <a:lnTo>
                    <a:pt x="186" y="213"/>
                  </a:lnTo>
                  <a:lnTo>
                    <a:pt x="136" y="411"/>
                  </a:lnTo>
                  <a:lnTo>
                    <a:pt x="93" y="542"/>
                  </a:lnTo>
                  <a:lnTo>
                    <a:pt x="39" y="669"/>
                  </a:lnTo>
                  <a:lnTo>
                    <a:pt x="13" y="682"/>
                  </a:lnTo>
                  <a:lnTo>
                    <a:pt x="0" y="656"/>
                  </a:lnTo>
                  <a:lnTo>
                    <a:pt x="36" y="525"/>
                  </a:lnTo>
                  <a:lnTo>
                    <a:pt x="83" y="395"/>
                  </a:lnTo>
                  <a:lnTo>
                    <a:pt x="135" y="201"/>
                  </a:lnTo>
                  <a:lnTo>
                    <a:pt x="190" y="15"/>
                  </a:lnTo>
                  <a:lnTo>
                    <a:pt x="214" y="0"/>
                  </a:lnTo>
                  <a:lnTo>
                    <a:pt x="230" y="25"/>
                  </a:lnTo>
                  <a:lnTo>
                    <a:pt x="230"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3" name="Google Shape;453;p10"/>
            <p:cNvSpPr/>
            <p:nvPr/>
          </p:nvSpPr>
          <p:spPr>
            <a:xfrm>
              <a:off x="2109" y="3027"/>
              <a:ext cx="133" cy="168"/>
            </a:xfrm>
            <a:custGeom>
              <a:rect b="b" l="l" r="r" t="t"/>
              <a:pathLst>
                <a:path extrusionOk="0" h="336" w="266">
                  <a:moveTo>
                    <a:pt x="0" y="308"/>
                  </a:moveTo>
                  <a:lnTo>
                    <a:pt x="74" y="232"/>
                  </a:lnTo>
                  <a:lnTo>
                    <a:pt x="152" y="154"/>
                  </a:lnTo>
                  <a:lnTo>
                    <a:pt x="226" y="15"/>
                  </a:lnTo>
                  <a:lnTo>
                    <a:pt x="253" y="0"/>
                  </a:lnTo>
                  <a:lnTo>
                    <a:pt x="266" y="26"/>
                  </a:lnTo>
                  <a:lnTo>
                    <a:pt x="224" y="207"/>
                  </a:lnTo>
                  <a:lnTo>
                    <a:pt x="156" y="258"/>
                  </a:lnTo>
                  <a:lnTo>
                    <a:pt x="78" y="296"/>
                  </a:lnTo>
                  <a:lnTo>
                    <a:pt x="30" y="336"/>
                  </a:lnTo>
                  <a:lnTo>
                    <a:pt x="0" y="308"/>
                  </a:lnTo>
                  <a:lnTo>
                    <a:pt x="0" y="3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4" name="Google Shape;454;p10"/>
            <p:cNvSpPr/>
            <p:nvPr/>
          </p:nvSpPr>
          <p:spPr>
            <a:xfrm>
              <a:off x="1275" y="2279"/>
              <a:ext cx="194" cy="36"/>
            </a:xfrm>
            <a:custGeom>
              <a:rect b="b" l="l" r="r" t="t"/>
              <a:pathLst>
                <a:path extrusionOk="0" h="72" w="388">
                  <a:moveTo>
                    <a:pt x="27" y="17"/>
                  </a:moveTo>
                  <a:lnTo>
                    <a:pt x="71" y="30"/>
                  </a:lnTo>
                  <a:lnTo>
                    <a:pt x="137" y="0"/>
                  </a:lnTo>
                  <a:lnTo>
                    <a:pt x="192" y="28"/>
                  </a:lnTo>
                  <a:lnTo>
                    <a:pt x="236" y="2"/>
                  </a:lnTo>
                  <a:lnTo>
                    <a:pt x="307" y="19"/>
                  </a:lnTo>
                  <a:lnTo>
                    <a:pt x="371" y="13"/>
                  </a:lnTo>
                  <a:lnTo>
                    <a:pt x="388" y="36"/>
                  </a:lnTo>
                  <a:lnTo>
                    <a:pt x="364" y="55"/>
                  </a:lnTo>
                  <a:lnTo>
                    <a:pt x="297" y="57"/>
                  </a:lnTo>
                  <a:lnTo>
                    <a:pt x="244" y="43"/>
                  </a:lnTo>
                  <a:lnTo>
                    <a:pt x="196" y="70"/>
                  </a:lnTo>
                  <a:lnTo>
                    <a:pt x="137" y="42"/>
                  </a:lnTo>
                  <a:lnTo>
                    <a:pt x="77" y="72"/>
                  </a:lnTo>
                  <a:lnTo>
                    <a:pt x="14" y="57"/>
                  </a:lnTo>
                  <a:lnTo>
                    <a:pt x="0" y="30"/>
                  </a:lnTo>
                  <a:lnTo>
                    <a:pt x="27" y="17"/>
                  </a:lnTo>
                  <a:lnTo>
                    <a:pt x="2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5" name="Google Shape;455;p10"/>
            <p:cNvSpPr/>
            <p:nvPr/>
          </p:nvSpPr>
          <p:spPr>
            <a:xfrm>
              <a:off x="1317" y="2325"/>
              <a:ext cx="128" cy="39"/>
            </a:xfrm>
            <a:custGeom>
              <a:rect b="b" l="l" r="r" t="t"/>
              <a:pathLst>
                <a:path extrusionOk="0" h="78" w="257">
                  <a:moveTo>
                    <a:pt x="29" y="6"/>
                  </a:moveTo>
                  <a:lnTo>
                    <a:pt x="133" y="36"/>
                  </a:lnTo>
                  <a:lnTo>
                    <a:pt x="240" y="0"/>
                  </a:lnTo>
                  <a:lnTo>
                    <a:pt x="257" y="38"/>
                  </a:lnTo>
                  <a:lnTo>
                    <a:pt x="127" y="78"/>
                  </a:lnTo>
                  <a:lnTo>
                    <a:pt x="2" y="36"/>
                  </a:lnTo>
                  <a:lnTo>
                    <a:pt x="0" y="7"/>
                  </a:lnTo>
                  <a:lnTo>
                    <a:pt x="29" y="6"/>
                  </a:lnTo>
                  <a:lnTo>
                    <a:pt x="29"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6" name="Google Shape;456;p10"/>
            <p:cNvSpPr/>
            <p:nvPr/>
          </p:nvSpPr>
          <p:spPr>
            <a:xfrm>
              <a:off x="1313" y="2027"/>
              <a:ext cx="91" cy="214"/>
            </a:xfrm>
            <a:custGeom>
              <a:rect b="b" l="l" r="r" t="t"/>
              <a:pathLst>
                <a:path extrusionOk="0" h="428" w="182">
                  <a:moveTo>
                    <a:pt x="53" y="19"/>
                  </a:moveTo>
                  <a:lnTo>
                    <a:pt x="39" y="293"/>
                  </a:lnTo>
                  <a:lnTo>
                    <a:pt x="34" y="373"/>
                  </a:lnTo>
                  <a:lnTo>
                    <a:pt x="182" y="386"/>
                  </a:lnTo>
                  <a:lnTo>
                    <a:pt x="182" y="428"/>
                  </a:lnTo>
                  <a:lnTo>
                    <a:pt x="1" y="401"/>
                  </a:lnTo>
                  <a:lnTo>
                    <a:pt x="0" y="285"/>
                  </a:lnTo>
                  <a:lnTo>
                    <a:pt x="11" y="23"/>
                  </a:lnTo>
                  <a:lnTo>
                    <a:pt x="30" y="0"/>
                  </a:lnTo>
                  <a:lnTo>
                    <a:pt x="53" y="19"/>
                  </a:lnTo>
                  <a:lnTo>
                    <a:pt x="5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7" name="Google Shape;457;p10"/>
            <p:cNvSpPr/>
            <p:nvPr/>
          </p:nvSpPr>
          <p:spPr>
            <a:xfrm>
              <a:off x="1589" y="2160"/>
              <a:ext cx="137" cy="185"/>
            </a:xfrm>
            <a:custGeom>
              <a:rect b="b" l="l" r="r" t="t"/>
              <a:pathLst>
                <a:path extrusionOk="0" h="371" w="274">
                  <a:moveTo>
                    <a:pt x="184" y="0"/>
                  </a:moveTo>
                  <a:lnTo>
                    <a:pt x="262" y="72"/>
                  </a:lnTo>
                  <a:lnTo>
                    <a:pt x="274" y="186"/>
                  </a:lnTo>
                  <a:lnTo>
                    <a:pt x="232" y="299"/>
                  </a:lnTo>
                  <a:lnTo>
                    <a:pt x="154" y="371"/>
                  </a:lnTo>
                  <a:lnTo>
                    <a:pt x="17" y="357"/>
                  </a:lnTo>
                  <a:lnTo>
                    <a:pt x="0" y="333"/>
                  </a:lnTo>
                  <a:lnTo>
                    <a:pt x="24" y="316"/>
                  </a:lnTo>
                  <a:lnTo>
                    <a:pt x="127" y="310"/>
                  </a:lnTo>
                  <a:lnTo>
                    <a:pt x="203" y="238"/>
                  </a:lnTo>
                  <a:lnTo>
                    <a:pt x="236" y="137"/>
                  </a:lnTo>
                  <a:lnTo>
                    <a:pt x="217" y="76"/>
                  </a:lnTo>
                  <a:lnTo>
                    <a:pt x="167" y="38"/>
                  </a:lnTo>
                  <a:lnTo>
                    <a:pt x="156" y="10"/>
                  </a:lnTo>
                  <a:lnTo>
                    <a:pt x="184" y="0"/>
                  </a:lnTo>
                  <a:lnTo>
                    <a:pt x="18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8" name="Google Shape;458;p10"/>
            <p:cNvSpPr/>
            <p:nvPr/>
          </p:nvSpPr>
          <p:spPr>
            <a:xfrm>
              <a:off x="1149" y="2322"/>
              <a:ext cx="72" cy="89"/>
            </a:xfrm>
            <a:custGeom>
              <a:rect b="b" l="l" r="r" t="t"/>
              <a:pathLst>
                <a:path extrusionOk="0" h="179" w="142">
                  <a:moveTo>
                    <a:pt x="62" y="34"/>
                  </a:moveTo>
                  <a:lnTo>
                    <a:pt x="53" y="139"/>
                  </a:lnTo>
                  <a:lnTo>
                    <a:pt x="115" y="105"/>
                  </a:lnTo>
                  <a:lnTo>
                    <a:pt x="142" y="137"/>
                  </a:lnTo>
                  <a:lnTo>
                    <a:pt x="96" y="171"/>
                  </a:lnTo>
                  <a:lnTo>
                    <a:pt x="41" y="179"/>
                  </a:lnTo>
                  <a:lnTo>
                    <a:pt x="0" y="95"/>
                  </a:lnTo>
                  <a:lnTo>
                    <a:pt x="36" y="0"/>
                  </a:lnTo>
                  <a:lnTo>
                    <a:pt x="62" y="34"/>
                  </a:lnTo>
                  <a:lnTo>
                    <a:pt x="6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9" name="Google Shape;459;p10"/>
            <p:cNvSpPr/>
            <p:nvPr/>
          </p:nvSpPr>
          <p:spPr>
            <a:xfrm>
              <a:off x="1094" y="2282"/>
              <a:ext cx="157" cy="185"/>
            </a:xfrm>
            <a:custGeom>
              <a:rect b="b" l="l" r="r" t="t"/>
              <a:pathLst>
                <a:path extrusionOk="0" h="371" w="314">
                  <a:moveTo>
                    <a:pt x="118" y="40"/>
                  </a:moveTo>
                  <a:lnTo>
                    <a:pt x="57" y="88"/>
                  </a:lnTo>
                  <a:lnTo>
                    <a:pt x="40" y="151"/>
                  </a:lnTo>
                  <a:lnTo>
                    <a:pt x="57" y="221"/>
                  </a:lnTo>
                  <a:lnTo>
                    <a:pt x="95" y="286"/>
                  </a:lnTo>
                  <a:lnTo>
                    <a:pt x="145" y="316"/>
                  </a:lnTo>
                  <a:lnTo>
                    <a:pt x="198" y="308"/>
                  </a:lnTo>
                  <a:lnTo>
                    <a:pt x="274" y="225"/>
                  </a:lnTo>
                  <a:lnTo>
                    <a:pt x="299" y="206"/>
                  </a:lnTo>
                  <a:lnTo>
                    <a:pt x="314" y="230"/>
                  </a:lnTo>
                  <a:lnTo>
                    <a:pt x="299" y="289"/>
                  </a:lnTo>
                  <a:lnTo>
                    <a:pt x="268" y="341"/>
                  </a:lnTo>
                  <a:lnTo>
                    <a:pt x="152" y="371"/>
                  </a:lnTo>
                  <a:lnTo>
                    <a:pt x="44" y="322"/>
                  </a:lnTo>
                  <a:lnTo>
                    <a:pt x="0" y="132"/>
                  </a:lnTo>
                  <a:lnTo>
                    <a:pt x="33" y="50"/>
                  </a:lnTo>
                  <a:lnTo>
                    <a:pt x="105" y="0"/>
                  </a:lnTo>
                  <a:lnTo>
                    <a:pt x="118" y="40"/>
                  </a:lnTo>
                  <a:lnTo>
                    <a:pt x="118"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0" name="Google Shape;460;p10"/>
            <p:cNvSpPr/>
            <p:nvPr/>
          </p:nvSpPr>
          <p:spPr>
            <a:xfrm>
              <a:off x="951" y="1759"/>
              <a:ext cx="309" cy="885"/>
            </a:xfrm>
            <a:custGeom>
              <a:rect b="b" l="l" r="r" t="t"/>
              <a:pathLst>
                <a:path extrusionOk="0" h="1770" w="618">
                  <a:moveTo>
                    <a:pt x="618" y="42"/>
                  </a:moveTo>
                  <a:lnTo>
                    <a:pt x="388" y="182"/>
                  </a:lnTo>
                  <a:lnTo>
                    <a:pt x="232" y="412"/>
                  </a:lnTo>
                  <a:lnTo>
                    <a:pt x="215" y="686"/>
                  </a:lnTo>
                  <a:lnTo>
                    <a:pt x="200" y="831"/>
                  </a:lnTo>
                  <a:lnTo>
                    <a:pt x="167" y="971"/>
                  </a:lnTo>
                  <a:lnTo>
                    <a:pt x="122" y="1256"/>
                  </a:lnTo>
                  <a:lnTo>
                    <a:pt x="148" y="1428"/>
                  </a:lnTo>
                  <a:lnTo>
                    <a:pt x="179" y="1517"/>
                  </a:lnTo>
                  <a:lnTo>
                    <a:pt x="221" y="1585"/>
                  </a:lnTo>
                  <a:lnTo>
                    <a:pt x="272" y="1627"/>
                  </a:lnTo>
                  <a:lnTo>
                    <a:pt x="352" y="1688"/>
                  </a:lnTo>
                  <a:lnTo>
                    <a:pt x="407" y="1770"/>
                  </a:lnTo>
                  <a:lnTo>
                    <a:pt x="228" y="1728"/>
                  </a:lnTo>
                  <a:lnTo>
                    <a:pt x="103" y="1606"/>
                  </a:lnTo>
                  <a:lnTo>
                    <a:pt x="27" y="1437"/>
                  </a:lnTo>
                  <a:lnTo>
                    <a:pt x="0" y="1258"/>
                  </a:lnTo>
                  <a:lnTo>
                    <a:pt x="21" y="1112"/>
                  </a:lnTo>
                  <a:lnTo>
                    <a:pt x="69" y="973"/>
                  </a:lnTo>
                  <a:lnTo>
                    <a:pt x="139" y="686"/>
                  </a:lnTo>
                  <a:lnTo>
                    <a:pt x="156" y="382"/>
                  </a:lnTo>
                  <a:lnTo>
                    <a:pt x="226" y="260"/>
                  </a:lnTo>
                  <a:lnTo>
                    <a:pt x="340" y="137"/>
                  </a:lnTo>
                  <a:lnTo>
                    <a:pt x="474" y="40"/>
                  </a:lnTo>
                  <a:lnTo>
                    <a:pt x="607" y="0"/>
                  </a:lnTo>
                  <a:lnTo>
                    <a:pt x="618" y="42"/>
                  </a:lnTo>
                  <a:lnTo>
                    <a:pt x="618"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1" name="Google Shape;461;p10"/>
            <p:cNvSpPr/>
            <p:nvPr/>
          </p:nvSpPr>
          <p:spPr>
            <a:xfrm>
              <a:off x="1391" y="1739"/>
              <a:ext cx="453" cy="684"/>
            </a:xfrm>
            <a:custGeom>
              <a:rect b="b" l="l" r="r" t="t"/>
              <a:pathLst>
                <a:path extrusionOk="0" h="1369" w="907">
                  <a:moveTo>
                    <a:pt x="0" y="0"/>
                  </a:moveTo>
                  <a:lnTo>
                    <a:pt x="229" y="46"/>
                  </a:lnTo>
                  <a:lnTo>
                    <a:pt x="443" y="173"/>
                  </a:lnTo>
                  <a:lnTo>
                    <a:pt x="632" y="355"/>
                  </a:lnTo>
                  <a:lnTo>
                    <a:pt x="780" y="574"/>
                  </a:lnTo>
                  <a:lnTo>
                    <a:pt x="875" y="808"/>
                  </a:lnTo>
                  <a:lnTo>
                    <a:pt x="907" y="1030"/>
                  </a:lnTo>
                  <a:lnTo>
                    <a:pt x="862" y="1226"/>
                  </a:lnTo>
                  <a:lnTo>
                    <a:pt x="805" y="1306"/>
                  </a:lnTo>
                  <a:lnTo>
                    <a:pt x="725" y="1369"/>
                  </a:lnTo>
                  <a:lnTo>
                    <a:pt x="706" y="1355"/>
                  </a:lnTo>
                  <a:lnTo>
                    <a:pt x="730" y="1279"/>
                  </a:lnTo>
                  <a:lnTo>
                    <a:pt x="791" y="1120"/>
                  </a:lnTo>
                  <a:lnTo>
                    <a:pt x="784" y="911"/>
                  </a:lnTo>
                  <a:lnTo>
                    <a:pt x="723" y="703"/>
                  </a:lnTo>
                  <a:lnTo>
                    <a:pt x="677" y="603"/>
                  </a:lnTo>
                  <a:lnTo>
                    <a:pt x="565" y="420"/>
                  </a:lnTo>
                  <a:lnTo>
                    <a:pt x="451" y="279"/>
                  </a:lnTo>
                  <a:lnTo>
                    <a:pt x="398" y="222"/>
                  </a:lnTo>
                  <a:lnTo>
                    <a:pt x="284" y="129"/>
                  </a:lnTo>
                  <a:lnTo>
                    <a:pt x="154" y="67"/>
                  </a:lnTo>
                  <a:lnTo>
                    <a:pt x="0" y="44"/>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2" name="Google Shape;462;p10"/>
            <p:cNvSpPr/>
            <p:nvPr/>
          </p:nvSpPr>
          <p:spPr>
            <a:xfrm>
              <a:off x="1087" y="1832"/>
              <a:ext cx="269" cy="209"/>
            </a:xfrm>
            <a:custGeom>
              <a:rect b="b" l="l" r="r" t="t"/>
              <a:pathLst>
                <a:path extrusionOk="0" h="419" w="538">
                  <a:moveTo>
                    <a:pt x="464" y="244"/>
                  </a:moveTo>
                  <a:lnTo>
                    <a:pt x="492" y="23"/>
                  </a:lnTo>
                  <a:lnTo>
                    <a:pt x="517" y="0"/>
                  </a:lnTo>
                  <a:lnTo>
                    <a:pt x="538" y="27"/>
                  </a:lnTo>
                  <a:lnTo>
                    <a:pt x="509" y="257"/>
                  </a:lnTo>
                  <a:lnTo>
                    <a:pt x="492" y="280"/>
                  </a:lnTo>
                  <a:lnTo>
                    <a:pt x="238" y="339"/>
                  </a:lnTo>
                  <a:lnTo>
                    <a:pt x="135" y="380"/>
                  </a:lnTo>
                  <a:lnTo>
                    <a:pt x="32" y="419"/>
                  </a:lnTo>
                  <a:lnTo>
                    <a:pt x="0" y="407"/>
                  </a:lnTo>
                  <a:lnTo>
                    <a:pt x="11" y="377"/>
                  </a:lnTo>
                  <a:lnTo>
                    <a:pt x="110" y="318"/>
                  </a:lnTo>
                  <a:lnTo>
                    <a:pt x="217" y="274"/>
                  </a:lnTo>
                  <a:lnTo>
                    <a:pt x="464" y="244"/>
                  </a:lnTo>
                  <a:lnTo>
                    <a:pt x="464" y="2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3" name="Google Shape;463;p10"/>
            <p:cNvSpPr/>
            <p:nvPr/>
          </p:nvSpPr>
          <p:spPr>
            <a:xfrm>
              <a:off x="1380" y="1816"/>
              <a:ext cx="214" cy="213"/>
            </a:xfrm>
            <a:custGeom>
              <a:rect b="b" l="l" r="r" t="t"/>
              <a:pathLst>
                <a:path extrusionOk="0" h="426" w="428">
                  <a:moveTo>
                    <a:pt x="120" y="293"/>
                  </a:moveTo>
                  <a:lnTo>
                    <a:pt x="265" y="323"/>
                  </a:lnTo>
                  <a:lnTo>
                    <a:pt x="337" y="348"/>
                  </a:lnTo>
                  <a:lnTo>
                    <a:pt x="405" y="367"/>
                  </a:lnTo>
                  <a:lnTo>
                    <a:pt x="428" y="390"/>
                  </a:lnTo>
                  <a:lnTo>
                    <a:pt x="405" y="412"/>
                  </a:lnTo>
                  <a:lnTo>
                    <a:pt x="324" y="426"/>
                  </a:lnTo>
                  <a:lnTo>
                    <a:pt x="166" y="373"/>
                  </a:lnTo>
                  <a:lnTo>
                    <a:pt x="75" y="289"/>
                  </a:lnTo>
                  <a:lnTo>
                    <a:pt x="37" y="158"/>
                  </a:lnTo>
                  <a:lnTo>
                    <a:pt x="0" y="29"/>
                  </a:lnTo>
                  <a:lnTo>
                    <a:pt x="20" y="0"/>
                  </a:lnTo>
                  <a:lnTo>
                    <a:pt x="46" y="21"/>
                  </a:lnTo>
                  <a:lnTo>
                    <a:pt x="90" y="120"/>
                  </a:lnTo>
                  <a:lnTo>
                    <a:pt x="124" y="211"/>
                  </a:lnTo>
                  <a:lnTo>
                    <a:pt x="120" y="293"/>
                  </a:lnTo>
                  <a:lnTo>
                    <a:pt x="120" y="2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4" name="Google Shape;464;p10"/>
            <p:cNvSpPr/>
            <p:nvPr/>
          </p:nvSpPr>
          <p:spPr>
            <a:xfrm>
              <a:off x="1183" y="2065"/>
              <a:ext cx="116" cy="37"/>
            </a:xfrm>
            <a:custGeom>
              <a:rect b="b" l="l" r="r" t="t"/>
              <a:pathLst>
                <a:path extrusionOk="0" h="74" w="232">
                  <a:moveTo>
                    <a:pt x="0" y="51"/>
                  </a:moveTo>
                  <a:lnTo>
                    <a:pt x="42" y="13"/>
                  </a:lnTo>
                  <a:lnTo>
                    <a:pt x="101" y="0"/>
                  </a:lnTo>
                  <a:lnTo>
                    <a:pt x="219" y="21"/>
                  </a:lnTo>
                  <a:lnTo>
                    <a:pt x="232" y="48"/>
                  </a:lnTo>
                  <a:lnTo>
                    <a:pt x="205" y="59"/>
                  </a:lnTo>
                  <a:lnTo>
                    <a:pt x="114" y="38"/>
                  </a:lnTo>
                  <a:lnTo>
                    <a:pt x="32" y="74"/>
                  </a:lnTo>
                  <a:lnTo>
                    <a:pt x="0" y="51"/>
                  </a:lnTo>
                  <a:lnTo>
                    <a:pt x="0" y="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5" name="Google Shape;465;p10"/>
            <p:cNvSpPr/>
            <p:nvPr/>
          </p:nvSpPr>
          <p:spPr>
            <a:xfrm>
              <a:off x="1194" y="2109"/>
              <a:ext cx="89" cy="36"/>
            </a:xfrm>
            <a:custGeom>
              <a:rect b="b" l="l" r="r" t="t"/>
              <a:pathLst>
                <a:path extrusionOk="0" h="73" w="179">
                  <a:moveTo>
                    <a:pt x="25" y="29"/>
                  </a:moveTo>
                  <a:lnTo>
                    <a:pt x="97" y="31"/>
                  </a:lnTo>
                  <a:lnTo>
                    <a:pt x="161" y="0"/>
                  </a:lnTo>
                  <a:lnTo>
                    <a:pt x="179" y="37"/>
                  </a:lnTo>
                  <a:lnTo>
                    <a:pt x="97" y="73"/>
                  </a:lnTo>
                  <a:lnTo>
                    <a:pt x="9" y="65"/>
                  </a:lnTo>
                  <a:lnTo>
                    <a:pt x="0" y="40"/>
                  </a:lnTo>
                  <a:lnTo>
                    <a:pt x="25" y="29"/>
                  </a:lnTo>
                  <a:lnTo>
                    <a:pt x="25"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6" name="Google Shape;466;p10"/>
            <p:cNvSpPr/>
            <p:nvPr/>
          </p:nvSpPr>
          <p:spPr>
            <a:xfrm>
              <a:off x="1207" y="2079"/>
              <a:ext cx="25" cy="60"/>
            </a:xfrm>
            <a:custGeom>
              <a:rect b="b" l="l" r="r" t="t"/>
              <a:pathLst>
                <a:path extrusionOk="0" h="119" w="50">
                  <a:moveTo>
                    <a:pt x="40" y="11"/>
                  </a:moveTo>
                  <a:lnTo>
                    <a:pt x="50" y="91"/>
                  </a:lnTo>
                  <a:lnTo>
                    <a:pt x="46" y="119"/>
                  </a:lnTo>
                  <a:lnTo>
                    <a:pt x="19" y="116"/>
                  </a:lnTo>
                  <a:lnTo>
                    <a:pt x="0" y="0"/>
                  </a:lnTo>
                  <a:lnTo>
                    <a:pt x="40" y="11"/>
                  </a:lnTo>
                  <a:lnTo>
                    <a:pt x="4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7" name="Google Shape;467;p10"/>
            <p:cNvSpPr/>
            <p:nvPr/>
          </p:nvSpPr>
          <p:spPr>
            <a:xfrm>
              <a:off x="1242" y="2069"/>
              <a:ext cx="28" cy="58"/>
            </a:xfrm>
            <a:custGeom>
              <a:rect b="b" l="l" r="r" t="t"/>
              <a:pathLst>
                <a:path extrusionOk="0" h="116" w="55">
                  <a:moveTo>
                    <a:pt x="38" y="13"/>
                  </a:moveTo>
                  <a:lnTo>
                    <a:pt x="55" y="116"/>
                  </a:lnTo>
                  <a:lnTo>
                    <a:pt x="15" y="106"/>
                  </a:lnTo>
                  <a:lnTo>
                    <a:pt x="0" y="26"/>
                  </a:lnTo>
                  <a:lnTo>
                    <a:pt x="13" y="0"/>
                  </a:lnTo>
                  <a:lnTo>
                    <a:pt x="38" y="13"/>
                  </a:lnTo>
                  <a:lnTo>
                    <a:pt x="38"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8" name="Google Shape;468;p10"/>
            <p:cNvSpPr/>
            <p:nvPr/>
          </p:nvSpPr>
          <p:spPr>
            <a:xfrm>
              <a:off x="1381" y="2051"/>
              <a:ext cx="139" cy="56"/>
            </a:xfrm>
            <a:custGeom>
              <a:rect b="b" l="l" r="r" t="t"/>
              <a:pathLst>
                <a:path extrusionOk="0" h="112" w="278">
                  <a:moveTo>
                    <a:pt x="2" y="34"/>
                  </a:moveTo>
                  <a:lnTo>
                    <a:pt x="80" y="0"/>
                  </a:lnTo>
                  <a:lnTo>
                    <a:pt x="166" y="3"/>
                  </a:lnTo>
                  <a:lnTo>
                    <a:pt x="270" y="77"/>
                  </a:lnTo>
                  <a:lnTo>
                    <a:pt x="278" y="106"/>
                  </a:lnTo>
                  <a:lnTo>
                    <a:pt x="249" y="112"/>
                  </a:lnTo>
                  <a:lnTo>
                    <a:pt x="160" y="43"/>
                  </a:lnTo>
                  <a:lnTo>
                    <a:pt x="31" y="64"/>
                  </a:lnTo>
                  <a:lnTo>
                    <a:pt x="0" y="62"/>
                  </a:lnTo>
                  <a:lnTo>
                    <a:pt x="2" y="34"/>
                  </a:lnTo>
                  <a:lnTo>
                    <a:pt x="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9" name="Google Shape;469;p10"/>
            <p:cNvSpPr/>
            <p:nvPr/>
          </p:nvSpPr>
          <p:spPr>
            <a:xfrm>
              <a:off x="1395" y="2102"/>
              <a:ext cx="99" cy="20"/>
            </a:xfrm>
            <a:custGeom>
              <a:rect b="b" l="l" r="r" t="t"/>
              <a:pathLst>
                <a:path extrusionOk="0" h="40" w="200">
                  <a:moveTo>
                    <a:pt x="27" y="2"/>
                  </a:moveTo>
                  <a:lnTo>
                    <a:pt x="186" y="0"/>
                  </a:lnTo>
                  <a:lnTo>
                    <a:pt x="200" y="38"/>
                  </a:lnTo>
                  <a:lnTo>
                    <a:pt x="11" y="40"/>
                  </a:lnTo>
                  <a:lnTo>
                    <a:pt x="0" y="13"/>
                  </a:lnTo>
                  <a:lnTo>
                    <a:pt x="27" y="2"/>
                  </a:lnTo>
                  <a:lnTo>
                    <a:pt x="2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0" name="Google Shape;470;p10"/>
            <p:cNvSpPr/>
            <p:nvPr/>
          </p:nvSpPr>
          <p:spPr>
            <a:xfrm>
              <a:off x="1434" y="2056"/>
              <a:ext cx="40" cy="62"/>
            </a:xfrm>
            <a:custGeom>
              <a:rect b="b" l="l" r="r" t="t"/>
              <a:pathLst>
                <a:path extrusionOk="0" h="125" w="80">
                  <a:moveTo>
                    <a:pt x="25" y="0"/>
                  </a:moveTo>
                  <a:lnTo>
                    <a:pt x="72" y="51"/>
                  </a:lnTo>
                  <a:lnTo>
                    <a:pt x="80" y="125"/>
                  </a:lnTo>
                  <a:lnTo>
                    <a:pt x="40" y="122"/>
                  </a:lnTo>
                  <a:lnTo>
                    <a:pt x="13" y="38"/>
                  </a:lnTo>
                  <a:lnTo>
                    <a:pt x="0" y="13"/>
                  </a:lnTo>
                  <a:lnTo>
                    <a:pt x="25" y="0"/>
                  </a:lnTo>
                  <a:lnTo>
                    <a:pt x="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1" name="Google Shape;471;p10"/>
            <p:cNvSpPr/>
            <p:nvPr/>
          </p:nvSpPr>
          <p:spPr>
            <a:xfrm>
              <a:off x="1408" y="2062"/>
              <a:ext cx="26" cy="56"/>
            </a:xfrm>
            <a:custGeom>
              <a:rect b="b" l="l" r="r" t="t"/>
              <a:pathLst>
                <a:path extrusionOk="0" h="112" w="53">
                  <a:moveTo>
                    <a:pt x="53" y="12"/>
                  </a:moveTo>
                  <a:lnTo>
                    <a:pt x="40" y="90"/>
                  </a:lnTo>
                  <a:lnTo>
                    <a:pt x="22" y="112"/>
                  </a:lnTo>
                  <a:lnTo>
                    <a:pt x="0" y="93"/>
                  </a:lnTo>
                  <a:lnTo>
                    <a:pt x="15" y="0"/>
                  </a:lnTo>
                  <a:lnTo>
                    <a:pt x="53" y="12"/>
                  </a:lnTo>
                  <a:lnTo>
                    <a:pt x="53"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checke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478" name="Google Shape;478;p1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479" name="Google Shape;479;p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0" name="Google Shape;480;p11"/>
          <p:cNvSpPr txBox="1"/>
          <p:nvPr>
            <p:ph type="title"/>
          </p:nvPr>
        </p:nvSpPr>
        <p:spPr>
          <a:xfrm>
            <a:off x="457200" y="381000"/>
            <a:ext cx="8229600" cy="2362200"/>
          </a:xfrm>
          <a:prstGeom prst="rect">
            <a:avLst/>
          </a:prstGeom>
          <a:solidFill>
            <a:srgbClr val="660033"/>
          </a:solidFill>
          <a:ln>
            <a:noFill/>
          </a:ln>
          <a:effectLst>
            <a:outerShdw blurRad="63500" dir="2021404" dist="45790">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Completing Speeches and Presentations</a:t>
            </a:r>
            <a:endParaRPr/>
          </a:p>
        </p:txBody>
      </p:sp>
      <p:grpSp>
        <p:nvGrpSpPr>
          <p:cNvPr id="481" name="Google Shape;481;p11"/>
          <p:cNvGrpSpPr/>
          <p:nvPr/>
        </p:nvGrpSpPr>
        <p:grpSpPr>
          <a:xfrm>
            <a:off x="457200" y="2743200"/>
            <a:ext cx="8229600" cy="3429000"/>
            <a:chOff x="288" y="1920"/>
            <a:chExt cx="5184" cy="1824"/>
          </a:xfrm>
        </p:grpSpPr>
        <p:sp>
          <p:nvSpPr>
            <p:cNvPr id="482" name="Google Shape;482;p11"/>
            <p:cNvSpPr txBox="1"/>
            <p:nvPr/>
          </p:nvSpPr>
          <p:spPr>
            <a:xfrm>
              <a:off x="288" y="1920"/>
              <a:ext cx="1728" cy="1824"/>
            </a:xfrm>
            <a:prstGeom prst="rect">
              <a:avLst/>
            </a:prstGeom>
            <a:gradFill>
              <a:gsLst>
                <a:gs pos="0">
                  <a:srgbClr val="D1C39F"/>
                </a:gs>
                <a:gs pos="17500">
                  <a:srgbClr val="F0EBD5"/>
                </a:gs>
                <a:gs pos="50000">
                  <a:srgbClr val="FFEFD1"/>
                </a:gs>
                <a:gs pos="82499">
                  <a:srgbClr val="F0EBD5"/>
                </a:gs>
                <a:gs pos="100000">
                  <a:srgbClr val="D1C39F"/>
                </a:gs>
              </a:gsLst>
              <a:lin ang="0" scaled="0"/>
            </a:gradFill>
            <a:ln>
              <a:noFill/>
            </a:ln>
            <a:effectLst>
              <a:outerShdw blurRad="63500" dir="2021404" dist="45790">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3" name="Google Shape;483;p11"/>
            <p:cNvSpPr txBox="1"/>
            <p:nvPr/>
          </p:nvSpPr>
          <p:spPr>
            <a:xfrm>
              <a:off x="2016" y="1920"/>
              <a:ext cx="1728" cy="1824"/>
            </a:xfrm>
            <a:prstGeom prst="rect">
              <a:avLst/>
            </a:prstGeom>
            <a:gradFill>
              <a:gsLst>
                <a:gs pos="0">
                  <a:srgbClr val="D1C39F"/>
                </a:gs>
                <a:gs pos="17500">
                  <a:srgbClr val="F0EBD5"/>
                </a:gs>
                <a:gs pos="50000">
                  <a:srgbClr val="FFEFD1"/>
                </a:gs>
                <a:gs pos="82499">
                  <a:srgbClr val="F0EBD5"/>
                </a:gs>
                <a:gs pos="100000">
                  <a:srgbClr val="D1C39F"/>
                </a:gs>
              </a:gsLst>
              <a:lin ang="0" scaled="0"/>
            </a:gradFill>
            <a:ln>
              <a:noFill/>
            </a:ln>
            <a:effectLst>
              <a:outerShdw blurRad="63500" dir="2021404" dist="45790">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4" name="Google Shape;484;p11"/>
            <p:cNvSpPr txBox="1"/>
            <p:nvPr/>
          </p:nvSpPr>
          <p:spPr>
            <a:xfrm>
              <a:off x="3744" y="1920"/>
              <a:ext cx="1728" cy="1824"/>
            </a:xfrm>
            <a:prstGeom prst="rect">
              <a:avLst/>
            </a:prstGeom>
            <a:gradFill>
              <a:gsLst>
                <a:gs pos="0">
                  <a:srgbClr val="D1C39F"/>
                </a:gs>
                <a:gs pos="17500">
                  <a:srgbClr val="F0EBD5"/>
                </a:gs>
                <a:gs pos="50000">
                  <a:srgbClr val="FFEFD1"/>
                </a:gs>
                <a:gs pos="82499">
                  <a:srgbClr val="F0EBD5"/>
                </a:gs>
                <a:gs pos="100000">
                  <a:srgbClr val="D1C39F"/>
                </a:gs>
              </a:gsLst>
              <a:lin ang="0" scaled="0"/>
            </a:gradFill>
            <a:ln>
              <a:noFill/>
            </a:ln>
            <a:effectLst>
              <a:outerShdw blurRad="63500" dir="2021404" dist="45790">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85" name="Google Shape;485;p11"/>
          <p:cNvGrpSpPr/>
          <p:nvPr/>
        </p:nvGrpSpPr>
        <p:grpSpPr>
          <a:xfrm>
            <a:off x="533400" y="3200400"/>
            <a:ext cx="8077200" cy="2590800"/>
            <a:chOff x="336" y="2016"/>
            <a:chExt cx="5088" cy="1632"/>
          </a:xfrm>
        </p:grpSpPr>
        <p:sp>
          <p:nvSpPr>
            <p:cNvPr id="486" name="Google Shape;486;p11"/>
            <p:cNvSpPr/>
            <p:nvPr/>
          </p:nvSpPr>
          <p:spPr>
            <a:xfrm>
              <a:off x="336" y="2016"/>
              <a:ext cx="1632" cy="1632"/>
            </a:xfrm>
            <a:prstGeom prst="ellipse">
              <a:avLst/>
            </a:prstGeom>
            <a:gradFill>
              <a:gsLst>
                <a:gs pos="0">
                  <a:srgbClr val="FFEFD1"/>
                </a:gs>
                <a:gs pos="64999">
                  <a:srgbClr val="F0EBD5"/>
                </a:gs>
                <a:gs pos="100000">
                  <a:srgbClr val="D1C39F"/>
                </a:gs>
              </a:gsLst>
              <a:path path="circle">
                <a:fillToRect b="50%" l="50%" r="50%" t="50%"/>
              </a:path>
              <a:tileRect/>
            </a:gradFill>
            <a:ln>
              <a:noFill/>
            </a:ln>
            <a:effectLst>
              <a:outerShdw blurRad="63500" dir="2700000" dist="17960">
                <a:srgbClr val="998F7D"/>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Evaluate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the Message</a:t>
              </a:r>
              <a:endParaRPr b="0" i="0" sz="1400" u="none" cap="none" strike="noStrike">
                <a:solidFill>
                  <a:srgbClr val="000000"/>
                </a:solidFill>
                <a:latin typeface="Arial"/>
                <a:ea typeface="Arial"/>
                <a:cs typeface="Arial"/>
                <a:sym typeface="Arial"/>
              </a:endParaRPr>
            </a:p>
          </p:txBody>
        </p:sp>
        <p:sp>
          <p:nvSpPr>
            <p:cNvPr id="487" name="Google Shape;487;p11"/>
            <p:cNvSpPr/>
            <p:nvPr/>
          </p:nvSpPr>
          <p:spPr>
            <a:xfrm>
              <a:off x="2064" y="2016"/>
              <a:ext cx="1632" cy="1632"/>
            </a:xfrm>
            <a:prstGeom prst="ellipse">
              <a:avLst/>
            </a:prstGeom>
            <a:gradFill>
              <a:gsLst>
                <a:gs pos="0">
                  <a:srgbClr val="FFEFD1"/>
                </a:gs>
                <a:gs pos="64999">
                  <a:srgbClr val="F0EBD5"/>
                </a:gs>
                <a:gs pos="100000">
                  <a:srgbClr val="D1C39F"/>
                </a:gs>
              </a:gsLst>
              <a:path path="circle">
                <a:fillToRect b="50%" l="50%" r="50%" t="50%"/>
              </a:path>
              <a:tileRect/>
            </a:gradFill>
            <a:ln>
              <a:noFill/>
            </a:ln>
            <a:effectLst>
              <a:outerShdw blurRad="63500" dir="2700000" dist="17960">
                <a:srgbClr val="998F7D"/>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Develop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Visual Aids</a:t>
              </a:r>
              <a:endParaRPr b="0" i="0" sz="1400" u="none" cap="none" strike="noStrike">
                <a:solidFill>
                  <a:srgbClr val="000000"/>
                </a:solidFill>
                <a:latin typeface="Arial"/>
                <a:ea typeface="Arial"/>
                <a:cs typeface="Arial"/>
                <a:sym typeface="Arial"/>
              </a:endParaRPr>
            </a:p>
          </p:txBody>
        </p:sp>
        <p:sp>
          <p:nvSpPr>
            <p:cNvPr id="488" name="Google Shape;488;p11"/>
            <p:cNvSpPr/>
            <p:nvPr/>
          </p:nvSpPr>
          <p:spPr>
            <a:xfrm>
              <a:off x="3792" y="2016"/>
              <a:ext cx="1632" cy="1632"/>
            </a:xfrm>
            <a:prstGeom prst="ellipse">
              <a:avLst/>
            </a:prstGeom>
            <a:gradFill>
              <a:gsLst>
                <a:gs pos="0">
                  <a:srgbClr val="FFEFD1"/>
                </a:gs>
                <a:gs pos="64999">
                  <a:srgbClr val="F0EBD5"/>
                </a:gs>
                <a:gs pos="100000">
                  <a:srgbClr val="D1C39F"/>
                </a:gs>
              </a:gsLst>
              <a:path path="circle">
                <a:fillToRect b="50%" l="50%" r="50%" t="50%"/>
              </a:path>
              <a:tileRect/>
            </a:gradFill>
            <a:ln>
              <a:noFill/>
            </a:ln>
            <a:effectLst>
              <a:outerShdw blurRad="63500" dir="2700000" dist="17960">
                <a:srgbClr val="998F7D"/>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Master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Delivery</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1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495" name="Google Shape;495;p1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496" name="Google Shape;496;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Recycled paper" id="497" name="Google Shape;497;p12"/>
          <p:cNvSpPr txBox="1"/>
          <p:nvPr/>
        </p:nvSpPr>
        <p:spPr>
          <a:xfrm>
            <a:off x="457200" y="1447800"/>
            <a:ext cx="8229600" cy="47244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98" name="Google Shape;498;p12"/>
          <p:cNvSpPr txBox="1"/>
          <p:nvPr>
            <p:ph type="title"/>
          </p:nvPr>
        </p:nvSpPr>
        <p:spPr>
          <a:xfrm>
            <a:off x="457200" y="381000"/>
            <a:ext cx="8229600" cy="1066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Using Visual Aids</a:t>
            </a:r>
            <a:endParaRPr/>
          </a:p>
        </p:txBody>
      </p:sp>
      <p:sp>
        <p:nvSpPr>
          <p:cNvPr id="499" name="Google Shape;499;p12"/>
          <p:cNvSpPr txBox="1"/>
          <p:nvPr/>
        </p:nvSpPr>
        <p:spPr>
          <a:xfrm>
            <a:off x="7391400" y="3565525"/>
            <a:ext cx="1295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sp>
        <p:nvSpPr>
          <p:cNvPr id="500" name="Google Shape;500;p12"/>
          <p:cNvSpPr txBox="1"/>
          <p:nvPr/>
        </p:nvSpPr>
        <p:spPr>
          <a:xfrm>
            <a:off x="463550" y="3565525"/>
            <a:ext cx="120173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Setting</a:t>
            </a:r>
            <a:endParaRPr b="0" i="0" sz="1400" u="none" cap="none" strike="noStrike">
              <a:solidFill>
                <a:srgbClr val="000000"/>
              </a:solidFill>
              <a:latin typeface="Arial"/>
              <a:ea typeface="Arial"/>
              <a:cs typeface="Arial"/>
              <a:sym typeface="Arial"/>
            </a:endParaRPr>
          </a:p>
        </p:txBody>
      </p:sp>
      <p:sp>
        <p:nvSpPr>
          <p:cNvPr id="501" name="Google Shape;501;p12"/>
          <p:cNvSpPr txBox="1"/>
          <p:nvPr/>
        </p:nvSpPr>
        <p:spPr>
          <a:xfrm>
            <a:off x="3676650" y="1660525"/>
            <a:ext cx="173831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id="502" name="Google Shape;502;p12"/>
          <p:cNvSpPr txBox="1"/>
          <p:nvPr/>
        </p:nvSpPr>
        <p:spPr>
          <a:xfrm>
            <a:off x="3775075" y="5622925"/>
            <a:ext cx="15938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Purpose</a:t>
            </a:r>
            <a:endParaRPr b="0" i="0" sz="1400" u="none" cap="none" strike="noStrike">
              <a:solidFill>
                <a:srgbClr val="000000"/>
              </a:solidFill>
              <a:latin typeface="Arial"/>
              <a:ea typeface="Arial"/>
              <a:cs typeface="Arial"/>
              <a:sym typeface="Arial"/>
            </a:endParaRPr>
          </a:p>
        </p:txBody>
      </p:sp>
      <p:grpSp>
        <p:nvGrpSpPr>
          <p:cNvPr id="503" name="Google Shape;503;p12"/>
          <p:cNvGrpSpPr/>
          <p:nvPr/>
        </p:nvGrpSpPr>
        <p:grpSpPr>
          <a:xfrm>
            <a:off x="1816100" y="2298700"/>
            <a:ext cx="5511800" cy="3022600"/>
            <a:chOff x="1296" y="1536"/>
            <a:chExt cx="3168" cy="1728"/>
          </a:xfrm>
        </p:grpSpPr>
        <p:sp>
          <p:nvSpPr>
            <p:cNvPr descr="Recycled paper" id="504" name="Google Shape;504;p12"/>
            <p:cNvSpPr txBox="1"/>
            <p:nvPr/>
          </p:nvSpPr>
          <p:spPr>
            <a:xfrm>
              <a:off x="1296" y="1536"/>
              <a:ext cx="1488" cy="792"/>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Clarify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Main Points</a:t>
              </a:r>
              <a:endParaRPr b="0" i="0" sz="1400" u="none" cap="none" strike="noStrike">
                <a:solidFill>
                  <a:srgbClr val="000000"/>
                </a:solidFill>
                <a:latin typeface="Arial"/>
                <a:ea typeface="Arial"/>
                <a:cs typeface="Arial"/>
                <a:sym typeface="Arial"/>
              </a:endParaRPr>
            </a:p>
          </p:txBody>
        </p:sp>
        <p:sp>
          <p:nvSpPr>
            <p:cNvPr descr="Recycled paper" id="505" name="Google Shape;505;p12"/>
            <p:cNvSpPr txBox="1"/>
            <p:nvPr/>
          </p:nvSpPr>
          <p:spPr>
            <a:xfrm>
              <a:off x="2976" y="2472"/>
              <a:ext cx="1488" cy="792"/>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Improve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Learning</a:t>
              </a:r>
              <a:endParaRPr b="0" i="0" sz="1400" u="none" cap="none" strike="noStrike">
                <a:solidFill>
                  <a:srgbClr val="000000"/>
                </a:solidFill>
                <a:latin typeface="Arial"/>
                <a:ea typeface="Arial"/>
                <a:cs typeface="Arial"/>
                <a:sym typeface="Arial"/>
              </a:endParaRPr>
            </a:p>
          </p:txBody>
        </p:sp>
        <p:sp>
          <p:nvSpPr>
            <p:cNvPr descr="Recycled paper" id="506" name="Google Shape;506;p12"/>
            <p:cNvSpPr txBox="1"/>
            <p:nvPr/>
          </p:nvSpPr>
          <p:spPr>
            <a:xfrm>
              <a:off x="1296" y="2472"/>
              <a:ext cx="1488" cy="792"/>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Add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Variety</a:t>
              </a:r>
              <a:endParaRPr b="0" i="0" sz="1400" u="none" cap="none" strike="noStrike">
                <a:solidFill>
                  <a:srgbClr val="000000"/>
                </a:solidFill>
                <a:latin typeface="Arial"/>
                <a:ea typeface="Arial"/>
                <a:cs typeface="Arial"/>
                <a:sym typeface="Arial"/>
              </a:endParaRPr>
            </a:p>
          </p:txBody>
        </p:sp>
        <p:sp>
          <p:nvSpPr>
            <p:cNvPr descr="Recycled paper" id="507" name="Google Shape;507;p12"/>
            <p:cNvSpPr txBox="1"/>
            <p:nvPr/>
          </p:nvSpPr>
          <p:spPr>
            <a:xfrm>
              <a:off x="2976" y="1536"/>
              <a:ext cx="1488" cy="792"/>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Create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Interest</a:t>
              </a:r>
              <a:endParaRPr b="0" i="0" sz="1400" u="none" cap="none" strike="noStrike">
                <a:solidFill>
                  <a:srgbClr val="000000"/>
                </a:solidFill>
                <a:latin typeface="Arial"/>
                <a:ea typeface="Arial"/>
                <a:cs typeface="Arial"/>
                <a:sym typeface="Arial"/>
              </a:endParaRPr>
            </a:p>
          </p:txBody>
        </p:sp>
      </p:grpSp>
      <p:cxnSp>
        <p:nvCxnSpPr>
          <p:cNvPr id="508" name="Google Shape;508;p12"/>
          <p:cNvCxnSpPr/>
          <p:nvPr/>
        </p:nvCxnSpPr>
        <p:spPr>
          <a:xfrm flipH="1" rot="10800000">
            <a:off x="1065213" y="1858825"/>
            <a:ext cx="2611500" cy="1706700"/>
          </a:xfrm>
          <a:prstGeom prst="bentConnector2">
            <a:avLst/>
          </a:prstGeom>
          <a:noFill/>
          <a:ln cap="flat" cmpd="sng" w="19050">
            <a:solidFill>
              <a:schemeClr val="dk1"/>
            </a:solidFill>
            <a:prstDash val="solid"/>
            <a:miter lim="800000"/>
            <a:headEnd len="med" w="med" type="triangle"/>
            <a:tailEnd len="med" w="med" type="triangle"/>
          </a:ln>
        </p:spPr>
      </p:cxnSp>
      <p:cxnSp>
        <p:nvCxnSpPr>
          <p:cNvPr id="509" name="Google Shape;509;p12"/>
          <p:cNvCxnSpPr/>
          <p:nvPr/>
        </p:nvCxnSpPr>
        <p:spPr>
          <a:xfrm>
            <a:off x="1065212" y="3962400"/>
            <a:ext cx="2709900" cy="1859100"/>
          </a:xfrm>
          <a:prstGeom prst="bentConnector2">
            <a:avLst/>
          </a:prstGeom>
          <a:noFill/>
          <a:ln cap="flat" cmpd="sng" w="19050">
            <a:solidFill>
              <a:schemeClr val="dk1"/>
            </a:solidFill>
            <a:prstDash val="solid"/>
            <a:miter lim="800000"/>
            <a:headEnd len="med" w="med" type="triangle"/>
            <a:tailEnd len="med" w="med" type="triangle"/>
          </a:ln>
        </p:spPr>
      </p:cxnSp>
      <p:cxnSp>
        <p:nvCxnSpPr>
          <p:cNvPr id="510" name="Google Shape;510;p12"/>
          <p:cNvCxnSpPr/>
          <p:nvPr/>
        </p:nvCxnSpPr>
        <p:spPr>
          <a:xfrm flipH="1" rot="10800000">
            <a:off x="5368925" y="3962262"/>
            <a:ext cx="2670300" cy="1859100"/>
          </a:xfrm>
          <a:prstGeom prst="bentConnector2">
            <a:avLst/>
          </a:prstGeom>
          <a:noFill/>
          <a:ln cap="flat" cmpd="sng" w="19050">
            <a:solidFill>
              <a:schemeClr val="dk1"/>
            </a:solidFill>
            <a:prstDash val="solid"/>
            <a:miter lim="800000"/>
            <a:headEnd len="med" w="med" type="triangle"/>
            <a:tailEnd len="med" w="med" type="triangle"/>
          </a:ln>
        </p:spPr>
      </p:cxnSp>
      <p:cxnSp>
        <p:nvCxnSpPr>
          <p:cNvPr id="511" name="Google Shape;511;p12"/>
          <p:cNvCxnSpPr/>
          <p:nvPr/>
        </p:nvCxnSpPr>
        <p:spPr>
          <a:xfrm>
            <a:off x="5414962" y="1858962"/>
            <a:ext cx="2624100" cy="1706700"/>
          </a:xfrm>
          <a:prstGeom prst="bentConnector2">
            <a:avLst/>
          </a:prstGeom>
          <a:noFill/>
          <a:ln cap="flat" cmpd="sng" w="19050">
            <a:solidFill>
              <a:schemeClr val="dk1"/>
            </a:solidFill>
            <a:prstDash val="solid"/>
            <a:miter lim="800000"/>
            <a:headEnd len="med" w="med" type="triangl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518" name="Google Shape;518;p1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519" name="Google Shape;519;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0" name="Google Shape;520;p13"/>
          <p:cNvSpPr txBox="1"/>
          <p:nvPr/>
        </p:nvSpPr>
        <p:spPr>
          <a:xfrm>
            <a:off x="457200" y="2133600"/>
            <a:ext cx="8229600" cy="403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1" name="Google Shape;521;p13"/>
          <p:cNvSpPr txBox="1"/>
          <p:nvPr>
            <p:ph type="title"/>
          </p:nvPr>
        </p:nvSpPr>
        <p:spPr>
          <a:xfrm>
            <a:off x="457200" y="381000"/>
            <a:ext cx="8229600" cy="1752600"/>
          </a:xfrm>
          <a:prstGeom prst="rect">
            <a:avLst/>
          </a:prstGeom>
          <a:solidFill>
            <a:srgbClr val="CC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Types of Visual Aids</a:t>
            </a:r>
            <a:endParaRPr/>
          </a:p>
        </p:txBody>
      </p:sp>
      <p:sp>
        <p:nvSpPr>
          <p:cNvPr id="522" name="Google Shape;522;p13"/>
          <p:cNvSpPr txBox="1"/>
          <p:nvPr>
            <p:ph idx="1" type="body"/>
          </p:nvPr>
        </p:nvSpPr>
        <p:spPr>
          <a:xfrm>
            <a:off x="3810000" y="2209800"/>
            <a:ext cx="4876800" cy="3581400"/>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Overhead Transparencies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Electronic Presentations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Chalkboards/Whiteboards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Flip Charts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35-Millimeter Slides</a:t>
            </a:r>
            <a:endParaRPr/>
          </a:p>
        </p:txBody>
      </p:sp>
      <p:grpSp>
        <p:nvGrpSpPr>
          <p:cNvPr id="523" name="Google Shape;523;p13"/>
          <p:cNvGrpSpPr/>
          <p:nvPr/>
        </p:nvGrpSpPr>
        <p:grpSpPr>
          <a:xfrm>
            <a:off x="515937" y="2514600"/>
            <a:ext cx="3217862" cy="3551237"/>
            <a:chOff x="325" y="1632"/>
            <a:chExt cx="2027" cy="2237"/>
          </a:xfrm>
        </p:grpSpPr>
        <p:sp>
          <p:nvSpPr>
            <p:cNvPr id="524" name="Google Shape;524;p13"/>
            <p:cNvSpPr/>
            <p:nvPr/>
          </p:nvSpPr>
          <p:spPr>
            <a:xfrm>
              <a:off x="679" y="1659"/>
              <a:ext cx="1457" cy="1967"/>
            </a:xfrm>
            <a:custGeom>
              <a:rect b="b" l="l" r="r" t="t"/>
              <a:pathLst>
                <a:path extrusionOk="0" h="3786" w="2804">
                  <a:moveTo>
                    <a:pt x="359" y="954"/>
                  </a:moveTo>
                  <a:lnTo>
                    <a:pt x="325" y="1445"/>
                  </a:lnTo>
                  <a:lnTo>
                    <a:pt x="372" y="1887"/>
                  </a:lnTo>
                  <a:lnTo>
                    <a:pt x="488" y="2481"/>
                  </a:lnTo>
                  <a:lnTo>
                    <a:pt x="429" y="3180"/>
                  </a:lnTo>
                  <a:lnTo>
                    <a:pt x="291" y="3553"/>
                  </a:lnTo>
                  <a:lnTo>
                    <a:pt x="488" y="3623"/>
                  </a:lnTo>
                  <a:lnTo>
                    <a:pt x="1118" y="3623"/>
                  </a:lnTo>
                  <a:lnTo>
                    <a:pt x="2338" y="3752"/>
                  </a:lnTo>
                  <a:lnTo>
                    <a:pt x="2804" y="3786"/>
                  </a:lnTo>
                  <a:lnTo>
                    <a:pt x="2747" y="3541"/>
                  </a:lnTo>
                  <a:lnTo>
                    <a:pt x="2722" y="3087"/>
                  </a:lnTo>
                  <a:lnTo>
                    <a:pt x="2769" y="2528"/>
                  </a:lnTo>
                  <a:lnTo>
                    <a:pt x="2747" y="1969"/>
                  </a:lnTo>
                  <a:lnTo>
                    <a:pt x="2676" y="1456"/>
                  </a:lnTo>
                  <a:lnTo>
                    <a:pt x="2653" y="1129"/>
                  </a:lnTo>
                  <a:lnTo>
                    <a:pt x="2747" y="477"/>
                  </a:lnTo>
                  <a:lnTo>
                    <a:pt x="2769" y="0"/>
                  </a:lnTo>
                  <a:lnTo>
                    <a:pt x="2479" y="34"/>
                  </a:lnTo>
                  <a:lnTo>
                    <a:pt x="2001" y="186"/>
                  </a:lnTo>
                  <a:lnTo>
                    <a:pt x="1488" y="302"/>
                  </a:lnTo>
                  <a:lnTo>
                    <a:pt x="895" y="325"/>
                  </a:lnTo>
                  <a:lnTo>
                    <a:pt x="418" y="314"/>
                  </a:lnTo>
                  <a:lnTo>
                    <a:pt x="209" y="338"/>
                  </a:lnTo>
                  <a:lnTo>
                    <a:pt x="57" y="454"/>
                  </a:lnTo>
                  <a:lnTo>
                    <a:pt x="0" y="595"/>
                  </a:lnTo>
                  <a:lnTo>
                    <a:pt x="11" y="734"/>
                  </a:lnTo>
                  <a:lnTo>
                    <a:pt x="116" y="886"/>
                  </a:lnTo>
                  <a:lnTo>
                    <a:pt x="291" y="967"/>
                  </a:lnTo>
                  <a:lnTo>
                    <a:pt x="359" y="954"/>
                  </a:lnTo>
                  <a:lnTo>
                    <a:pt x="359" y="954"/>
                  </a:lnTo>
                  <a:close/>
                </a:path>
              </a:pathLst>
            </a:custGeom>
            <a:solidFill>
              <a:srgbClr val="FF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5" name="Google Shape;525;p13"/>
            <p:cNvSpPr/>
            <p:nvPr/>
          </p:nvSpPr>
          <p:spPr>
            <a:xfrm>
              <a:off x="534" y="2682"/>
              <a:ext cx="152" cy="109"/>
            </a:xfrm>
            <a:custGeom>
              <a:rect b="b" l="l" r="r" t="t"/>
              <a:pathLst>
                <a:path extrusionOk="0" h="209" w="291">
                  <a:moveTo>
                    <a:pt x="0" y="209"/>
                  </a:moveTo>
                  <a:lnTo>
                    <a:pt x="128" y="209"/>
                  </a:lnTo>
                  <a:lnTo>
                    <a:pt x="150" y="116"/>
                  </a:lnTo>
                  <a:lnTo>
                    <a:pt x="291" y="57"/>
                  </a:lnTo>
                  <a:lnTo>
                    <a:pt x="268" y="12"/>
                  </a:lnTo>
                  <a:lnTo>
                    <a:pt x="198" y="23"/>
                  </a:lnTo>
                  <a:lnTo>
                    <a:pt x="128" y="0"/>
                  </a:lnTo>
                  <a:lnTo>
                    <a:pt x="0" y="71"/>
                  </a:lnTo>
                  <a:lnTo>
                    <a:pt x="0" y="209"/>
                  </a:lnTo>
                  <a:lnTo>
                    <a:pt x="0" y="209"/>
                  </a:lnTo>
                  <a:close/>
                </a:path>
              </a:pathLst>
            </a:custGeom>
            <a:solidFill>
              <a:srgbClr val="B28C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6" name="Google Shape;526;p13"/>
            <p:cNvSpPr/>
            <p:nvPr/>
          </p:nvSpPr>
          <p:spPr>
            <a:xfrm>
              <a:off x="1924" y="1653"/>
              <a:ext cx="394" cy="1755"/>
            </a:xfrm>
            <a:custGeom>
              <a:rect b="b" l="l" r="r" t="t"/>
              <a:pathLst>
                <a:path extrusionOk="0" h="3377" w="756">
                  <a:moveTo>
                    <a:pt x="384" y="454"/>
                  </a:moveTo>
                  <a:lnTo>
                    <a:pt x="245" y="722"/>
                  </a:lnTo>
                  <a:lnTo>
                    <a:pt x="104" y="629"/>
                  </a:lnTo>
                  <a:lnTo>
                    <a:pt x="0" y="442"/>
                  </a:lnTo>
                  <a:lnTo>
                    <a:pt x="34" y="313"/>
                  </a:lnTo>
                  <a:lnTo>
                    <a:pt x="116" y="174"/>
                  </a:lnTo>
                  <a:lnTo>
                    <a:pt x="291" y="81"/>
                  </a:lnTo>
                  <a:lnTo>
                    <a:pt x="395" y="0"/>
                  </a:lnTo>
                  <a:lnTo>
                    <a:pt x="547" y="45"/>
                  </a:lnTo>
                  <a:lnTo>
                    <a:pt x="652" y="115"/>
                  </a:lnTo>
                  <a:lnTo>
                    <a:pt x="686" y="290"/>
                  </a:lnTo>
                  <a:lnTo>
                    <a:pt x="686" y="488"/>
                  </a:lnTo>
                  <a:lnTo>
                    <a:pt x="593" y="920"/>
                  </a:lnTo>
                  <a:lnTo>
                    <a:pt x="477" y="1374"/>
                  </a:lnTo>
                  <a:lnTo>
                    <a:pt x="511" y="1712"/>
                  </a:lnTo>
                  <a:lnTo>
                    <a:pt x="629" y="2085"/>
                  </a:lnTo>
                  <a:lnTo>
                    <a:pt x="698" y="2562"/>
                  </a:lnTo>
                  <a:lnTo>
                    <a:pt x="756" y="2818"/>
                  </a:lnTo>
                  <a:lnTo>
                    <a:pt x="547" y="2796"/>
                  </a:lnTo>
                  <a:lnTo>
                    <a:pt x="511" y="2959"/>
                  </a:lnTo>
                  <a:lnTo>
                    <a:pt x="559" y="3191"/>
                  </a:lnTo>
                  <a:lnTo>
                    <a:pt x="616" y="3377"/>
                  </a:lnTo>
                  <a:lnTo>
                    <a:pt x="361" y="3377"/>
                  </a:lnTo>
                  <a:lnTo>
                    <a:pt x="338" y="2934"/>
                  </a:lnTo>
                  <a:lnTo>
                    <a:pt x="338" y="2469"/>
                  </a:lnTo>
                  <a:lnTo>
                    <a:pt x="314" y="2119"/>
                  </a:lnTo>
                  <a:lnTo>
                    <a:pt x="291" y="1758"/>
                  </a:lnTo>
                  <a:lnTo>
                    <a:pt x="268" y="1362"/>
                  </a:lnTo>
                  <a:lnTo>
                    <a:pt x="268" y="1094"/>
                  </a:lnTo>
                  <a:lnTo>
                    <a:pt x="338" y="745"/>
                  </a:lnTo>
                  <a:lnTo>
                    <a:pt x="384" y="454"/>
                  </a:lnTo>
                  <a:lnTo>
                    <a:pt x="384" y="454"/>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7" name="Google Shape;527;p13"/>
            <p:cNvSpPr/>
            <p:nvPr/>
          </p:nvSpPr>
          <p:spPr>
            <a:xfrm>
              <a:off x="497" y="2754"/>
              <a:ext cx="103" cy="218"/>
            </a:xfrm>
            <a:custGeom>
              <a:rect b="b" l="l" r="r" t="t"/>
              <a:pathLst>
                <a:path extrusionOk="0" h="420" w="198">
                  <a:moveTo>
                    <a:pt x="0" y="200"/>
                  </a:moveTo>
                  <a:lnTo>
                    <a:pt x="59" y="293"/>
                  </a:lnTo>
                  <a:lnTo>
                    <a:pt x="93" y="373"/>
                  </a:lnTo>
                  <a:lnTo>
                    <a:pt x="152" y="420"/>
                  </a:lnTo>
                  <a:lnTo>
                    <a:pt x="198" y="373"/>
                  </a:lnTo>
                  <a:lnTo>
                    <a:pt x="163" y="234"/>
                  </a:lnTo>
                  <a:lnTo>
                    <a:pt x="163" y="106"/>
                  </a:lnTo>
                  <a:lnTo>
                    <a:pt x="198" y="0"/>
                  </a:lnTo>
                  <a:lnTo>
                    <a:pt x="93" y="0"/>
                  </a:lnTo>
                  <a:lnTo>
                    <a:pt x="0" y="200"/>
                  </a:lnTo>
                  <a:lnTo>
                    <a:pt x="0" y="200"/>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8" name="Google Shape;528;p13"/>
            <p:cNvSpPr/>
            <p:nvPr/>
          </p:nvSpPr>
          <p:spPr>
            <a:xfrm>
              <a:off x="581" y="2913"/>
              <a:ext cx="134" cy="150"/>
            </a:xfrm>
            <a:custGeom>
              <a:rect b="b" l="l" r="r" t="t"/>
              <a:pathLst>
                <a:path extrusionOk="0" h="289" w="258">
                  <a:moveTo>
                    <a:pt x="47" y="0"/>
                  </a:moveTo>
                  <a:lnTo>
                    <a:pt x="258" y="289"/>
                  </a:lnTo>
                  <a:lnTo>
                    <a:pt x="142" y="255"/>
                  </a:lnTo>
                  <a:lnTo>
                    <a:pt x="3" y="196"/>
                  </a:lnTo>
                  <a:lnTo>
                    <a:pt x="0" y="80"/>
                  </a:lnTo>
                  <a:lnTo>
                    <a:pt x="47" y="0"/>
                  </a:lnTo>
                  <a:lnTo>
                    <a:pt x="47" y="0"/>
                  </a:lnTo>
                  <a:close/>
                </a:path>
              </a:pathLst>
            </a:custGeom>
            <a:solidFill>
              <a:srgbClr val="FF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9" name="Google Shape;529;p13"/>
            <p:cNvSpPr/>
            <p:nvPr/>
          </p:nvSpPr>
          <p:spPr>
            <a:xfrm>
              <a:off x="334" y="3123"/>
              <a:ext cx="635" cy="721"/>
            </a:xfrm>
            <a:custGeom>
              <a:rect b="b" l="l" r="r" t="t"/>
              <a:pathLst>
                <a:path extrusionOk="0" h="1387" w="1223">
                  <a:moveTo>
                    <a:pt x="0" y="1294"/>
                  </a:moveTo>
                  <a:lnTo>
                    <a:pt x="221" y="1283"/>
                  </a:lnTo>
                  <a:lnTo>
                    <a:pt x="396" y="1108"/>
                  </a:lnTo>
                  <a:lnTo>
                    <a:pt x="605" y="804"/>
                  </a:lnTo>
                  <a:lnTo>
                    <a:pt x="768" y="688"/>
                  </a:lnTo>
                  <a:lnTo>
                    <a:pt x="825" y="874"/>
                  </a:lnTo>
                  <a:lnTo>
                    <a:pt x="850" y="1131"/>
                  </a:lnTo>
                  <a:lnTo>
                    <a:pt x="873" y="1294"/>
                  </a:lnTo>
                  <a:lnTo>
                    <a:pt x="1000" y="1387"/>
                  </a:lnTo>
                  <a:lnTo>
                    <a:pt x="1059" y="1131"/>
                  </a:lnTo>
                  <a:lnTo>
                    <a:pt x="1223" y="804"/>
                  </a:lnTo>
                  <a:lnTo>
                    <a:pt x="989" y="770"/>
                  </a:lnTo>
                  <a:lnTo>
                    <a:pt x="1036" y="454"/>
                  </a:lnTo>
                  <a:lnTo>
                    <a:pt x="907" y="36"/>
                  </a:lnTo>
                  <a:lnTo>
                    <a:pt x="477" y="0"/>
                  </a:lnTo>
                  <a:lnTo>
                    <a:pt x="221" y="82"/>
                  </a:lnTo>
                  <a:lnTo>
                    <a:pt x="337" y="454"/>
                  </a:lnTo>
                  <a:lnTo>
                    <a:pt x="325" y="722"/>
                  </a:lnTo>
                  <a:lnTo>
                    <a:pt x="175" y="1119"/>
                  </a:lnTo>
                  <a:lnTo>
                    <a:pt x="0" y="1294"/>
                  </a:lnTo>
                  <a:lnTo>
                    <a:pt x="0" y="1294"/>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0" name="Google Shape;530;p13"/>
            <p:cNvSpPr/>
            <p:nvPr/>
          </p:nvSpPr>
          <p:spPr>
            <a:xfrm>
              <a:off x="600" y="2947"/>
              <a:ext cx="61" cy="454"/>
            </a:xfrm>
            <a:custGeom>
              <a:rect b="b" l="l" r="r" t="t"/>
              <a:pathLst>
                <a:path extrusionOk="0" h="874" w="116">
                  <a:moveTo>
                    <a:pt x="11" y="0"/>
                  </a:moveTo>
                  <a:lnTo>
                    <a:pt x="0" y="747"/>
                  </a:lnTo>
                  <a:lnTo>
                    <a:pt x="81" y="874"/>
                  </a:lnTo>
                  <a:lnTo>
                    <a:pt x="104" y="699"/>
                  </a:lnTo>
                  <a:lnTo>
                    <a:pt x="116" y="174"/>
                  </a:lnTo>
                  <a:lnTo>
                    <a:pt x="11" y="0"/>
                  </a:lnTo>
                  <a:lnTo>
                    <a:pt x="11" y="0"/>
                  </a:lnTo>
                  <a:close/>
                </a:path>
              </a:pathLst>
            </a:custGeom>
            <a:solidFill>
              <a:srgbClr val="E5A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1" name="Google Shape;531;p13"/>
            <p:cNvSpPr/>
            <p:nvPr/>
          </p:nvSpPr>
          <p:spPr>
            <a:xfrm>
              <a:off x="364" y="2767"/>
              <a:ext cx="557" cy="659"/>
            </a:xfrm>
            <a:custGeom>
              <a:rect b="b" l="l" r="r" t="t"/>
              <a:pathLst>
                <a:path extrusionOk="0" h="1269" w="1072">
                  <a:moveTo>
                    <a:pt x="483" y="273"/>
                  </a:moveTo>
                  <a:lnTo>
                    <a:pt x="700" y="197"/>
                  </a:lnTo>
                  <a:lnTo>
                    <a:pt x="1025" y="0"/>
                  </a:lnTo>
                  <a:lnTo>
                    <a:pt x="886" y="395"/>
                  </a:lnTo>
                  <a:lnTo>
                    <a:pt x="1072" y="652"/>
                  </a:lnTo>
                  <a:lnTo>
                    <a:pt x="1014" y="1095"/>
                  </a:lnTo>
                  <a:lnTo>
                    <a:pt x="768" y="1210"/>
                  </a:lnTo>
                  <a:lnTo>
                    <a:pt x="782" y="1047"/>
                  </a:lnTo>
                  <a:lnTo>
                    <a:pt x="723" y="768"/>
                  </a:lnTo>
                  <a:lnTo>
                    <a:pt x="489" y="838"/>
                  </a:lnTo>
                  <a:lnTo>
                    <a:pt x="234" y="827"/>
                  </a:lnTo>
                  <a:lnTo>
                    <a:pt x="234" y="979"/>
                  </a:lnTo>
                  <a:lnTo>
                    <a:pt x="303" y="1269"/>
                  </a:lnTo>
                  <a:lnTo>
                    <a:pt x="0" y="1269"/>
                  </a:lnTo>
                  <a:lnTo>
                    <a:pt x="71" y="1176"/>
                  </a:lnTo>
                  <a:lnTo>
                    <a:pt x="141" y="954"/>
                  </a:lnTo>
                  <a:lnTo>
                    <a:pt x="164" y="827"/>
                  </a:lnTo>
                  <a:lnTo>
                    <a:pt x="94" y="711"/>
                  </a:lnTo>
                  <a:lnTo>
                    <a:pt x="118" y="536"/>
                  </a:lnTo>
                  <a:lnTo>
                    <a:pt x="234" y="395"/>
                  </a:lnTo>
                  <a:lnTo>
                    <a:pt x="339" y="348"/>
                  </a:lnTo>
                  <a:lnTo>
                    <a:pt x="417" y="351"/>
                  </a:lnTo>
                  <a:lnTo>
                    <a:pt x="432" y="477"/>
                  </a:lnTo>
                  <a:lnTo>
                    <a:pt x="630" y="570"/>
                  </a:lnTo>
                  <a:lnTo>
                    <a:pt x="652" y="500"/>
                  </a:lnTo>
                  <a:lnTo>
                    <a:pt x="571" y="406"/>
                  </a:lnTo>
                  <a:lnTo>
                    <a:pt x="483" y="273"/>
                  </a:lnTo>
                  <a:lnTo>
                    <a:pt x="483" y="273"/>
                  </a:ln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2" name="Google Shape;532;p13"/>
            <p:cNvSpPr/>
            <p:nvPr/>
          </p:nvSpPr>
          <p:spPr>
            <a:xfrm>
              <a:off x="1042" y="2282"/>
              <a:ext cx="441" cy="744"/>
            </a:xfrm>
            <a:custGeom>
              <a:rect b="b" l="l" r="r" t="t"/>
              <a:pathLst>
                <a:path extrusionOk="0" h="1434" w="850">
                  <a:moveTo>
                    <a:pt x="396" y="1434"/>
                  </a:moveTo>
                  <a:lnTo>
                    <a:pt x="164" y="1306"/>
                  </a:lnTo>
                  <a:lnTo>
                    <a:pt x="0" y="1002"/>
                  </a:lnTo>
                  <a:lnTo>
                    <a:pt x="0" y="677"/>
                  </a:lnTo>
                  <a:lnTo>
                    <a:pt x="141" y="398"/>
                  </a:lnTo>
                  <a:lnTo>
                    <a:pt x="210" y="234"/>
                  </a:lnTo>
                  <a:lnTo>
                    <a:pt x="384" y="93"/>
                  </a:lnTo>
                  <a:lnTo>
                    <a:pt x="478" y="0"/>
                  </a:lnTo>
                  <a:lnTo>
                    <a:pt x="850" y="700"/>
                  </a:lnTo>
                  <a:lnTo>
                    <a:pt x="396" y="1434"/>
                  </a:lnTo>
                  <a:lnTo>
                    <a:pt x="396" y="1434"/>
                  </a:lnTo>
                  <a:close/>
                </a:path>
              </a:pathLst>
            </a:custGeom>
            <a:solidFill>
              <a:srgbClr val="D8F2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3" name="Google Shape;533;p13"/>
            <p:cNvSpPr/>
            <p:nvPr/>
          </p:nvSpPr>
          <p:spPr>
            <a:xfrm>
              <a:off x="1289" y="2210"/>
              <a:ext cx="339" cy="435"/>
            </a:xfrm>
            <a:custGeom>
              <a:rect b="b" l="l" r="r" t="t"/>
              <a:pathLst>
                <a:path extrusionOk="0" h="838" w="652">
                  <a:moveTo>
                    <a:pt x="0" y="138"/>
                  </a:moveTo>
                  <a:lnTo>
                    <a:pt x="338" y="838"/>
                  </a:lnTo>
                  <a:lnTo>
                    <a:pt x="384" y="768"/>
                  </a:lnTo>
                  <a:lnTo>
                    <a:pt x="652" y="0"/>
                  </a:lnTo>
                  <a:lnTo>
                    <a:pt x="313" y="11"/>
                  </a:lnTo>
                  <a:lnTo>
                    <a:pt x="93" y="104"/>
                  </a:lnTo>
                  <a:lnTo>
                    <a:pt x="0" y="138"/>
                  </a:lnTo>
                  <a:lnTo>
                    <a:pt x="0" y="138"/>
                  </a:lnTo>
                  <a:close/>
                </a:path>
              </a:pathLst>
            </a:custGeom>
            <a:solidFill>
              <a:srgbClr val="CC8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4" name="Google Shape;534;p13"/>
            <p:cNvSpPr/>
            <p:nvPr/>
          </p:nvSpPr>
          <p:spPr>
            <a:xfrm>
              <a:off x="1229" y="2609"/>
              <a:ext cx="622" cy="460"/>
            </a:xfrm>
            <a:custGeom>
              <a:rect b="b" l="l" r="r" t="t"/>
              <a:pathLst>
                <a:path extrusionOk="0" h="885" w="1197">
                  <a:moveTo>
                    <a:pt x="488" y="0"/>
                  </a:moveTo>
                  <a:lnTo>
                    <a:pt x="361" y="233"/>
                  </a:lnTo>
                  <a:lnTo>
                    <a:pt x="116" y="583"/>
                  </a:lnTo>
                  <a:lnTo>
                    <a:pt x="0" y="840"/>
                  </a:lnTo>
                  <a:lnTo>
                    <a:pt x="406" y="885"/>
                  </a:lnTo>
                  <a:lnTo>
                    <a:pt x="813" y="792"/>
                  </a:lnTo>
                  <a:lnTo>
                    <a:pt x="1036" y="583"/>
                  </a:lnTo>
                  <a:lnTo>
                    <a:pt x="1163" y="326"/>
                  </a:lnTo>
                  <a:lnTo>
                    <a:pt x="1197" y="70"/>
                  </a:lnTo>
                  <a:lnTo>
                    <a:pt x="1024" y="36"/>
                  </a:lnTo>
                  <a:lnTo>
                    <a:pt x="627" y="70"/>
                  </a:lnTo>
                  <a:lnTo>
                    <a:pt x="488" y="0"/>
                  </a:lnTo>
                  <a:lnTo>
                    <a:pt x="488" y="0"/>
                  </a:lnTo>
                  <a:close/>
                </a:path>
              </a:pathLst>
            </a:custGeom>
            <a:solidFill>
              <a:srgbClr val="FFBF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5" name="Google Shape;535;p13"/>
            <p:cNvSpPr/>
            <p:nvPr/>
          </p:nvSpPr>
          <p:spPr>
            <a:xfrm>
              <a:off x="1616" y="2113"/>
              <a:ext cx="393" cy="418"/>
            </a:xfrm>
            <a:custGeom>
              <a:rect b="b" l="l" r="r" t="t"/>
              <a:pathLst>
                <a:path extrusionOk="0" h="804" w="756">
                  <a:moveTo>
                    <a:pt x="57" y="804"/>
                  </a:moveTo>
                  <a:lnTo>
                    <a:pt x="756" y="629"/>
                  </a:lnTo>
                  <a:lnTo>
                    <a:pt x="686" y="396"/>
                  </a:lnTo>
                  <a:lnTo>
                    <a:pt x="534" y="150"/>
                  </a:lnTo>
                  <a:lnTo>
                    <a:pt x="302" y="0"/>
                  </a:lnTo>
                  <a:lnTo>
                    <a:pt x="220" y="23"/>
                  </a:lnTo>
                  <a:lnTo>
                    <a:pt x="116" y="361"/>
                  </a:lnTo>
                  <a:lnTo>
                    <a:pt x="0" y="711"/>
                  </a:lnTo>
                  <a:lnTo>
                    <a:pt x="57" y="804"/>
                  </a:lnTo>
                  <a:lnTo>
                    <a:pt x="57" y="804"/>
                  </a:lnTo>
                  <a:close/>
                </a:path>
              </a:pathLst>
            </a:custGeom>
            <a:solidFill>
              <a:srgbClr val="F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6" name="Google Shape;536;p13"/>
            <p:cNvSpPr/>
            <p:nvPr/>
          </p:nvSpPr>
          <p:spPr>
            <a:xfrm>
              <a:off x="811" y="1937"/>
              <a:ext cx="1211" cy="236"/>
            </a:xfrm>
            <a:custGeom>
              <a:rect b="b" l="l" r="r" t="t"/>
              <a:pathLst>
                <a:path extrusionOk="0" h="454" w="2329">
                  <a:moveTo>
                    <a:pt x="181" y="431"/>
                  </a:moveTo>
                  <a:lnTo>
                    <a:pt x="297" y="454"/>
                  </a:lnTo>
                  <a:lnTo>
                    <a:pt x="518" y="407"/>
                  </a:lnTo>
                  <a:lnTo>
                    <a:pt x="763" y="314"/>
                  </a:lnTo>
                  <a:lnTo>
                    <a:pt x="1088" y="220"/>
                  </a:lnTo>
                  <a:lnTo>
                    <a:pt x="1344" y="198"/>
                  </a:lnTo>
                  <a:lnTo>
                    <a:pt x="1706" y="198"/>
                  </a:lnTo>
                  <a:lnTo>
                    <a:pt x="2166" y="243"/>
                  </a:lnTo>
                  <a:lnTo>
                    <a:pt x="2329" y="198"/>
                  </a:lnTo>
                  <a:lnTo>
                    <a:pt x="2097" y="34"/>
                  </a:lnTo>
                  <a:lnTo>
                    <a:pt x="1793" y="0"/>
                  </a:lnTo>
                  <a:lnTo>
                    <a:pt x="1341" y="11"/>
                  </a:lnTo>
                  <a:lnTo>
                    <a:pt x="926" y="59"/>
                  </a:lnTo>
                  <a:lnTo>
                    <a:pt x="274" y="105"/>
                  </a:lnTo>
                  <a:lnTo>
                    <a:pt x="531" y="175"/>
                  </a:lnTo>
                  <a:lnTo>
                    <a:pt x="367" y="268"/>
                  </a:lnTo>
                  <a:lnTo>
                    <a:pt x="0" y="407"/>
                  </a:lnTo>
                  <a:lnTo>
                    <a:pt x="181" y="431"/>
                  </a:lnTo>
                  <a:lnTo>
                    <a:pt x="181" y="431"/>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7" name="Google Shape;537;p13"/>
            <p:cNvSpPr/>
            <p:nvPr/>
          </p:nvSpPr>
          <p:spPr>
            <a:xfrm>
              <a:off x="737" y="2883"/>
              <a:ext cx="176" cy="249"/>
            </a:xfrm>
            <a:custGeom>
              <a:rect b="b" l="l" r="r" t="t"/>
              <a:pathLst>
                <a:path extrusionOk="0" h="481" w="338">
                  <a:moveTo>
                    <a:pt x="0" y="34"/>
                  </a:moveTo>
                  <a:lnTo>
                    <a:pt x="80" y="120"/>
                  </a:lnTo>
                  <a:lnTo>
                    <a:pt x="158" y="215"/>
                  </a:lnTo>
                  <a:lnTo>
                    <a:pt x="232" y="316"/>
                  </a:lnTo>
                  <a:lnTo>
                    <a:pt x="338" y="481"/>
                  </a:lnTo>
                  <a:lnTo>
                    <a:pt x="338" y="356"/>
                  </a:lnTo>
                  <a:lnTo>
                    <a:pt x="266" y="260"/>
                  </a:lnTo>
                  <a:lnTo>
                    <a:pt x="181" y="164"/>
                  </a:lnTo>
                  <a:lnTo>
                    <a:pt x="103" y="74"/>
                  </a:lnTo>
                  <a:lnTo>
                    <a:pt x="40" y="0"/>
                  </a:lnTo>
                  <a:lnTo>
                    <a:pt x="0" y="34"/>
                  </a:lnTo>
                  <a:lnTo>
                    <a:pt x="0"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8" name="Google Shape;538;p13"/>
            <p:cNvSpPr/>
            <p:nvPr/>
          </p:nvSpPr>
          <p:spPr>
            <a:xfrm>
              <a:off x="773" y="2656"/>
              <a:ext cx="492" cy="432"/>
            </a:xfrm>
            <a:custGeom>
              <a:rect b="b" l="l" r="r" t="t"/>
              <a:pathLst>
                <a:path extrusionOk="0" h="830" w="949">
                  <a:moveTo>
                    <a:pt x="0" y="768"/>
                  </a:moveTo>
                  <a:lnTo>
                    <a:pt x="78" y="713"/>
                  </a:lnTo>
                  <a:lnTo>
                    <a:pt x="141" y="695"/>
                  </a:lnTo>
                  <a:lnTo>
                    <a:pt x="232" y="576"/>
                  </a:lnTo>
                  <a:lnTo>
                    <a:pt x="462" y="378"/>
                  </a:lnTo>
                  <a:lnTo>
                    <a:pt x="660" y="209"/>
                  </a:lnTo>
                  <a:lnTo>
                    <a:pt x="892" y="0"/>
                  </a:lnTo>
                  <a:lnTo>
                    <a:pt x="949" y="40"/>
                  </a:lnTo>
                  <a:lnTo>
                    <a:pt x="780" y="186"/>
                  </a:lnTo>
                  <a:lnTo>
                    <a:pt x="519" y="401"/>
                  </a:lnTo>
                  <a:lnTo>
                    <a:pt x="333" y="570"/>
                  </a:lnTo>
                  <a:lnTo>
                    <a:pt x="164" y="724"/>
                  </a:lnTo>
                  <a:lnTo>
                    <a:pt x="84" y="773"/>
                  </a:lnTo>
                  <a:lnTo>
                    <a:pt x="29" y="830"/>
                  </a:lnTo>
                  <a:lnTo>
                    <a:pt x="23" y="802"/>
                  </a:lnTo>
                  <a:lnTo>
                    <a:pt x="0" y="768"/>
                  </a:lnTo>
                  <a:lnTo>
                    <a:pt x="0" y="7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9" name="Google Shape;539;p13"/>
            <p:cNvSpPr/>
            <p:nvPr/>
          </p:nvSpPr>
          <p:spPr>
            <a:xfrm>
              <a:off x="1257" y="2653"/>
              <a:ext cx="216" cy="338"/>
            </a:xfrm>
            <a:custGeom>
              <a:rect b="b" l="l" r="r" t="t"/>
              <a:pathLst>
                <a:path extrusionOk="0" h="650" w="416">
                  <a:moveTo>
                    <a:pt x="361" y="0"/>
                  </a:moveTo>
                  <a:lnTo>
                    <a:pt x="298" y="141"/>
                  </a:lnTo>
                  <a:lnTo>
                    <a:pt x="180" y="335"/>
                  </a:lnTo>
                  <a:lnTo>
                    <a:pt x="78" y="464"/>
                  </a:lnTo>
                  <a:lnTo>
                    <a:pt x="0" y="610"/>
                  </a:lnTo>
                  <a:lnTo>
                    <a:pt x="17" y="650"/>
                  </a:lnTo>
                  <a:lnTo>
                    <a:pt x="44" y="627"/>
                  </a:lnTo>
                  <a:lnTo>
                    <a:pt x="61" y="561"/>
                  </a:lnTo>
                  <a:lnTo>
                    <a:pt x="158" y="418"/>
                  </a:lnTo>
                  <a:lnTo>
                    <a:pt x="264" y="278"/>
                  </a:lnTo>
                  <a:lnTo>
                    <a:pt x="361" y="131"/>
                  </a:lnTo>
                  <a:lnTo>
                    <a:pt x="416" y="0"/>
                  </a:lnTo>
                  <a:lnTo>
                    <a:pt x="361" y="0"/>
                  </a:lnTo>
                  <a:lnTo>
                    <a:pt x="36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0" name="Google Shape;540;p13"/>
            <p:cNvSpPr/>
            <p:nvPr/>
          </p:nvSpPr>
          <p:spPr>
            <a:xfrm>
              <a:off x="533" y="2970"/>
              <a:ext cx="325" cy="124"/>
            </a:xfrm>
            <a:custGeom>
              <a:rect b="b" l="l" r="r" t="t"/>
              <a:pathLst>
                <a:path extrusionOk="0" h="238" w="626">
                  <a:moveTo>
                    <a:pt x="0" y="46"/>
                  </a:moveTo>
                  <a:lnTo>
                    <a:pt x="84" y="97"/>
                  </a:lnTo>
                  <a:lnTo>
                    <a:pt x="168" y="145"/>
                  </a:lnTo>
                  <a:lnTo>
                    <a:pt x="280" y="185"/>
                  </a:lnTo>
                  <a:lnTo>
                    <a:pt x="388" y="198"/>
                  </a:lnTo>
                  <a:lnTo>
                    <a:pt x="485" y="192"/>
                  </a:lnTo>
                  <a:lnTo>
                    <a:pt x="529" y="238"/>
                  </a:lnTo>
                  <a:lnTo>
                    <a:pt x="626" y="192"/>
                  </a:lnTo>
                  <a:lnTo>
                    <a:pt x="609" y="97"/>
                  </a:lnTo>
                  <a:lnTo>
                    <a:pt x="552" y="135"/>
                  </a:lnTo>
                  <a:lnTo>
                    <a:pt x="575" y="175"/>
                  </a:lnTo>
                  <a:lnTo>
                    <a:pt x="536" y="198"/>
                  </a:lnTo>
                  <a:lnTo>
                    <a:pt x="491" y="158"/>
                  </a:lnTo>
                  <a:lnTo>
                    <a:pt x="405" y="158"/>
                  </a:lnTo>
                  <a:lnTo>
                    <a:pt x="310" y="147"/>
                  </a:lnTo>
                  <a:lnTo>
                    <a:pt x="196" y="109"/>
                  </a:lnTo>
                  <a:lnTo>
                    <a:pt x="84" y="57"/>
                  </a:lnTo>
                  <a:lnTo>
                    <a:pt x="0" y="0"/>
                  </a:lnTo>
                  <a:lnTo>
                    <a:pt x="0" y="46"/>
                  </a:lnTo>
                  <a:lnTo>
                    <a:pt x="0" y="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1" name="Google Shape;541;p13"/>
            <p:cNvSpPr/>
            <p:nvPr/>
          </p:nvSpPr>
          <p:spPr>
            <a:xfrm>
              <a:off x="597" y="2683"/>
              <a:ext cx="361" cy="244"/>
            </a:xfrm>
            <a:custGeom>
              <a:rect b="b" l="l" r="r" t="t"/>
              <a:pathLst>
                <a:path extrusionOk="0" h="470" w="694">
                  <a:moveTo>
                    <a:pt x="0" y="470"/>
                  </a:moveTo>
                  <a:lnTo>
                    <a:pt x="55" y="464"/>
                  </a:lnTo>
                  <a:lnTo>
                    <a:pt x="169" y="413"/>
                  </a:lnTo>
                  <a:lnTo>
                    <a:pt x="276" y="367"/>
                  </a:lnTo>
                  <a:lnTo>
                    <a:pt x="395" y="310"/>
                  </a:lnTo>
                  <a:lnTo>
                    <a:pt x="519" y="238"/>
                  </a:lnTo>
                  <a:lnTo>
                    <a:pt x="597" y="169"/>
                  </a:lnTo>
                  <a:lnTo>
                    <a:pt x="597" y="112"/>
                  </a:lnTo>
                  <a:lnTo>
                    <a:pt x="665" y="74"/>
                  </a:lnTo>
                  <a:lnTo>
                    <a:pt x="694" y="46"/>
                  </a:lnTo>
                  <a:lnTo>
                    <a:pt x="682" y="11"/>
                  </a:lnTo>
                  <a:lnTo>
                    <a:pt x="608" y="6"/>
                  </a:lnTo>
                  <a:lnTo>
                    <a:pt x="536" y="0"/>
                  </a:lnTo>
                  <a:lnTo>
                    <a:pt x="542" y="107"/>
                  </a:lnTo>
                  <a:lnTo>
                    <a:pt x="502" y="164"/>
                  </a:lnTo>
                  <a:lnTo>
                    <a:pt x="439" y="215"/>
                  </a:lnTo>
                  <a:lnTo>
                    <a:pt x="327" y="283"/>
                  </a:lnTo>
                  <a:lnTo>
                    <a:pt x="175" y="356"/>
                  </a:lnTo>
                  <a:lnTo>
                    <a:pt x="6" y="435"/>
                  </a:lnTo>
                  <a:lnTo>
                    <a:pt x="0" y="470"/>
                  </a:lnTo>
                  <a:lnTo>
                    <a:pt x="0" y="4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2" name="Google Shape;542;p13"/>
            <p:cNvSpPr/>
            <p:nvPr/>
          </p:nvSpPr>
          <p:spPr>
            <a:xfrm>
              <a:off x="718" y="3135"/>
              <a:ext cx="175" cy="276"/>
            </a:xfrm>
            <a:custGeom>
              <a:rect b="b" l="l" r="r" t="t"/>
              <a:pathLst>
                <a:path extrusionOk="0" h="530" w="338">
                  <a:moveTo>
                    <a:pt x="0" y="32"/>
                  </a:moveTo>
                  <a:lnTo>
                    <a:pt x="44" y="135"/>
                  </a:lnTo>
                  <a:lnTo>
                    <a:pt x="55" y="220"/>
                  </a:lnTo>
                  <a:lnTo>
                    <a:pt x="61" y="315"/>
                  </a:lnTo>
                  <a:lnTo>
                    <a:pt x="44" y="427"/>
                  </a:lnTo>
                  <a:lnTo>
                    <a:pt x="44" y="490"/>
                  </a:lnTo>
                  <a:lnTo>
                    <a:pt x="66" y="524"/>
                  </a:lnTo>
                  <a:lnTo>
                    <a:pt x="106" y="530"/>
                  </a:lnTo>
                  <a:lnTo>
                    <a:pt x="207" y="484"/>
                  </a:lnTo>
                  <a:lnTo>
                    <a:pt x="333" y="427"/>
                  </a:lnTo>
                  <a:lnTo>
                    <a:pt x="338" y="338"/>
                  </a:lnTo>
                  <a:lnTo>
                    <a:pt x="270" y="384"/>
                  </a:lnTo>
                  <a:lnTo>
                    <a:pt x="201" y="424"/>
                  </a:lnTo>
                  <a:lnTo>
                    <a:pt x="112" y="450"/>
                  </a:lnTo>
                  <a:lnTo>
                    <a:pt x="123" y="372"/>
                  </a:lnTo>
                  <a:lnTo>
                    <a:pt x="123" y="287"/>
                  </a:lnTo>
                  <a:lnTo>
                    <a:pt x="112" y="180"/>
                  </a:lnTo>
                  <a:lnTo>
                    <a:pt x="89" y="89"/>
                  </a:lnTo>
                  <a:lnTo>
                    <a:pt x="49" y="0"/>
                  </a:lnTo>
                  <a:lnTo>
                    <a:pt x="0" y="32"/>
                  </a:lnTo>
                  <a:lnTo>
                    <a:pt x="0"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3" name="Google Shape;543;p13"/>
            <p:cNvSpPr/>
            <p:nvPr/>
          </p:nvSpPr>
          <p:spPr>
            <a:xfrm>
              <a:off x="588" y="3176"/>
              <a:ext cx="91" cy="238"/>
            </a:xfrm>
            <a:custGeom>
              <a:rect b="b" l="l" r="r" t="t"/>
              <a:pathLst>
                <a:path extrusionOk="0" h="458" w="175">
                  <a:moveTo>
                    <a:pt x="152" y="0"/>
                  </a:moveTo>
                  <a:lnTo>
                    <a:pt x="175" y="125"/>
                  </a:lnTo>
                  <a:lnTo>
                    <a:pt x="163" y="294"/>
                  </a:lnTo>
                  <a:lnTo>
                    <a:pt x="152" y="452"/>
                  </a:lnTo>
                  <a:lnTo>
                    <a:pt x="118" y="458"/>
                  </a:lnTo>
                  <a:lnTo>
                    <a:pt x="63" y="429"/>
                  </a:lnTo>
                  <a:lnTo>
                    <a:pt x="0" y="372"/>
                  </a:lnTo>
                  <a:lnTo>
                    <a:pt x="6" y="306"/>
                  </a:lnTo>
                  <a:lnTo>
                    <a:pt x="17" y="203"/>
                  </a:lnTo>
                  <a:lnTo>
                    <a:pt x="17" y="79"/>
                  </a:lnTo>
                  <a:lnTo>
                    <a:pt x="6" y="45"/>
                  </a:lnTo>
                  <a:lnTo>
                    <a:pt x="40" y="22"/>
                  </a:lnTo>
                  <a:lnTo>
                    <a:pt x="63" y="114"/>
                  </a:lnTo>
                  <a:lnTo>
                    <a:pt x="63" y="214"/>
                  </a:lnTo>
                  <a:lnTo>
                    <a:pt x="45" y="338"/>
                  </a:lnTo>
                  <a:lnTo>
                    <a:pt x="101" y="395"/>
                  </a:lnTo>
                  <a:lnTo>
                    <a:pt x="112" y="300"/>
                  </a:lnTo>
                  <a:lnTo>
                    <a:pt x="123" y="214"/>
                  </a:lnTo>
                  <a:lnTo>
                    <a:pt x="125" y="152"/>
                  </a:lnTo>
                  <a:lnTo>
                    <a:pt x="112" y="85"/>
                  </a:lnTo>
                  <a:lnTo>
                    <a:pt x="95" y="22"/>
                  </a:lnTo>
                  <a:lnTo>
                    <a:pt x="152" y="0"/>
                  </a:lnTo>
                  <a:lnTo>
                    <a:pt x="15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4" name="Google Shape;544;p13"/>
            <p:cNvSpPr/>
            <p:nvPr/>
          </p:nvSpPr>
          <p:spPr>
            <a:xfrm>
              <a:off x="612" y="2912"/>
              <a:ext cx="119" cy="150"/>
            </a:xfrm>
            <a:custGeom>
              <a:rect b="b" l="l" r="r" t="t"/>
              <a:pathLst>
                <a:path extrusionOk="0" h="287" w="231">
                  <a:moveTo>
                    <a:pt x="27" y="0"/>
                  </a:moveTo>
                  <a:lnTo>
                    <a:pt x="107" y="89"/>
                  </a:lnTo>
                  <a:lnTo>
                    <a:pt x="164" y="164"/>
                  </a:lnTo>
                  <a:lnTo>
                    <a:pt x="231" y="287"/>
                  </a:lnTo>
                  <a:lnTo>
                    <a:pt x="175" y="281"/>
                  </a:lnTo>
                  <a:lnTo>
                    <a:pt x="130" y="226"/>
                  </a:lnTo>
                  <a:lnTo>
                    <a:pt x="78" y="146"/>
                  </a:lnTo>
                  <a:lnTo>
                    <a:pt x="33" y="78"/>
                  </a:lnTo>
                  <a:lnTo>
                    <a:pt x="0" y="23"/>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5" name="Google Shape;545;p13"/>
            <p:cNvSpPr/>
            <p:nvPr/>
          </p:nvSpPr>
          <p:spPr>
            <a:xfrm>
              <a:off x="806" y="2747"/>
              <a:ext cx="96" cy="236"/>
            </a:xfrm>
            <a:custGeom>
              <a:rect b="b" l="l" r="r" t="t"/>
              <a:pathLst>
                <a:path extrusionOk="0" h="452" w="184">
                  <a:moveTo>
                    <a:pt x="0" y="384"/>
                  </a:moveTo>
                  <a:lnTo>
                    <a:pt x="32" y="351"/>
                  </a:lnTo>
                  <a:lnTo>
                    <a:pt x="84" y="226"/>
                  </a:lnTo>
                  <a:lnTo>
                    <a:pt x="124" y="131"/>
                  </a:lnTo>
                  <a:lnTo>
                    <a:pt x="141" y="62"/>
                  </a:lnTo>
                  <a:lnTo>
                    <a:pt x="181" y="0"/>
                  </a:lnTo>
                  <a:lnTo>
                    <a:pt x="184" y="125"/>
                  </a:lnTo>
                  <a:lnTo>
                    <a:pt x="141" y="260"/>
                  </a:lnTo>
                  <a:lnTo>
                    <a:pt x="107" y="357"/>
                  </a:lnTo>
                  <a:lnTo>
                    <a:pt x="50" y="452"/>
                  </a:lnTo>
                  <a:lnTo>
                    <a:pt x="0" y="384"/>
                  </a:lnTo>
                  <a:lnTo>
                    <a:pt x="0" y="3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6" name="Google Shape;546;p13"/>
            <p:cNvSpPr/>
            <p:nvPr/>
          </p:nvSpPr>
          <p:spPr>
            <a:xfrm>
              <a:off x="404" y="2944"/>
              <a:ext cx="407" cy="274"/>
            </a:xfrm>
            <a:custGeom>
              <a:rect b="b" l="l" r="r" t="t"/>
              <a:pathLst>
                <a:path extrusionOk="0" h="524" w="785">
                  <a:moveTo>
                    <a:pt x="751" y="230"/>
                  </a:moveTo>
                  <a:lnTo>
                    <a:pt x="694" y="298"/>
                  </a:lnTo>
                  <a:lnTo>
                    <a:pt x="620" y="350"/>
                  </a:lnTo>
                  <a:lnTo>
                    <a:pt x="542" y="399"/>
                  </a:lnTo>
                  <a:lnTo>
                    <a:pt x="468" y="433"/>
                  </a:lnTo>
                  <a:lnTo>
                    <a:pt x="394" y="456"/>
                  </a:lnTo>
                  <a:lnTo>
                    <a:pt x="306" y="473"/>
                  </a:lnTo>
                  <a:lnTo>
                    <a:pt x="242" y="467"/>
                  </a:lnTo>
                  <a:lnTo>
                    <a:pt x="164" y="462"/>
                  </a:lnTo>
                  <a:lnTo>
                    <a:pt x="114" y="452"/>
                  </a:lnTo>
                  <a:lnTo>
                    <a:pt x="78" y="429"/>
                  </a:lnTo>
                  <a:lnTo>
                    <a:pt x="63" y="389"/>
                  </a:lnTo>
                  <a:lnTo>
                    <a:pt x="63" y="315"/>
                  </a:lnTo>
                  <a:lnTo>
                    <a:pt x="84" y="230"/>
                  </a:lnTo>
                  <a:lnTo>
                    <a:pt x="141" y="140"/>
                  </a:lnTo>
                  <a:lnTo>
                    <a:pt x="198" y="83"/>
                  </a:lnTo>
                  <a:lnTo>
                    <a:pt x="253" y="15"/>
                  </a:lnTo>
                  <a:lnTo>
                    <a:pt x="215" y="0"/>
                  </a:lnTo>
                  <a:lnTo>
                    <a:pt x="130" y="66"/>
                  </a:lnTo>
                  <a:lnTo>
                    <a:pt x="63" y="152"/>
                  </a:lnTo>
                  <a:lnTo>
                    <a:pt x="23" y="224"/>
                  </a:lnTo>
                  <a:lnTo>
                    <a:pt x="6" y="298"/>
                  </a:lnTo>
                  <a:lnTo>
                    <a:pt x="0" y="378"/>
                  </a:lnTo>
                  <a:lnTo>
                    <a:pt x="18" y="433"/>
                  </a:lnTo>
                  <a:lnTo>
                    <a:pt x="63" y="479"/>
                  </a:lnTo>
                  <a:lnTo>
                    <a:pt x="141" y="502"/>
                  </a:lnTo>
                  <a:lnTo>
                    <a:pt x="221" y="524"/>
                  </a:lnTo>
                  <a:lnTo>
                    <a:pt x="310" y="524"/>
                  </a:lnTo>
                  <a:lnTo>
                    <a:pt x="421" y="509"/>
                  </a:lnTo>
                  <a:lnTo>
                    <a:pt x="531" y="473"/>
                  </a:lnTo>
                  <a:lnTo>
                    <a:pt x="588" y="450"/>
                  </a:lnTo>
                  <a:lnTo>
                    <a:pt x="649" y="422"/>
                  </a:lnTo>
                  <a:lnTo>
                    <a:pt x="723" y="361"/>
                  </a:lnTo>
                  <a:lnTo>
                    <a:pt x="768" y="321"/>
                  </a:lnTo>
                  <a:lnTo>
                    <a:pt x="785" y="275"/>
                  </a:lnTo>
                  <a:lnTo>
                    <a:pt x="751" y="230"/>
                  </a:lnTo>
                  <a:lnTo>
                    <a:pt x="751" y="2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7" name="Google Shape;547;p13"/>
            <p:cNvSpPr/>
            <p:nvPr/>
          </p:nvSpPr>
          <p:spPr>
            <a:xfrm>
              <a:off x="480" y="2744"/>
              <a:ext cx="120" cy="274"/>
            </a:xfrm>
            <a:custGeom>
              <a:rect b="b" l="l" r="r" t="t"/>
              <a:pathLst>
                <a:path extrusionOk="0" h="526" w="232">
                  <a:moveTo>
                    <a:pt x="232" y="526"/>
                  </a:moveTo>
                  <a:lnTo>
                    <a:pt x="226" y="452"/>
                  </a:lnTo>
                  <a:lnTo>
                    <a:pt x="209" y="407"/>
                  </a:lnTo>
                  <a:lnTo>
                    <a:pt x="192" y="378"/>
                  </a:lnTo>
                  <a:lnTo>
                    <a:pt x="163" y="390"/>
                  </a:lnTo>
                  <a:lnTo>
                    <a:pt x="146" y="367"/>
                  </a:lnTo>
                  <a:lnTo>
                    <a:pt x="129" y="317"/>
                  </a:lnTo>
                  <a:lnTo>
                    <a:pt x="118" y="277"/>
                  </a:lnTo>
                  <a:lnTo>
                    <a:pt x="95" y="243"/>
                  </a:lnTo>
                  <a:lnTo>
                    <a:pt x="57" y="215"/>
                  </a:lnTo>
                  <a:lnTo>
                    <a:pt x="85" y="192"/>
                  </a:lnTo>
                  <a:lnTo>
                    <a:pt x="112" y="143"/>
                  </a:lnTo>
                  <a:lnTo>
                    <a:pt x="140" y="68"/>
                  </a:lnTo>
                  <a:lnTo>
                    <a:pt x="163" y="0"/>
                  </a:lnTo>
                  <a:lnTo>
                    <a:pt x="118" y="17"/>
                  </a:lnTo>
                  <a:lnTo>
                    <a:pt x="95" y="57"/>
                  </a:lnTo>
                  <a:lnTo>
                    <a:pt x="74" y="108"/>
                  </a:lnTo>
                  <a:lnTo>
                    <a:pt x="51" y="165"/>
                  </a:lnTo>
                  <a:lnTo>
                    <a:pt x="23" y="198"/>
                  </a:lnTo>
                  <a:lnTo>
                    <a:pt x="0" y="238"/>
                  </a:lnTo>
                  <a:lnTo>
                    <a:pt x="28" y="243"/>
                  </a:lnTo>
                  <a:lnTo>
                    <a:pt x="57" y="283"/>
                  </a:lnTo>
                  <a:lnTo>
                    <a:pt x="74" y="323"/>
                  </a:lnTo>
                  <a:lnTo>
                    <a:pt x="91" y="407"/>
                  </a:lnTo>
                  <a:lnTo>
                    <a:pt x="129" y="418"/>
                  </a:lnTo>
                  <a:lnTo>
                    <a:pt x="180" y="424"/>
                  </a:lnTo>
                  <a:lnTo>
                    <a:pt x="180" y="498"/>
                  </a:lnTo>
                  <a:lnTo>
                    <a:pt x="232" y="526"/>
                  </a:lnTo>
                  <a:lnTo>
                    <a:pt x="232" y="5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8" name="Google Shape;548;p13"/>
            <p:cNvSpPr/>
            <p:nvPr/>
          </p:nvSpPr>
          <p:spPr>
            <a:xfrm>
              <a:off x="356" y="3170"/>
              <a:ext cx="148" cy="273"/>
            </a:xfrm>
            <a:custGeom>
              <a:rect b="b" l="l" r="r" t="t"/>
              <a:pathLst>
                <a:path extrusionOk="0" h="527" w="283">
                  <a:moveTo>
                    <a:pt x="154" y="0"/>
                  </a:moveTo>
                  <a:lnTo>
                    <a:pt x="160" y="126"/>
                  </a:lnTo>
                  <a:lnTo>
                    <a:pt x="148" y="204"/>
                  </a:lnTo>
                  <a:lnTo>
                    <a:pt x="131" y="272"/>
                  </a:lnTo>
                  <a:lnTo>
                    <a:pt x="103" y="331"/>
                  </a:lnTo>
                  <a:lnTo>
                    <a:pt x="57" y="396"/>
                  </a:lnTo>
                  <a:lnTo>
                    <a:pt x="12" y="453"/>
                  </a:lnTo>
                  <a:lnTo>
                    <a:pt x="0" y="498"/>
                  </a:lnTo>
                  <a:lnTo>
                    <a:pt x="34" y="521"/>
                  </a:lnTo>
                  <a:lnTo>
                    <a:pt x="126" y="527"/>
                  </a:lnTo>
                  <a:lnTo>
                    <a:pt x="217" y="517"/>
                  </a:lnTo>
                  <a:lnTo>
                    <a:pt x="283" y="510"/>
                  </a:lnTo>
                  <a:lnTo>
                    <a:pt x="272" y="435"/>
                  </a:lnTo>
                  <a:lnTo>
                    <a:pt x="209" y="451"/>
                  </a:lnTo>
                  <a:lnTo>
                    <a:pt x="143" y="462"/>
                  </a:lnTo>
                  <a:lnTo>
                    <a:pt x="80" y="453"/>
                  </a:lnTo>
                  <a:lnTo>
                    <a:pt x="120" y="396"/>
                  </a:lnTo>
                  <a:lnTo>
                    <a:pt x="154" y="318"/>
                  </a:lnTo>
                  <a:lnTo>
                    <a:pt x="181" y="249"/>
                  </a:lnTo>
                  <a:lnTo>
                    <a:pt x="204" y="154"/>
                  </a:lnTo>
                  <a:lnTo>
                    <a:pt x="204" y="46"/>
                  </a:lnTo>
                  <a:lnTo>
                    <a:pt x="154" y="0"/>
                  </a:lnTo>
                  <a:lnTo>
                    <a:pt x="15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9" name="Google Shape;549;p13"/>
            <p:cNvSpPr/>
            <p:nvPr/>
          </p:nvSpPr>
          <p:spPr>
            <a:xfrm>
              <a:off x="570" y="2722"/>
              <a:ext cx="95" cy="224"/>
            </a:xfrm>
            <a:custGeom>
              <a:rect b="b" l="l" r="r" t="t"/>
              <a:pathLst>
                <a:path extrusionOk="0" h="434" w="180">
                  <a:moveTo>
                    <a:pt x="180" y="33"/>
                  </a:moveTo>
                  <a:lnTo>
                    <a:pt x="118" y="67"/>
                  </a:lnTo>
                  <a:lnTo>
                    <a:pt x="85" y="101"/>
                  </a:lnTo>
                  <a:lnTo>
                    <a:pt x="62" y="135"/>
                  </a:lnTo>
                  <a:lnTo>
                    <a:pt x="57" y="175"/>
                  </a:lnTo>
                  <a:lnTo>
                    <a:pt x="57" y="236"/>
                  </a:lnTo>
                  <a:lnTo>
                    <a:pt x="57" y="321"/>
                  </a:lnTo>
                  <a:lnTo>
                    <a:pt x="62" y="407"/>
                  </a:lnTo>
                  <a:lnTo>
                    <a:pt x="79" y="434"/>
                  </a:lnTo>
                  <a:lnTo>
                    <a:pt x="51" y="434"/>
                  </a:lnTo>
                  <a:lnTo>
                    <a:pt x="17" y="384"/>
                  </a:lnTo>
                  <a:lnTo>
                    <a:pt x="11" y="327"/>
                  </a:lnTo>
                  <a:lnTo>
                    <a:pt x="0" y="225"/>
                  </a:lnTo>
                  <a:lnTo>
                    <a:pt x="5" y="152"/>
                  </a:lnTo>
                  <a:lnTo>
                    <a:pt x="28" y="72"/>
                  </a:lnTo>
                  <a:lnTo>
                    <a:pt x="79" y="33"/>
                  </a:lnTo>
                  <a:lnTo>
                    <a:pt x="129" y="0"/>
                  </a:lnTo>
                  <a:lnTo>
                    <a:pt x="180" y="4"/>
                  </a:lnTo>
                  <a:lnTo>
                    <a:pt x="180" y="33"/>
                  </a:lnTo>
                  <a:lnTo>
                    <a:pt x="180"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0" name="Google Shape;550;p13"/>
            <p:cNvSpPr/>
            <p:nvPr/>
          </p:nvSpPr>
          <p:spPr>
            <a:xfrm>
              <a:off x="528" y="2677"/>
              <a:ext cx="145" cy="73"/>
            </a:xfrm>
            <a:custGeom>
              <a:rect b="b" l="l" r="r" t="t"/>
              <a:pathLst>
                <a:path extrusionOk="0" h="140" w="281">
                  <a:moveTo>
                    <a:pt x="0" y="89"/>
                  </a:moveTo>
                  <a:lnTo>
                    <a:pt x="78" y="28"/>
                  </a:lnTo>
                  <a:lnTo>
                    <a:pt x="124" y="0"/>
                  </a:lnTo>
                  <a:lnTo>
                    <a:pt x="163" y="0"/>
                  </a:lnTo>
                  <a:lnTo>
                    <a:pt x="196" y="34"/>
                  </a:lnTo>
                  <a:lnTo>
                    <a:pt x="230" y="17"/>
                  </a:lnTo>
                  <a:lnTo>
                    <a:pt x="276" y="11"/>
                  </a:lnTo>
                  <a:lnTo>
                    <a:pt x="281" y="45"/>
                  </a:lnTo>
                  <a:lnTo>
                    <a:pt x="236" y="57"/>
                  </a:lnTo>
                  <a:lnTo>
                    <a:pt x="184" y="80"/>
                  </a:lnTo>
                  <a:lnTo>
                    <a:pt x="158" y="89"/>
                  </a:lnTo>
                  <a:lnTo>
                    <a:pt x="118" y="45"/>
                  </a:lnTo>
                  <a:lnTo>
                    <a:pt x="78" y="85"/>
                  </a:lnTo>
                  <a:lnTo>
                    <a:pt x="4" y="140"/>
                  </a:lnTo>
                  <a:lnTo>
                    <a:pt x="2" y="100"/>
                  </a:lnTo>
                  <a:lnTo>
                    <a:pt x="0" y="89"/>
                  </a:lnTo>
                  <a:lnTo>
                    <a:pt x="0" y="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1" name="Google Shape;551;p13"/>
            <p:cNvSpPr/>
            <p:nvPr/>
          </p:nvSpPr>
          <p:spPr>
            <a:xfrm>
              <a:off x="826" y="2713"/>
              <a:ext cx="111" cy="833"/>
            </a:xfrm>
            <a:custGeom>
              <a:rect b="b" l="l" r="r" t="t"/>
              <a:pathLst>
                <a:path extrusionOk="0" h="1604" w="215">
                  <a:moveTo>
                    <a:pt x="152" y="0"/>
                  </a:moveTo>
                  <a:lnTo>
                    <a:pt x="186" y="204"/>
                  </a:lnTo>
                  <a:lnTo>
                    <a:pt x="204" y="333"/>
                  </a:lnTo>
                  <a:lnTo>
                    <a:pt x="215" y="439"/>
                  </a:lnTo>
                  <a:lnTo>
                    <a:pt x="215" y="643"/>
                  </a:lnTo>
                  <a:lnTo>
                    <a:pt x="198" y="932"/>
                  </a:lnTo>
                  <a:lnTo>
                    <a:pt x="169" y="1141"/>
                  </a:lnTo>
                  <a:lnTo>
                    <a:pt x="146" y="1333"/>
                  </a:lnTo>
                  <a:lnTo>
                    <a:pt x="74" y="1587"/>
                  </a:lnTo>
                  <a:lnTo>
                    <a:pt x="17" y="1604"/>
                  </a:lnTo>
                  <a:lnTo>
                    <a:pt x="0" y="1582"/>
                  </a:lnTo>
                  <a:lnTo>
                    <a:pt x="17" y="1479"/>
                  </a:lnTo>
                  <a:lnTo>
                    <a:pt x="63" y="1321"/>
                  </a:lnTo>
                  <a:lnTo>
                    <a:pt x="114" y="1066"/>
                  </a:lnTo>
                  <a:lnTo>
                    <a:pt x="146" y="869"/>
                  </a:lnTo>
                  <a:lnTo>
                    <a:pt x="146" y="616"/>
                  </a:lnTo>
                  <a:lnTo>
                    <a:pt x="165" y="428"/>
                  </a:lnTo>
                  <a:lnTo>
                    <a:pt x="120" y="152"/>
                  </a:lnTo>
                  <a:lnTo>
                    <a:pt x="152" y="0"/>
                  </a:lnTo>
                  <a:lnTo>
                    <a:pt x="15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2" name="Google Shape;552;p13"/>
            <p:cNvSpPr/>
            <p:nvPr/>
          </p:nvSpPr>
          <p:spPr>
            <a:xfrm>
              <a:off x="325" y="3187"/>
              <a:ext cx="208" cy="617"/>
            </a:xfrm>
            <a:custGeom>
              <a:rect b="b" l="l" r="r" t="t"/>
              <a:pathLst>
                <a:path extrusionOk="0" h="1187" w="401">
                  <a:moveTo>
                    <a:pt x="282" y="0"/>
                  </a:moveTo>
                  <a:lnTo>
                    <a:pt x="287" y="135"/>
                  </a:lnTo>
                  <a:lnTo>
                    <a:pt x="304" y="284"/>
                  </a:lnTo>
                  <a:lnTo>
                    <a:pt x="327" y="424"/>
                  </a:lnTo>
                  <a:lnTo>
                    <a:pt x="316" y="516"/>
                  </a:lnTo>
                  <a:lnTo>
                    <a:pt x="282" y="650"/>
                  </a:lnTo>
                  <a:lnTo>
                    <a:pt x="242" y="768"/>
                  </a:lnTo>
                  <a:lnTo>
                    <a:pt x="187" y="920"/>
                  </a:lnTo>
                  <a:lnTo>
                    <a:pt x="141" y="1017"/>
                  </a:lnTo>
                  <a:lnTo>
                    <a:pt x="118" y="1080"/>
                  </a:lnTo>
                  <a:lnTo>
                    <a:pt x="67" y="1120"/>
                  </a:lnTo>
                  <a:lnTo>
                    <a:pt x="0" y="1147"/>
                  </a:lnTo>
                  <a:lnTo>
                    <a:pt x="17" y="1187"/>
                  </a:lnTo>
                  <a:lnTo>
                    <a:pt x="78" y="1181"/>
                  </a:lnTo>
                  <a:lnTo>
                    <a:pt x="147" y="1137"/>
                  </a:lnTo>
                  <a:lnTo>
                    <a:pt x="198" y="1080"/>
                  </a:lnTo>
                  <a:lnTo>
                    <a:pt x="259" y="943"/>
                  </a:lnTo>
                  <a:lnTo>
                    <a:pt x="327" y="768"/>
                  </a:lnTo>
                  <a:lnTo>
                    <a:pt x="379" y="599"/>
                  </a:lnTo>
                  <a:lnTo>
                    <a:pt x="401" y="498"/>
                  </a:lnTo>
                  <a:lnTo>
                    <a:pt x="401" y="413"/>
                  </a:lnTo>
                  <a:lnTo>
                    <a:pt x="373" y="261"/>
                  </a:lnTo>
                  <a:lnTo>
                    <a:pt x="350" y="126"/>
                  </a:lnTo>
                  <a:lnTo>
                    <a:pt x="333" y="29"/>
                  </a:lnTo>
                  <a:lnTo>
                    <a:pt x="282" y="0"/>
                  </a:lnTo>
                  <a:lnTo>
                    <a:pt x="28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3" name="Google Shape;553;p13"/>
            <p:cNvSpPr/>
            <p:nvPr/>
          </p:nvSpPr>
          <p:spPr>
            <a:xfrm>
              <a:off x="474" y="3692"/>
              <a:ext cx="305" cy="80"/>
            </a:xfrm>
            <a:custGeom>
              <a:rect b="b" l="l" r="r" t="t"/>
              <a:pathLst>
                <a:path extrusionOk="0" h="154" w="588">
                  <a:moveTo>
                    <a:pt x="97" y="154"/>
                  </a:moveTo>
                  <a:lnTo>
                    <a:pt x="221" y="114"/>
                  </a:lnTo>
                  <a:lnTo>
                    <a:pt x="350" y="91"/>
                  </a:lnTo>
                  <a:lnTo>
                    <a:pt x="464" y="85"/>
                  </a:lnTo>
                  <a:lnTo>
                    <a:pt x="576" y="91"/>
                  </a:lnTo>
                  <a:lnTo>
                    <a:pt x="588" y="17"/>
                  </a:lnTo>
                  <a:lnTo>
                    <a:pt x="474" y="0"/>
                  </a:lnTo>
                  <a:lnTo>
                    <a:pt x="384" y="23"/>
                  </a:lnTo>
                  <a:lnTo>
                    <a:pt x="244" y="45"/>
                  </a:lnTo>
                  <a:lnTo>
                    <a:pt x="69" y="85"/>
                  </a:lnTo>
                  <a:lnTo>
                    <a:pt x="0" y="154"/>
                  </a:lnTo>
                  <a:lnTo>
                    <a:pt x="97" y="154"/>
                  </a:lnTo>
                  <a:lnTo>
                    <a:pt x="97" y="1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4" name="Google Shape;554;p13"/>
            <p:cNvSpPr/>
            <p:nvPr/>
          </p:nvSpPr>
          <p:spPr>
            <a:xfrm>
              <a:off x="861" y="3517"/>
              <a:ext cx="1275" cy="132"/>
            </a:xfrm>
            <a:custGeom>
              <a:rect b="b" l="l" r="r" t="t"/>
              <a:pathLst>
                <a:path extrusionOk="0" h="255" w="2454">
                  <a:moveTo>
                    <a:pt x="22" y="63"/>
                  </a:moveTo>
                  <a:lnTo>
                    <a:pt x="157" y="63"/>
                  </a:lnTo>
                  <a:lnTo>
                    <a:pt x="332" y="46"/>
                  </a:lnTo>
                  <a:lnTo>
                    <a:pt x="518" y="52"/>
                  </a:lnTo>
                  <a:lnTo>
                    <a:pt x="710" y="57"/>
                  </a:lnTo>
                  <a:lnTo>
                    <a:pt x="902" y="80"/>
                  </a:lnTo>
                  <a:lnTo>
                    <a:pt x="1152" y="103"/>
                  </a:lnTo>
                  <a:lnTo>
                    <a:pt x="1416" y="147"/>
                  </a:lnTo>
                  <a:lnTo>
                    <a:pt x="1783" y="204"/>
                  </a:lnTo>
                  <a:lnTo>
                    <a:pt x="1935" y="227"/>
                  </a:lnTo>
                  <a:lnTo>
                    <a:pt x="2155" y="244"/>
                  </a:lnTo>
                  <a:lnTo>
                    <a:pt x="2324" y="255"/>
                  </a:lnTo>
                  <a:lnTo>
                    <a:pt x="2425" y="244"/>
                  </a:lnTo>
                  <a:lnTo>
                    <a:pt x="2454" y="204"/>
                  </a:lnTo>
                  <a:lnTo>
                    <a:pt x="2448" y="147"/>
                  </a:lnTo>
                  <a:lnTo>
                    <a:pt x="2376" y="158"/>
                  </a:lnTo>
                  <a:lnTo>
                    <a:pt x="2250" y="164"/>
                  </a:lnTo>
                  <a:lnTo>
                    <a:pt x="2003" y="141"/>
                  </a:lnTo>
                  <a:lnTo>
                    <a:pt x="1760" y="113"/>
                  </a:lnTo>
                  <a:lnTo>
                    <a:pt x="1376" y="69"/>
                  </a:lnTo>
                  <a:lnTo>
                    <a:pt x="1083" y="35"/>
                  </a:lnTo>
                  <a:lnTo>
                    <a:pt x="914" y="12"/>
                  </a:lnTo>
                  <a:lnTo>
                    <a:pt x="648" y="0"/>
                  </a:lnTo>
                  <a:lnTo>
                    <a:pt x="349" y="6"/>
                  </a:lnTo>
                  <a:lnTo>
                    <a:pt x="123" y="12"/>
                  </a:lnTo>
                  <a:lnTo>
                    <a:pt x="0" y="12"/>
                  </a:lnTo>
                  <a:lnTo>
                    <a:pt x="22" y="63"/>
                  </a:lnTo>
                  <a:lnTo>
                    <a:pt x="22"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5" name="Google Shape;555;p13"/>
            <p:cNvSpPr/>
            <p:nvPr/>
          </p:nvSpPr>
          <p:spPr>
            <a:xfrm>
              <a:off x="391" y="3463"/>
              <a:ext cx="739" cy="406"/>
            </a:xfrm>
            <a:custGeom>
              <a:rect b="b" l="l" r="r" t="t"/>
              <a:pathLst>
                <a:path extrusionOk="0" h="781" w="1421">
                  <a:moveTo>
                    <a:pt x="112" y="633"/>
                  </a:moveTo>
                  <a:lnTo>
                    <a:pt x="40" y="656"/>
                  </a:lnTo>
                  <a:lnTo>
                    <a:pt x="0" y="644"/>
                  </a:lnTo>
                  <a:lnTo>
                    <a:pt x="17" y="616"/>
                  </a:lnTo>
                  <a:lnTo>
                    <a:pt x="85" y="595"/>
                  </a:lnTo>
                  <a:lnTo>
                    <a:pt x="157" y="560"/>
                  </a:lnTo>
                  <a:lnTo>
                    <a:pt x="209" y="503"/>
                  </a:lnTo>
                  <a:lnTo>
                    <a:pt x="281" y="397"/>
                  </a:lnTo>
                  <a:lnTo>
                    <a:pt x="361" y="283"/>
                  </a:lnTo>
                  <a:lnTo>
                    <a:pt x="467" y="137"/>
                  </a:lnTo>
                  <a:lnTo>
                    <a:pt x="553" y="57"/>
                  </a:lnTo>
                  <a:lnTo>
                    <a:pt x="598" y="11"/>
                  </a:lnTo>
                  <a:lnTo>
                    <a:pt x="654" y="0"/>
                  </a:lnTo>
                  <a:lnTo>
                    <a:pt x="693" y="28"/>
                  </a:lnTo>
                  <a:lnTo>
                    <a:pt x="722" y="102"/>
                  </a:lnTo>
                  <a:lnTo>
                    <a:pt x="745" y="177"/>
                  </a:lnTo>
                  <a:lnTo>
                    <a:pt x="756" y="311"/>
                  </a:lnTo>
                  <a:lnTo>
                    <a:pt x="779" y="446"/>
                  </a:lnTo>
                  <a:lnTo>
                    <a:pt x="790" y="538"/>
                  </a:lnTo>
                  <a:lnTo>
                    <a:pt x="811" y="621"/>
                  </a:lnTo>
                  <a:lnTo>
                    <a:pt x="828" y="661"/>
                  </a:lnTo>
                  <a:lnTo>
                    <a:pt x="857" y="695"/>
                  </a:lnTo>
                  <a:lnTo>
                    <a:pt x="868" y="638"/>
                  </a:lnTo>
                  <a:lnTo>
                    <a:pt x="891" y="606"/>
                  </a:lnTo>
                  <a:lnTo>
                    <a:pt x="903" y="566"/>
                  </a:lnTo>
                  <a:lnTo>
                    <a:pt x="908" y="481"/>
                  </a:lnTo>
                  <a:lnTo>
                    <a:pt x="931" y="386"/>
                  </a:lnTo>
                  <a:lnTo>
                    <a:pt x="980" y="294"/>
                  </a:lnTo>
                  <a:lnTo>
                    <a:pt x="1015" y="205"/>
                  </a:lnTo>
                  <a:lnTo>
                    <a:pt x="1077" y="137"/>
                  </a:lnTo>
                  <a:lnTo>
                    <a:pt x="1172" y="131"/>
                  </a:lnTo>
                  <a:lnTo>
                    <a:pt x="1106" y="215"/>
                  </a:lnTo>
                  <a:lnTo>
                    <a:pt x="1043" y="329"/>
                  </a:lnTo>
                  <a:lnTo>
                    <a:pt x="1003" y="412"/>
                  </a:lnTo>
                  <a:lnTo>
                    <a:pt x="1083" y="412"/>
                  </a:lnTo>
                  <a:lnTo>
                    <a:pt x="1140" y="412"/>
                  </a:lnTo>
                  <a:lnTo>
                    <a:pt x="1195" y="429"/>
                  </a:lnTo>
                  <a:lnTo>
                    <a:pt x="1399" y="429"/>
                  </a:lnTo>
                  <a:lnTo>
                    <a:pt x="1421" y="458"/>
                  </a:lnTo>
                  <a:lnTo>
                    <a:pt x="1399" y="486"/>
                  </a:lnTo>
                  <a:lnTo>
                    <a:pt x="1304" y="486"/>
                  </a:lnTo>
                  <a:lnTo>
                    <a:pt x="1264" y="503"/>
                  </a:lnTo>
                  <a:lnTo>
                    <a:pt x="1207" y="526"/>
                  </a:lnTo>
                  <a:lnTo>
                    <a:pt x="1190" y="599"/>
                  </a:lnTo>
                  <a:lnTo>
                    <a:pt x="1140" y="621"/>
                  </a:lnTo>
                  <a:lnTo>
                    <a:pt x="1060" y="656"/>
                  </a:lnTo>
                  <a:lnTo>
                    <a:pt x="971" y="678"/>
                  </a:lnTo>
                  <a:lnTo>
                    <a:pt x="920" y="718"/>
                  </a:lnTo>
                  <a:lnTo>
                    <a:pt x="903" y="764"/>
                  </a:lnTo>
                  <a:lnTo>
                    <a:pt x="874" y="781"/>
                  </a:lnTo>
                  <a:lnTo>
                    <a:pt x="840" y="747"/>
                  </a:lnTo>
                  <a:lnTo>
                    <a:pt x="817" y="718"/>
                  </a:lnTo>
                  <a:lnTo>
                    <a:pt x="785" y="673"/>
                  </a:lnTo>
                  <a:lnTo>
                    <a:pt x="739" y="638"/>
                  </a:lnTo>
                  <a:lnTo>
                    <a:pt x="711" y="589"/>
                  </a:lnTo>
                  <a:lnTo>
                    <a:pt x="705" y="521"/>
                  </a:lnTo>
                  <a:lnTo>
                    <a:pt x="688" y="300"/>
                  </a:lnTo>
                  <a:lnTo>
                    <a:pt x="671" y="205"/>
                  </a:lnTo>
                  <a:lnTo>
                    <a:pt x="642" y="74"/>
                  </a:lnTo>
                  <a:lnTo>
                    <a:pt x="598" y="114"/>
                  </a:lnTo>
                  <a:lnTo>
                    <a:pt x="519" y="182"/>
                  </a:lnTo>
                  <a:lnTo>
                    <a:pt x="444" y="277"/>
                  </a:lnTo>
                  <a:lnTo>
                    <a:pt x="384" y="369"/>
                  </a:lnTo>
                  <a:lnTo>
                    <a:pt x="332" y="452"/>
                  </a:lnTo>
                  <a:lnTo>
                    <a:pt x="271" y="526"/>
                  </a:lnTo>
                  <a:lnTo>
                    <a:pt x="220" y="599"/>
                  </a:lnTo>
                  <a:lnTo>
                    <a:pt x="157" y="627"/>
                  </a:lnTo>
                  <a:lnTo>
                    <a:pt x="112" y="633"/>
                  </a:lnTo>
                  <a:lnTo>
                    <a:pt x="112" y="6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6" name="Google Shape;556;p13"/>
            <p:cNvSpPr/>
            <p:nvPr/>
          </p:nvSpPr>
          <p:spPr>
            <a:xfrm>
              <a:off x="1371" y="3546"/>
              <a:ext cx="96" cy="293"/>
            </a:xfrm>
            <a:custGeom>
              <a:rect b="b" l="l" r="r" t="t"/>
              <a:pathLst>
                <a:path extrusionOk="0" h="565" w="185">
                  <a:moveTo>
                    <a:pt x="0" y="525"/>
                  </a:moveTo>
                  <a:lnTo>
                    <a:pt x="50" y="373"/>
                  </a:lnTo>
                  <a:lnTo>
                    <a:pt x="101" y="135"/>
                  </a:lnTo>
                  <a:lnTo>
                    <a:pt x="112" y="0"/>
                  </a:lnTo>
                  <a:lnTo>
                    <a:pt x="185" y="18"/>
                  </a:lnTo>
                  <a:lnTo>
                    <a:pt x="135" y="253"/>
                  </a:lnTo>
                  <a:lnTo>
                    <a:pt x="112" y="407"/>
                  </a:lnTo>
                  <a:lnTo>
                    <a:pt x="90" y="519"/>
                  </a:lnTo>
                  <a:lnTo>
                    <a:pt x="50" y="565"/>
                  </a:lnTo>
                  <a:lnTo>
                    <a:pt x="0" y="525"/>
                  </a:lnTo>
                  <a:lnTo>
                    <a:pt x="0" y="5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7" name="Google Shape;557;p13"/>
            <p:cNvSpPr/>
            <p:nvPr/>
          </p:nvSpPr>
          <p:spPr>
            <a:xfrm>
              <a:off x="1556" y="3575"/>
              <a:ext cx="208" cy="270"/>
            </a:xfrm>
            <a:custGeom>
              <a:rect b="b" l="l" r="r" t="t"/>
              <a:pathLst>
                <a:path extrusionOk="0" h="520" w="399">
                  <a:moveTo>
                    <a:pt x="0" y="0"/>
                  </a:moveTo>
                  <a:lnTo>
                    <a:pt x="118" y="209"/>
                  </a:lnTo>
                  <a:lnTo>
                    <a:pt x="196" y="336"/>
                  </a:lnTo>
                  <a:lnTo>
                    <a:pt x="270" y="475"/>
                  </a:lnTo>
                  <a:lnTo>
                    <a:pt x="310" y="520"/>
                  </a:lnTo>
                  <a:lnTo>
                    <a:pt x="372" y="509"/>
                  </a:lnTo>
                  <a:lnTo>
                    <a:pt x="399" y="486"/>
                  </a:lnTo>
                  <a:lnTo>
                    <a:pt x="365" y="458"/>
                  </a:lnTo>
                  <a:lnTo>
                    <a:pt x="287" y="368"/>
                  </a:lnTo>
                  <a:lnTo>
                    <a:pt x="218" y="249"/>
                  </a:lnTo>
                  <a:lnTo>
                    <a:pt x="140" y="102"/>
                  </a:lnTo>
                  <a:lnTo>
                    <a:pt x="112" y="5"/>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8" name="Google Shape;558;p13"/>
            <p:cNvSpPr/>
            <p:nvPr/>
          </p:nvSpPr>
          <p:spPr>
            <a:xfrm>
              <a:off x="1066" y="3541"/>
              <a:ext cx="317" cy="275"/>
            </a:xfrm>
            <a:custGeom>
              <a:rect b="b" l="l" r="r" t="t"/>
              <a:pathLst>
                <a:path extrusionOk="0" h="530" w="608">
                  <a:moveTo>
                    <a:pt x="608" y="0"/>
                  </a:moveTo>
                  <a:lnTo>
                    <a:pt x="485" y="118"/>
                  </a:lnTo>
                  <a:lnTo>
                    <a:pt x="361" y="238"/>
                  </a:lnTo>
                  <a:lnTo>
                    <a:pt x="209" y="373"/>
                  </a:lnTo>
                  <a:lnTo>
                    <a:pt x="95" y="485"/>
                  </a:lnTo>
                  <a:lnTo>
                    <a:pt x="49" y="530"/>
                  </a:lnTo>
                  <a:lnTo>
                    <a:pt x="0" y="502"/>
                  </a:lnTo>
                  <a:lnTo>
                    <a:pt x="0" y="468"/>
                  </a:lnTo>
                  <a:lnTo>
                    <a:pt x="84" y="407"/>
                  </a:lnTo>
                  <a:lnTo>
                    <a:pt x="230" y="276"/>
                  </a:lnTo>
                  <a:lnTo>
                    <a:pt x="388" y="124"/>
                  </a:lnTo>
                  <a:lnTo>
                    <a:pt x="502" y="0"/>
                  </a:lnTo>
                  <a:lnTo>
                    <a:pt x="608" y="0"/>
                  </a:lnTo>
                  <a:lnTo>
                    <a:pt x="60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9" name="Google Shape;559;p13"/>
            <p:cNvSpPr/>
            <p:nvPr/>
          </p:nvSpPr>
          <p:spPr>
            <a:xfrm>
              <a:off x="1305" y="2308"/>
              <a:ext cx="147" cy="301"/>
            </a:xfrm>
            <a:custGeom>
              <a:rect b="b" l="l" r="r" t="t"/>
              <a:pathLst>
                <a:path extrusionOk="0" h="578" w="283">
                  <a:moveTo>
                    <a:pt x="283" y="578"/>
                  </a:moveTo>
                  <a:lnTo>
                    <a:pt x="236" y="526"/>
                  </a:lnTo>
                  <a:lnTo>
                    <a:pt x="156" y="378"/>
                  </a:lnTo>
                  <a:lnTo>
                    <a:pt x="99" y="247"/>
                  </a:lnTo>
                  <a:lnTo>
                    <a:pt x="28" y="95"/>
                  </a:lnTo>
                  <a:lnTo>
                    <a:pt x="0" y="13"/>
                  </a:lnTo>
                  <a:lnTo>
                    <a:pt x="17" y="0"/>
                  </a:lnTo>
                  <a:lnTo>
                    <a:pt x="55" y="47"/>
                  </a:lnTo>
                  <a:lnTo>
                    <a:pt x="112" y="165"/>
                  </a:lnTo>
                  <a:lnTo>
                    <a:pt x="184" y="317"/>
                  </a:lnTo>
                  <a:lnTo>
                    <a:pt x="232" y="435"/>
                  </a:lnTo>
                  <a:lnTo>
                    <a:pt x="283" y="540"/>
                  </a:lnTo>
                  <a:lnTo>
                    <a:pt x="283" y="578"/>
                  </a:lnTo>
                  <a:lnTo>
                    <a:pt x="283" y="5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0" name="Google Shape;560;p13"/>
            <p:cNvSpPr/>
            <p:nvPr/>
          </p:nvSpPr>
          <p:spPr>
            <a:xfrm>
              <a:off x="1612" y="2094"/>
              <a:ext cx="138" cy="383"/>
            </a:xfrm>
            <a:custGeom>
              <a:rect b="b" l="l" r="r" t="t"/>
              <a:pathLst>
                <a:path extrusionOk="0" h="736" w="266">
                  <a:moveTo>
                    <a:pt x="0" y="736"/>
                  </a:moveTo>
                  <a:lnTo>
                    <a:pt x="57" y="531"/>
                  </a:lnTo>
                  <a:lnTo>
                    <a:pt x="133" y="266"/>
                  </a:lnTo>
                  <a:lnTo>
                    <a:pt x="223" y="0"/>
                  </a:lnTo>
                  <a:lnTo>
                    <a:pt x="266" y="29"/>
                  </a:lnTo>
                  <a:lnTo>
                    <a:pt x="204" y="200"/>
                  </a:lnTo>
                  <a:lnTo>
                    <a:pt x="137" y="416"/>
                  </a:lnTo>
                  <a:lnTo>
                    <a:pt x="80" y="622"/>
                  </a:lnTo>
                  <a:lnTo>
                    <a:pt x="42" y="702"/>
                  </a:lnTo>
                  <a:lnTo>
                    <a:pt x="0" y="736"/>
                  </a:lnTo>
                  <a:lnTo>
                    <a:pt x="0" y="7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1" name="Google Shape;561;p13"/>
            <p:cNvSpPr/>
            <p:nvPr/>
          </p:nvSpPr>
          <p:spPr>
            <a:xfrm>
              <a:off x="1469" y="2242"/>
              <a:ext cx="160" cy="406"/>
            </a:xfrm>
            <a:custGeom>
              <a:rect b="b" l="l" r="r" t="t"/>
              <a:pathLst>
                <a:path extrusionOk="0" h="784" w="307">
                  <a:moveTo>
                    <a:pt x="209" y="21"/>
                  </a:moveTo>
                  <a:lnTo>
                    <a:pt x="123" y="310"/>
                  </a:lnTo>
                  <a:lnTo>
                    <a:pt x="62" y="523"/>
                  </a:lnTo>
                  <a:lnTo>
                    <a:pt x="0" y="713"/>
                  </a:lnTo>
                  <a:lnTo>
                    <a:pt x="11" y="770"/>
                  </a:lnTo>
                  <a:lnTo>
                    <a:pt x="53" y="784"/>
                  </a:lnTo>
                  <a:lnTo>
                    <a:pt x="100" y="694"/>
                  </a:lnTo>
                  <a:lnTo>
                    <a:pt x="171" y="514"/>
                  </a:lnTo>
                  <a:lnTo>
                    <a:pt x="237" y="295"/>
                  </a:lnTo>
                  <a:lnTo>
                    <a:pt x="307" y="35"/>
                  </a:lnTo>
                  <a:lnTo>
                    <a:pt x="275" y="0"/>
                  </a:lnTo>
                  <a:lnTo>
                    <a:pt x="209" y="21"/>
                  </a:lnTo>
                  <a:lnTo>
                    <a:pt x="209"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2" name="Google Shape;562;p13"/>
            <p:cNvSpPr/>
            <p:nvPr/>
          </p:nvSpPr>
          <p:spPr>
            <a:xfrm>
              <a:off x="1623" y="2094"/>
              <a:ext cx="395" cy="450"/>
            </a:xfrm>
            <a:custGeom>
              <a:rect b="b" l="l" r="r" t="t"/>
              <a:pathLst>
                <a:path extrusionOk="0" h="867" w="762">
                  <a:moveTo>
                    <a:pt x="283" y="0"/>
                  </a:moveTo>
                  <a:lnTo>
                    <a:pt x="375" y="38"/>
                  </a:lnTo>
                  <a:lnTo>
                    <a:pt x="441" y="80"/>
                  </a:lnTo>
                  <a:lnTo>
                    <a:pt x="498" y="128"/>
                  </a:lnTo>
                  <a:lnTo>
                    <a:pt x="563" y="200"/>
                  </a:lnTo>
                  <a:lnTo>
                    <a:pt x="629" y="295"/>
                  </a:lnTo>
                  <a:lnTo>
                    <a:pt x="686" y="388"/>
                  </a:lnTo>
                  <a:lnTo>
                    <a:pt x="713" y="449"/>
                  </a:lnTo>
                  <a:lnTo>
                    <a:pt x="743" y="550"/>
                  </a:lnTo>
                  <a:lnTo>
                    <a:pt x="762" y="656"/>
                  </a:lnTo>
                  <a:lnTo>
                    <a:pt x="749" y="749"/>
                  </a:lnTo>
                  <a:lnTo>
                    <a:pt x="631" y="783"/>
                  </a:lnTo>
                  <a:lnTo>
                    <a:pt x="445" y="825"/>
                  </a:lnTo>
                  <a:lnTo>
                    <a:pt x="261" y="854"/>
                  </a:lnTo>
                  <a:lnTo>
                    <a:pt x="95" y="867"/>
                  </a:lnTo>
                  <a:lnTo>
                    <a:pt x="42" y="854"/>
                  </a:lnTo>
                  <a:lnTo>
                    <a:pt x="0" y="819"/>
                  </a:lnTo>
                  <a:lnTo>
                    <a:pt x="6" y="787"/>
                  </a:lnTo>
                  <a:lnTo>
                    <a:pt x="171" y="749"/>
                  </a:lnTo>
                  <a:lnTo>
                    <a:pt x="375" y="698"/>
                  </a:lnTo>
                  <a:lnTo>
                    <a:pt x="559" y="650"/>
                  </a:lnTo>
                  <a:lnTo>
                    <a:pt x="658" y="616"/>
                  </a:lnTo>
                  <a:lnTo>
                    <a:pt x="658" y="536"/>
                  </a:lnTo>
                  <a:lnTo>
                    <a:pt x="629" y="435"/>
                  </a:lnTo>
                  <a:lnTo>
                    <a:pt x="578" y="327"/>
                  </a:lnTo>
                  <a:lnTo>
                    <a:pt x="512" y="228"/>
                  </a:lnTo>
                  <a:lnTo>
                    <a:pt x="451" y="162"/>
                  </a:lnTo>
                  <a:lnTo>
                    <a:pt x="346" y="95"/>
                  </a:lnTo>
                  <a:lnTo>
                    <a:pt x="280" y="57"/>
                  </a:lnTo>
                  <a:lnTo>
                    <a:pt x="266" y="29"/>
                  </a:lnTo>
                  <a:lnTo>
                    <a:pt x="283" y="0"/>
                  </a:lnTo>
                  <a:lnTo>
                    <a:pt x="2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3" name="Google Shape;563;p13"/>
            <p:cNvSpPr/>
            <p:nvPr/>
          </p:nvSpPr>
          <p:spPr>
            <a:xfrm>
              <a:off x="1026" y="2190"/>
              <a:ext cx="857" cy="914"/>
            </a:xfrm>
            <a:custGeom>
              <a:rect b="b" l="l" r="r" t="t"/>
              <a:pathLst>
                <a:path extrusionOk="0" h="1760" w="1648">
                  <a:moveTo>
                    <a:pt x="1131" y="38"/>
                  </a:moveTo>
                  <a:lnTo>
                    <a:pt x="1114" y="15"/>
                  </a:lnTo>
                  <a:lnTo>
                    <a:pt x="1019" y="0"/>
                  </a:lnTo>
                  <a:lnTo>
                    <a:pt x="829" y="9"/>
                  </a:lnTo>
                  <a:lnTo>
                    <a:pt x="692" y="57"/>
                  </a:lnTo>
                  <a:lnTo>
                    <a:pt x="553" y="123"/>
                  </a:lnTo>
                  <a:lnTo>
                    <a:pt x="426" y="218"/>
                  </a:lnTo>
                  <a:lnTo>
                    <a:pt x="346" y="289"/>
                  </a:lnTo>
                  <a:lnTo>
                    <a:pt x="257" y="374"/>
                  </a:lnTo>
                  <a:lnTo>
                    <a:pt x="194" y="450"/>
                  </a:lnTo>
                  <a:lnTo>
                    <a:pt x="127" y="551"/>
                  </a:lnTo>
                  <a:lnTo>
                    <a:pt x="70" y="678"/>
                  </a:lnTo>
                  <a:lnTo>
                    <a:pt x="25" y="821"/>
                  </a:lnTo>
                  <a:lnTo>
                    <a:pt x="4" y="935"/>
                  </a:lnTo>
                  <a:lnTo>
                    <a:pt x="0" y="1043"/>
                  </a:lnTo>
                  <a:lnTo>
                    <a:pt x="4" y="1151"/>
                  </a:lnTo>
                  <a:lnTo>
                    <a:pt x="32" y="1252"/>
                  </a:lnTo>
                  <a:lnTo>
                    <a:pt x="80" y="1366"/>
                  </a:lnTo>
                  <a:lnTo>
                    <a:pt x="146" y="1471"/>
                  </a:lnTo>
                  <a:lnTo>
                    <a:pt x="232" y="1560"/>
                  </a:lnTo>
                  <a:lnTo>
                    <a:pt x="365" y="1646"/>
                  </a:lnTo>
                  <a:lnTo>
                    <a:pt x="507" y="1707"/>
                  </a:lnTo>
                  <a:lnTo>
                    <a:pt x="635" y="1741"/>
                  </a:lnTo>
                  <a:lnTo>
                    <a:pt x="796" y="1760"/>
                  </a:lnTo>
                  <a:lnTo>
                    <a:pt x="899" y="1754"/>
                  </a:lnTo>
                  <a:lnTo>
                    <a:pt x="1038" y="1731"/>
                  </a:lnTo>
                  <a:lnTo>
                    <a:pt x="1131" y="1693"/>
                  </a:lnTo>
                  <a:lnTo>
                    <a:pt x="1226" y="1646"/>
                  </a:lnTo>
                  <a:lnTo>
                    <a:pt x="1319" y="1583"/>
                  </a:lnTo>
                  <a:lnTo>
                    <a:pt x="1429" y="1475"/>
                  </a:lnTo>
                  <a:lnTo>
                    <a:pt x="1524" y="1357"/>
                  </a:lnTo>
                  <a:lnTo>
                    <a:pt x="1589" y="1252"/>
                  </a:lnTo>
                  <a:lnTo>
                    <a:pt x="1635" y="1119"/>
                  </a:lnTo>
                  <a:lnTo>
                    <a:pt x="1644" y="1009"/>
                  </a:lnTo>
                  <a:lnTo>
                    <a:pt x="1648" y="925"/>
                  </a:lnTo>
                  <a:lnTo>
                    <a:pt x="1625" y="868"/>
                  </a:lnTo>
                  <a:lnTo>
                    <a:pt x="1597" y="834"/>
                  </a:lnTo>
                  <a:lnTo>
                    <a:pt x="1540" y="802"/>
                  </a:lnTo>
                  <a:lnTo>
                    <a:pt x="1448" y="792"/>
                  </a:lnTo>
                  <a:lnTo>
                    <a:pt x="1270" y="806"/>
                  </a:lnTo>
                  <a:lnTo>
                    <a:pt x="1108" y="830"/>
                  </a:lnTo>
                  <a:lnTo>
                    <a:pt x="962" y="834"/>
                  </a:lnTo>
                  <a:lnTo>
                    <a:pt x="947" y="768"/>
                  </a:lnTo>
                  <a:lnTo>
                    <a:pt x="918" y="840"/>
                  </a:lnTo>
                  <a:lnTo>
                    <a:pt x="933" y="872"/>
                  </a:lnTo>
                  <a:lnTo>
                    <a:pt x="981" y="887"/>
                  </a:lnTo>
                  <a:lnTo>
                    <a:pt x="1123" y="887"/>
                  </a:lnTo>
                  <a:lnTo>
                    <a:pt x="1369" y="863"/>
                  </a:lnTo>
                  <a:lnTo>
                    <a:pt x="1486" y="868"/>
                  </a:lnTo>
                  <a:lnTo>
                    <a:pt x="1530" y="878"/>
                  </a:lnTo>
                  <a:lnTo>
                    <a:pt x="1549" y="914"/>
                  </a:lnTo>
                  <a:lnTo>
                    <a:pt x="1543" y="1001"/>
                  </a:lnTo>
                  <a:lnTo>
                    <a:pt x="1524" y="1081"/>
                  </a:lnTo>
                  <a:lnTo>
                    <a:pt x="1502" y="1167"/>
                  </a:lnTo>
                  <a:lnTo>
                    <a:pt x="1448" y="1247"/>
                  </a:lnTo>
                  <a:lnTo>
                    <a:pt x="1393" y="1332"/>
                  </a:lnTo>
                  <a:lnTo>
                    <a:pt x="1302" y="1412"/>
                  </a:lnTo>
                  <a:lnTo>
                    <a:pt x="1217" y="1488"/>
                  </a:lnTo>
                  <a:lnTo>
                    <a:pt x="1104" y="1554"/>
                  </a:lnTo>
                  <a:lnTo>
                    <a:pt x="981" y="1602"/>
                  </a:lnTo>
                  <a:lnTo>
                    <a:pt x="848" y="1627"/>
                  </a:lnTo>
                  <a:lnTo>
                    <a:pt x="724" y="1640"/>
                  </a:lnTo>
                  <a:lnTo>
                    <a:pt x="568" y="1621"/>
                  </a:lnTo>
                  <a:lnTo>
                    <a:pt x="441" y="1589"/>
                  </a:lnTo>
                  <a:lnTo>
                    <a:pt x="336" y="1551"/>
                  </a:lnTo>
                  <a:lnTo>
                    <a:pt x="241" y="1475"/>
                  </a:lnTo>
                  <a:lnTo>
                    <a:pt x="180" y="1404"/>
                  </a:lnTo>
                  <a:lnTo>
                    <a:pt x="137" y="1323"/>
                  </a:lnTo>
                  <a:lnTo>
                    <a:pt x="99" y="1224"/>
                  </a:lnTo>
                  <a:lnTo>
                    <a:pt x="85" y="1113"/>
                  </a:lnTo>
                  <a:lnTo>
                    <a:pt x="80" y="977"/>
                  </a:lnTo>
                  <a:lnTo>
                    <a:pt x="95" y="830"/>
                  </a:lnTo>
                  <a:lnTo>
                    <a:pt x="127" y="710"/>
                  </a:lnTo>
                  <a:lnTo>
                    <a:pt x="190" y="583"/>
                  </a:lnTo>
                  <a:lnTo>
                    <a:pt x="253" y="482"/>
                  </a:lnTo>
                  <a:lnTo>
                    <a:pt x="346" y="370"/>
                  </a:lnTo>
                  <a:lnTo>
                    <a:pt x="460" y="269"/>
                  </a:lnTo>
                  <a:lnTo>
                    <a:pt x="574" y="190"/>
                  </a:lnTo>
                  <a:lnTo>
                    <a:pt x="682" y="129"/>
                  </a:lnTo>
                  <a:lnTo>
                    <a:pt x="819" y="76"/>
                  </a:lnTo>
                  <a:lnTo>
                    <a:pt x="924" y="57"/>
                  </a:lnTo>
                  <a:lnTo>
                    <a:pt x="1013" y="53"/>
                  </a:lnTo>
                  <a:lnTo>
                    <a:pt x="1080" y="62"/>
                  </a:lnTo>
                  <a:lnTo>
                    <a:pt x="1131" y="62"/>
                  </a:lnTo>
                  <a:lnTo>
                    <a:pt x="1131" y="38"/>
                  </a:lnTo>
                  <a:lnTo>
                    <a:pt x="1131"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4" name="Google Shape;564;p13"/>
            <p:cNvSpPr/>
            <p:nvPr/>
          </p:nvSpPr>
          <p:spPr>
            <a:xfrm>
              <a:off x="840" y="2146"/>
              <a:ext cx="56" cy="606"/>
            </a:xfrm>
            <a:custGeom>
              <a:rect b="b" l="l" r="r" t="t"/>
              <a:pathLst>
                <a:path extrusionOk="0" h="1165" w="108">
                  <a:moveTo>
                    <a:pt x="41" y="4"/>
                  </a:moveTo>
                  <a:lnTo>
                    <a:pt x="13" y="179"/>
                  </a:lnTo>
                  <a:lnTo>
                    <a:pt x="0" y="411"/>
                  </a:lnTo>
                  <a:lnTo>
                    <a:pt x="9" y="667"/>
                  </a:lnTo>
                  <a:lnTo>
                    <a:pt x="13" y="791"/>
                  </a:lnTo>
                  <a:lnTo>
                    <a:pt x="38" y="971"/>
                  </a:lnTo>
                  <a:lnTo>
                    <a:pt x="79" y="1165"/>
                  </a:lnTo>
                  <a:lnTo>
                    <a:pt x="108" y="1070"/>
                  </a:lnTo>
                  <a:lnTo>
                    <a:pt x="85" y="909"/>
                  </a:lnTo>
                  <a:lnTo>
                    <a:pt x="66" y="747"/>
                  </a:lnTo>
                  <a:lnTo>
                    <a:pt x="60" y="606"/>
                  </a:lnTo>
                  <a:lnTo>
                    <a:pt x="51" y="464"/>
                  </a:lnTo>
                  <a:lnTo>
                    <a:pt x="57" y="340"/>
                  </a:lnTo>
                  <a:lnTo>
                    <a:pt x="74" y="152"/>
                  </a:lnTo>
                  <a:lnTo>
                    <a:pt x="98" y="0"/>
                  </a:lnTo>
                  <a:lnTo>
                    <a:pt x="41" y="4"/>
                  </a:lnTo>
                  <a:lnTo>
                    <a:pt x="41"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5" name="Google Shape;565;p13"/>
            <p:cNvSpPr/>
            <p:nvPr/>
          </p:nvSpPr>
          <p:spPr>
            <a:xfrm>
              <a:off x="848" y="1632"/>
              <a:ext cx="1399" cy="214"/>
            </a:xfrm>
            <a:custGeom>
              <a:rect b="b" l="l" r="r" t="t"/>
              <a:pathLst>
                <a:path extrusionOk="0" h="410" w="2693">
                  <a:moveTo>
                    <a:pt x="0" y="393"/>
                  </a:moveTo>
                  <a:lnTo>
                    <a:pt x="66" y="365"/>
                  </a:lnTo>
                  <a:lnTo>
                    <a:pt x="205" y="349"/>
                  </a:lnTo>
                  <a:lnTo>
                    <a:pt x="538" y="349"/>
                  </a:lnTo>
                  <a:lnTo>
                    <a:pt x="798" y="338"/>
                  </a:lnTo>
                  <a:lnTo>
                    <a:pt x="1053" y="311"/>
                  </a:lnTo>
                  <a:lnTo>
                    <a:pt x="1273" y="281"/>
                  </a:lnTo>
                  <a:lnTo>
                    <a:pt x="1562" y="214"/>
                  </a:lnTo>
                  <a:lnTo>
                    <a:pt x="1823" y="150"/>
                  </a:lnTo>
                  <a:lnTo>
                    <a:pt x="2045" y="81"/>
                  </a:lnTo>
                  <a:lnTo>
                    <a:pt x="2228" y="26"/>
                  </a:lnTo>
                  <a:lnTo>
                    <a:pt x="2378" y="0"/>
                  </a:lnTo>
                  <a:lnTo>
                    <a:pt x="2454" y="0"/>
                  </a:lnTo>
                  <a:lnTo>
                    <a:pt x="2555" y="11"/>
                  </a:lnTo>
                  <a:lnTo>
                    <a:pt x="2648" y="49"/>
                  </a:lnTo>
                  <a:lnTo>
                    <a:pt x="2693" y="87"/>
                  </a:lnTo>
                  <a:lnTo>
                    <a:pt x="2688" y="121"/>
                  </a:lnTo>
                  <a:lnTo>
                    <a:pt x="2638" y="127"/>
                  </a:lnTo>
                  <a:lnTo>
                    <a:pt x="2543" y="87"/>
                  </a:lnTo>
                  <a:lnTo>
                    <a:pt x="2422" y="78"/>
                  </a:lnTo>
                  <a:lnTo>
                    <a:pt x="2332" y="81"/>
                  </a:lnTo>
                  <a:lnTo>
                    <a:pt x="2161" y="121"/>
                  </a:lnTo>
                  <a:lnTo>
                    <a:pt x="1889" y="199"/>
                  </a:lnTo>
                  <a:lnTo>
                    <a:pt x="1657" y="260"/>
                  </a:lnTo>
                  <a:lnTo>
                    <a:pt x="1429" y="309"/>
                  </a:lnTo>
                  <a:lnTo>
                    <a:pt x="1253" y="344"/>
                  </a:lnTo>
                  <a:lnTo>
                    <a:pt x="1114" y="365"/>
                  </a:lnTo>
                  <a:lnTo>
                    <a:pt x="931" y="387"/>
                  </a:lnTo>
                  <a:lnTo>
                    <a:pt x="781" y="387"/>
                  </a:lnTo>
                  <a:lnTo>
                    <a:pt x="481" y="399"/>
                  </a:lnTo>
                  <a:lnTo>
                    <a:pt x="321" y="393"/>
                  </a:lnTo>
                  <a:lnTo>
                    <a:pt x="165" y="387"/>
                  </a:lnTo>
                  <a:lnTo>
                    <a:pt x="38" y="410"/>
                  </a:lnTo>
                  <a:lnTo>
                    <a:pt x="0" y="393"/>
                  </a:lnTo>
                  <a:lnTo>
                    <a:pt x="0" y="3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6" name="Google Shape;566;p13"/>
            <p:cNvSpPr/>
            <p:nvPr/>
          </p:nvSpPr>
          <p:spPr>
            <a:xfrm>
              <a:off x="1098" y="1669"/>
              <a:ext cx="1031" cy="375"/>
            </a:xfrm>
            <a:custGeom>
              <a:rect b="b" l="l" r="r" t="t"/>
              <a:pathLst>
                <a:path extrusionOk="0" h="720" w="1984">
                  <a:moveTo>
                    <a:pt x="0" y="637"/>
                  </a:moveTo>
                  <a:lnTo>
                    <a:pt x="108" y="644"/>
                  </a:lnTo>
                  <a:lnTo>
                    <a:pt x="218" y="633"/>
                  </a:lnTo>
                  <a:lnTo>
                    <a:pt x="401" y="620"/>
                  </a:lnTo>
                  <a:lnTo>
                    <a:pt x="566" y="581"/>
                  </a:lnTo>
                  <a:lnTo>
                    <a:pt x="766" y="559"/>
                  </a:lnTo>
                  <a:lnTo>
                    <a:pt x="977" y="545"/>
                  </a:lnTo>
                  <a:lnTo>
                    <a:pt x="1197" y="549"/>
                  </a:lnTo>
                  <a:lnTo>
                    <a:pt x="1443" y="570"/>
                  </a:lnTo>
                  <a:lnTo>
                    <a:pt x="1718" y="625"/>
                  </a:lnTo>
                  <a:lnTo>
                    <a:pt x="1648" y="576"/>
                  </a:lnTo>
                  <a:lnTo>
                    <a:pt x="1597" y="492"/>
                  </a:lnTo>
                  <a:lnTo>
                    <a:pt x="1574" y="399"/>
                  </a:lnTo>
                  <a:lnTo>
                    <a:pt x="1574" y="315"/>
                  </a:lnTo>
                  <a:lnTo>
                    <a:pt x="1591" y="260"/>
                  </a:lnTo>
                  <a:lnTo>
                    <a:pt x="1635" y="199"/>
                  </a:lnTo>
                  <a:lnTo>
                    <a:pt x="1686" y="139"/>
                  </a:lnTo>
                  <a:lnTo>
                    <a:pt x="1773" y="82"/>
                  </a:lnTo>
                  <a:lnTo>
                    <a:pt x="1880" y="32"/>
                  </a:lnTo>
                  <a:lnTo>
                    <a:pt x="1984" y="0"/>
                  </a:lnTo>
                  <a:lnTo>
                    <a:pt x="1984" y="44"/>
                  </a:lnTo>
                  <a:lnTo>
                    <a:pt x="1903" y="66"/>
                  </a:lnTo>
                  <a:lnTo>
                    <a:pt x="1802" y="116"/>
                  </a:lnTo>
                  <a:lnTo>
                    <a:pt x="1730" y="165"/>
                  </a:lnTo>
                  <a:lnTo>
                    <a:pt x="1675" y="237"/>
                  </a:lnTo>
                  <a:lnTo>
                    <a:pt x="1646" y="277"/>
                  </a:lnTo>
                  <a:lnTo>
                    <a:pt x="1635" y="327"/>
                  </a:lnTo>
                  <a:lnTo>
                    <a:pt x="1625" y="405"/>
                  </a:lnTo>
                  <a:lnTo>
                    <a:pt x="1642" y="466"/>
                  </a:lnTo>
                  <a:lnTo>
                    <a:pt x="1678" y="532"/>
                  </a:lnTo>
                  <a:lnTo>
                    <a:pt x="1735" y="580"/>
                  </a:lnTo>
                  <a:lnTo>
                    <a:pt x="1836" y="637"/>
                  </a:lnTo>
                  <a:lnTo>
                    <a:pt x="1880" y="576"/>
                  </a:lnTo>
                  <a:lnTo>
                    <a:pt x="1886" y="616"/>
                  </a:lnTo>
                  <a:lnTo>
                    <a:pt x="1863" y="665"/>
                  </a:lnTo>
                  <a:lnTo>
                    <a:pt x="1857" y="709"/>
                  </a:lnTo>
                  <a:lnTo>
                    <a:pt x="1819" y="715"/>
                  </a:lnTo>
                  <a:lnTo>
                    <a:pt x="1730" y="720"/>
                  </a:lnTo>
                  <a:lnTo>
                    <a:pt x="1608" y="688"/>
                  </a:lnTo>
                  <a:lnTo>
                    <a:pt x="1452" y="654"/>
                  </a:lnTo>
                  <a:lnTo>
                    <a:pt x="1237" y="637"/>
                  </a:lnTo>
                  <a:lnTo>
                    <a:pt x="971" y="631"/>
                  </a:lnTo>
                  <a:lnTo>
                    <a:pt x="726" y="648"/>
                  </a:lnTo>
                  <a:lnTo>
                    <a:pt x="526" y="686"/>
                  </a:lnTo>
                  <a:lnTo>
                    <a:pt x="285" y="696"/>
                  </a:lnTo>
                  <a:lnTo>
                    <a:pt x="106" y="682"/>
                  </a:lnTo>
                  <a:lnTo>
                    <a:pt x="0" y="671"/>
                  </a:lnTo>
                  <a:lnTo>
                    <a:pt x="0" y="637"/>
                  </a:lnTo>
                  <a:lnTo>
                    <a:pt x="0" y="6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7" name="Google Shape;567;p13"/>
            <p:cNvSpPr/>
            <p:nvPr/>
          </p:nvSpPr>
          <p:spPr>
            <a:xfrm>
              <a:off x="667" y="1816"/>
              <a:ext cx="790" cy="352"/>
            </a:xfrm>
            <a:custGeom>
              <a:rect b="b" l="l" r="r" t="t"/>
              <a:pathLst>
                <a:path extrusionOk="0" h="679" w="1523">
                  <a:moveTo>
                    <a:pt x="278" y="34"/>
                  </a:moveTo>
                  <a:lnTo>
                    <a:pt x="194" y="72"/>
                  </a:lnTo>
                  <a:lnTo>
                    <a:pt x="133" y="129"/>
                  </a:lnTo>
                  <a:lnTo>
                    <a:pt x="89" y="185"/>
                  </a:lnTo>
                  <a:lnTo>
                    <a:pt x="55" y="257"/>
                  </a:lnTo>
                  <a:lnTo>
                    <a:pt x="44" y="335"/>
                  </a:lnTo>
                  <a:lnTo>
                    <a:pt x="67" y="418"/>
                  </a:lnTo>
                  <a:lnTo>
                    <a:pt x="116" y="500"/>
                  </a:lnTo>
                  <a:lnTo>
                    <a:pt x="190" y="567"/>
                  </a:lnTo>
                  <a:lnTo>
                    <a:pt x="266" y="601"/>
                  </a:lnTo>
                  <a:lnTo>
                    <a:pt x="361" y="616"/>
                  </a:lnTo>
                  <a:lnTo>
                    <a:pt x="471" y="607"/>
                  </a:lnTo>
                  <a:lnTo>
                    <a:pt x="627" y="567"/>
                  </a:lnTo>
                  <a:lnTo>
                    <a:pt x="787" y="511"/>
                  </a:lnTo>
                  <a:lnTo>
                    <a:pt x="992" y="445"/>
                  </a:lnTo>
                  <a:lnTo>
                    <a:pt x="1175" y="367"/>
                  </a:lnTo>
                  <a:lnTo>
                    <a:pt x="1523" y="354"/>
                  </a:lnTo>
                  <a:lnTo>
                    <a:pt x="1230" y="445"/>
                  </a:lnTo>
                  <a:lnTo>
                    <a:pt x="1053" y="511"/>
                  </a:lnTo>
                  <a:lnTo>
                    <a:pt x="871" y="578"/>
                  </a:lnTo>
                  <a:lnTo>
                    <a:pt x="692" y="629"/>
                  </a:lnTo>
                  <a:lnTo>
                    <a:pt x="525" y="669"/>
                  </a:lnTo>
                  <a:lnTo>
                    <a:pt x="443" y="679"/>
                  </a:lnTo>
                  <a:lnTo>
                    <a:pt x="333" y="673"/>
                  </a:lnTo>
                  <a:lnTo>
                    <a:pt x="230" y="650"/>
                  </a:lnTo>
                  <a:lnTo>
                    <a:pt x="156" y="601"/>
                  </a:lnTo>
                  <a:lnTo>
                    <a:pt x="67" y="517"/>
                  </a:lnTo>
                  <a:lnTo>
                    <a:pt x="11" y="422"/>
                  </a:lnTo>
                  <a:lnTo>
                    <a:pt x="0" y="340"/>
                  </a:lnTo>
                  <a:lnTo>
                    <a:pt x="6" y="257"/>
                  </a:lnTo>
                  <a:lnTo>
                    <a:pt x="34" y="185"/>
                  </a:lnTo>
                  <a:lnTo>
                    <a:pt x="95" y="101"/>
                  </a:lnTo>
                  <a:lnTo>
                    <a:pt x="162" y="46"/>
                  </a:lnTo>
                  <a:lnTo>
                    <a:pt x="243" y="12"/>
                  </a:lnTo>
                  <a:lnTo>
                    <a:pt x="289" y="0"/>
                  </a:lnTo>
                  <a:lnTo>
                    <a:pt x="278" y="34"/>
                  </a:lnTo>
                  <a:lnTo>
                    <a:pt x="278"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8" name="Google Shape;568;p13"/>
            <p:cNvSpPr/>
            <p:nvPr/>
          </p:nvSpPr>
          <p:spPr>
            <a:xfrm>
              <a:off x="1974" y="1753"/>
              <a:ext cx="281" cy="272"/>
            </a:xfrm>
            <a:custGeom>
              <a:rect b="b" l="l" r="r" t="t"/>
              <a:pathLst>
                <a:path extrusionOk="0" h="522" w="542">
                  <a:moveTo>
                    <a:pt x="11" y="11"/>
                  </a:moveTo>
                  <a:lnTo>
                    <a:pt x="116" y="5"/>
                  </a:lnTo>
                  <a:lnTo>
                    <a:pt x="220" y="0"/>
                  </a:lnTo>
                  <a:lnTo>
                    <a:pt x="333" y="11"/>
                  </a:lnTo>
                  <a:lnTo>
                    <a:pt x="393" y="34"/>
                  </a:lnTo>
                  <a:lnTo>
                    <a:pt x="460" y="77"/>
                  </a:lnTo>
                  <a:lnTo>
                    <a:pt x="504" y="121"/>
                  </a:lnTo>
                  <a:lnTo>
                    <a:pt x="542" y="193"/>
                  </a:lnTo>
                  <a:lnTo>
                    <a:pt x="538" y="266"/>
                  </a:lnTo>
                  <a:lnTo>
                    <a:pt x="509" y="349"/>
                  </a:lnTo>
                  <a:lnTo>
                    <a:pt x="449" y="522"/>
                  </a:lnTo>
                  <a:lnTo>
                    <a:pt x="449" y="427"/>
                  </a:lnTo>
                  <a:lnTo>
                    <a:pt x="471" y="338"/>
                  </a:lnTo>
                  <a:lnTo>
                    <a:pt x="487" y="254"/>
                  </a:lnTo>
                  <a:lnTo>
                    <a:pt x="477" y="190"/>
                  </a:lnTo>
                  <a:lnTo>
                    <a:pt x="449" y="138"/>
                  </a:lnTo>
                  <a:lnTo>
                    <a:pt x="388" y="89"/>
                  </a:lnTo>
                  <a:lnTo>
                    <a:pt x="315" y="66"/>
                  </a:lnTo>
                  <a:lnTo>
                    <a:pt x="243" y="60"/>
                  </a:lnTo>
                  <a:lnTo>
                    <a:pt x="182" y="83"/>
                  </a:lnTo>
                  <a:lnTo>
                    <a:pt x="127" y="127"/>
                  </a:lnTo>
                  <a:lnTo>
                    <a:pt x="110" y="190"/>
                  </a:lnTo>
                  <a:lnTo>
                    <a:pt x="104" y="254"/>
                  </a:lnTo>
                  <a:lnTo>
                    <a:pt x="112" y="313"/>
                  </a:lnTo>
                  <a:lnTo>
                    <a:pt x="133" y="372"/>
                  </a:lnTo>
                  <a:lnTo>
                    <a:pt x="139" y="421"/>
                  </a:lnTo>
                  <a:lnTo>
                    <a:pt x="99" y="399"/>
                  </a:lnTo>
                  <a:lnTo>
                    <a:pt x="72" y="326"/>
                  </a:lnTo>
                  <a:lnTo>
                    <a:pt x="55" y="260"/>
                  </a:lnTo>
                  <a:lnTo>
                    <a:pt x="55" y="193"/>
                  </a:lnTo>
                  <a:lnTo>
                    <a:pt x="66" y="133"/>
                  </a:lnTo>
                  <a:lnTo>
                    <a:pt x="110" y="72"/>
                  </a:lnTo>
                  <a:lnTo>
                    <a:pt x="154" y="51"/>
                  </a:lnTo>
                  <a:lnTo>
                    <a:pt x="78" y="60"/>
                  </a:lnTo>
                  <a:lnTo>
                    <a:pt x="32" y="77"/>
                  </a:lnTo>
                  <a:lnTo>
                    <a:pt x="0" y="55"/>
                  </a:lnTo>
                  <a:lnTo>
                    <a:pt x="11" y="11"/>
                  </a:lnTo>
                  <a:lnTo>
                    <a:pt x="11"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9" name="Google Shape;569;p13"/>
            <p:cNvSpPr/>
            <p:nvPr/>
          </p:nvSpPr>
          <p:spPr>
            <a:xfrm>
              <a:off x="2037" y="1868"/>
              <a:ext cx="78" cy="35"/>
            </a:xfrm>
            <a:custGeom>
              <a:rect b="b" l="l" r="r" t="t"/>
              <a:pathLst>
                <a:path extrusionOk="0" h="66" w="150">
                  <a:moveTo>
                    <a:pt x="38" y="11"/>
                  </a:moveTo>
                  <a:lnTo>
                    <a:pt x="78" y="11"/>
                  </a:lnTo>
                  <a:lnTo>
                    <a:pt x="150" y="0"/>
                  </a:lnTo>
                  <a:lnTo>
                    <a:pt x="121" y="38"/>
                  </a:lnTo>
                  <a:lnTo>
                    <a:pt x="83" y="66"/>
                  </a:lnTo>
                  <a:lnTo>
                    <a:pt x="49" y="66"/>
                  </a:lnTo>
                  <a:lnTo>
                    <a:pt x="11" y="55"/>
                  </a:lnTo>
                  <a:lnTo>
                    <a:pt x="0" y="17"/>
                  </a:lnTo>
                  <a:lnTo>
                    <a:pt x="38" y="11"/>
                  </a:lnTo>
                  <a:lnTo>
                    <a:pt x="38"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0" name="Google Shape;570;p13"/>
            <p:cNvSpPr/>
            <p:nvPr/>
          </p:nvSpPr>
          <p:spPr>
            <a:xfrm>
              <a:off x="2163" y="1706"/>
              <a:ext cx="189" cy="1436"/>
            </a:xfrm>
            <a:custGeom>
              <a:rect b="b" l="l" r="r" t="t"/>
              <a:pathLst>
                <a:path extrusionOk="0" h="2764" w="363">
                  <a:moveTo>
                    <a:pt x="201" y="0"/>
                  </a:moveTo>
                  <a:lnTo>
                    <a:pt x="251" y="97"/>
                  </a:lnTo>
                  <a:lnTo>
                    <a:pt x="270" y="185"/>
                  </a:lnTo>
                  <a:lnTo>
                    <a:pt x="264" y="335"/>
                  </a:lnTo>
                  <a:lnTo>
                    <a:pt x="238" y="474"/>
                  </a:lnTo>
                  <a:lnTo>
                    <a:pt x="209" y="647"/>
                  </a:lnTo>
                  <a:lnTo>
                    <a:pt x="160" y="821"/>
                  </a:lnTo>
                  <a:lnTo>
                    <a:pt x="97" y="1072"/>
                  </a:lnTo>
                  <a:lnTo>
                    <a:pt x="70" y="1295"/>
                  </a:lnTo>
                  <a:lnTo>
                    <a:pt x="63" y="1413"/>
                  </a:lnTo>
                  <a:lnTo>
                    <a:pt x="76" y="1559"/>
                  </a:lnTo>
                  <a:lnTo>
                    <a:pt x="139" y="1768"/>
                  </a:lnTo>
                  <a:lnTo>
                    <a:pt x="201" y="1943"/>
                  </a:lnTo>
                  <a:lnTo>
                    <a:pt x="238" y="2123"/>
                  </a:lnTo>
                  <a:lnTo>
                    <a:pt x="243" y="2338"/>
                  </a:lnTo>
                  <a:lnTo>
                    <a:pt x="272" y="2506"/>
                  </a:lnTo>
                  <a:lnTo>
                    <a:pt x="314" y="2639"/>
                  </a:lnTo>
                  <a:lnTo>
                    <a:pt x="363" y="2701"/>
                  </a:lnTo>
                  <a:lnTo>
                    <a:pt x="340" y="2756"/>
                  </a:lnTo>
                  <a:lnTo>
                    <a:pt x="220" y="2764"/>
                  </a:lnTo>
                  <a:lnTo>
                    <a:pt x="125" y="2743"/>
                  </a:lnTo>
                  <a:lnTo>
                    <a:pt x="49" y="2707"/>
                  </a:lnTo>
                  <a:lnTo>
                    <a:pt x="63" y="2639"/>
                  </a:lnTo>
                  <a:lnTo>
                    <a:pt x="160" y="2673"/>
                  </a:lnTo>
                  <a:lnTo>
                    <a:pt x="279" y="2694"/>
                  </a:lnTo>
                  <a:lnTo>
                    <a:pt x="238" y="2644"/>
                  </a:lnTo>
                  <a:lnTo>
                    <a:pt x="209" y="2547"/>
                  </a:lnTo>
                  <a:lnTo>
                    <a:pt x="188" y="2416"/>
                  </a:lnTo>
                  <a:lnTo>
                    <a:pt x="180" y="2270"/>
                  </a:lnTo>
                  <a:lnTo>
                    <a:pt x="167" y="2137"/>
                  </a:lnTo>
                  <a:lnTo>
                    <a:pt x="125" y="1977"/>
                  </a:lnTo>
                  <a:lnTo>
                    <a:pt x="91" y="1844"/>
                  </a:lnTo>
                  <a:lnTo>
                    <a:pt x="36" y="1671"/>
                  </a:lnTo>
                  <a:lnTo>
                    <a:pt x="13" y="1546"/>
                  </a:lnTo>
                  <a:lnTo>
                    <a:pt x="0" y="1365"/>
                  </a:lnTo>
                  <a:lnTo>
                    <a:pt x="8" y="1203"/>
                  </a:lnTo>
                  <a:lnTo>
                    <a:pt x="55" y="996"/>
                  </a:lnTo>
                  <a:lnTo>
                    <a:pt x="125" y="738"/>
                  </a:lnTo>
                  <a:lnTo>
                    <a:pt x="180" y="529"/>
                  </a:lnTo>
                  <a:lnTo>
                    <a:pt x="209" y="382"/>
                  </a:lnTo>
                  <a:lnTo>
                    <a:pt x="222" y="223"/>
                  </a:lnTo>
                  <a:lnTo>
                    <a:pt x="201" y="111"/>
                  </a:lnTo>
                  <a:lnTo>
                    <a:pt x="167" y="27"/>
                  </a:lnTo>
                  <a:lnTo>
                    <a:pt x="201" y="0"/>
                  </a:lnTo>
                  <a:lnTo>
                    <a:pt x="20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1" name="Google Shape;571;p13"/>
            <p:cNvSpPr/>
            <p:nvPr/>
          </p:nvSpPr>
          <p:spPr>
            <a:xfrm>
              <a:off x="2113" y="2027"/>
              <a:ext cx="169" cy="1399"/>
            </a:xfrm>
            <a:custGeom>
              <a:rect b="b" l="l" r="r" t="t"/>
              <a:pathLst>
                <a:path extrusionOk="0" h="2693" w="327">
                  <a:moveTo>
                    <a:pt x="139" y="0"/>
                  </a:moveTo>
                  <a:lnTo>
                    <a:pt x="91" y="230"/>
                  </a:lnTo>
                  <a:lnTo>
                    <a:pt x="55" y="390"/>
                  </a:lnTo>
                  <a:lnTo>
                    <a:pt x="28" y="536"/>
                  </a:lnTo>
                  <a:lnTo>
                    <a:pt x="13" y="682"/>
                  </a:lnTo>
                  <a:lnTo>
                    <a:pt x="21" y="884"/>
                  </a:lnTo>
                  <a:lnTo>
                    <a:pt x="49" y="1051"/>
                  </a:lnTo>
                  <a:lnTo>
                    <a:pt x="97" y="1294"/>
                  </a:lnTo>
                  <a:lnTo>
                    <a:pt x="146" y="1545"/>
                  </a:lnTo>
                  <a:lnTo>
                    <a:pt x="160" y="1739"/>
                  </a:lnTo>
                  <a:lnTo>
                    <a:pt x="139" y="1962"/>
                  </a:lnTo>
                  <a:lnTo>
                    <a:pt x="125" y="2178"/>
                  </a:lnTo>
                  <a:lnTo>
                    <a:pt x="139" y="2338"/>
                  </a:lnTo>
                  <a:lnTo>
                    <a:pt x="152" y="2463"/>
                  </a:lnTo>
                  <a:lnTo>
                    <a:pt x="179" y="2541"/>
                  </a:lnTo>
                  <a:lnTo>
                    <a:pt x="209" y="2589"/>
                  </a:lnTo>
                  <a:lnTo>
                    <a:pt x="181" y="2617"/>
                  </a:lnTo>
                  <a:lnTo>
                    <a:pt x="97" y="2623"/>
                  </a:lnTo>
                  <a:lnTo>
                    <a:pt x="0" y="2617"/>
                  </a:lnTo>
                  <a:lnTo>
                    <a:pt x="0" y="2680"/>
                  </a:lnTo>
                  <a:lnTo>
                    <a:pt x="118" y="2693"/>
                  </a:lnTo>
                  <a:lnTo>
                    <a:pt x="222" y="2693"/>
                  </a:lnTo>
                  <a:lnTo>
                    <a:pt x="293" y="2686"/>
                  </a:lnTo>
                  <a:lnTo>
                    <a:pt x="327" y="2652"/>
                  </a:lnTo>
                  <a:lnTo>
                    <a:pt x="327" y="2596"/>
                  </a:lnTo>
                  <a:lnTo>
                    <a:pt x="293" y="2555"/>
                  </a:lnTo>
                  <a:lnTo>
                    <a:pt x="243" y="2498"/>
                  </a:lnTo>
                  <a:lnTo>
                    <a:pt x="222" y="2401"/>
                  </a:lnTo>
                  <a:lnTo>
                    <a:pt x="194" y="2262"/>
                  </a:lnTo>
                  <a:lnTo>
                    <a:pt x="194" y="2095"/>
                  </a:lnTo>
                  <a:lnTo>
                    <a:pt x="209" y="1914"/>
                  </a:lnTo>
                  <a:lnTo>
                    <a:pt x="219" y="1773"/>
                  </a:lnTo>
                  <a:lnTo>
                    <a:pt x="222" y="1610"/>
                  </a:lnTo>
                  <a:lnTo>
                    <a:pt x="196" y="1469"/>
                  </a:lnTo>
                  <a:lnTo>
                    <a:pt x="167" y="1370"/>
                  </a:lnTo>
                  <a:lnTo>
                    <a:pt x="139" y="1218"/>
                  </a:lnTo>
                  <a:lnTo>
                    <a:pt x="110" y="1106"/>
                  </a:lnTo>
                  <a:lnTo>
                    <a:pt x="84" y="939"/>
                  </a:lnTo>
                  <a:lnTo>
                    <a:pt x="76" y="829"/>
                  </a:lnTo>
                  <a:lnTo>
                    <a:pt x="70" y="709"/>
                  </a:lnTo>
                  <a:lnTo>
                    <a:pt x="84" y="536"/>
                  </a:lnTo>
                  <a:lnTo>
                    <a:pt x="110" y="355"/>
                  </a:lnTo>
                  <a:lnTo>
                    <a:pt x="152" y="160"/>
                  </a:lnTo>
                  <a:lnTo>
                    <a:pt x="167" y="42"/>
                  </a:lnTo>
                  <a:lnTo>
                    <a:pt x="139" y="0"/>
                  </a:lnTo>
                  <a:lnTo>
                    <a:pt x="13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2" name="Google Shape;572;p13"/>
            <p:cNvSpPr/>
            <p:nvPr/>
          </p:nvSpPr>
          <p:spPr>
            <a:xfrm>
              <a:off x="2048" y="1877"/>
              <a:ext cx="129" cy="1753"/>
            </a:xfrm>
            <a:custGeom>
              <a:rect b="b" l="l" r="r" t="t"/>
              <a:pathLst>
                <a:path extrusionOk="0" h="3374" w="250">
                  <a:moveTo>
                    <a:pt x="107" y="0"/>
                  </a:moveTo>
                  <a:lnTo>
                    <a:pt x="69" y="175"/>
                  </a:lnTo>
                  <a:lnTo>
                    <a:pt x="31" y="485"/>
                  </a:lnTo>
                  <a:lnTo>
                    <a:pt x="0" y="719"/>
                  </a:lnTo>
                  <a:lnTo>
                    <a:pt x="16" y="1165"/>
                  </a:lnTo>
                  <a:lnTo>
                    <a:pt x="54" y="1551"/>
                  </a:lnTo>
                  <a:lnTo>
                    <a:pt x="84" y="2036"/>
                  </a:lnTo>
                  <a:lnTo>
                    <a:pt x="77" y="2482"/>
                  </a:lnTo>
                  <a:lnTo>
                    <a:pt x="69" y="2747"/>
                  </a:lnTo>
                  <a:lnTo>
                    <a:pt x="77" y="2988"/>
                  </a:lnTo>
                  <a:lnTo>
                    <a:pt x="92" y="3155"/>
                  </a:lnTo>
                  <a:lnTo>
                    <a:pt x="137" y="3336"/>
                  </a:lnTo>
                  <a:lnTo>
                    <a:pt x="198" y="3374"/>
                  </a:lnTo>
                  <a:lnTo>
                    <a:pt x="250" y="3336"/>
                  </a:lnTo>
                  <a:lnTo>
                    <a:pt x="204" y="3254"/>
                  </a:lnTo>
                  <a:lnTo>
                    <a:pt x="183" y="3125"/>
                  </a:lnTo>
                  <a:lnTo>
                    <a:pt x="168" y="2973"/>
                  </a:lnTo>
                  <a:lnTo>
                    <a:pt x="160" y="2785"/>
                  </a:lnTo>
                  <a:lnTo>
                    <a:pt x="160" y="2498"/>
                  </a:lnTo>
                  <a:lnTo>
                    <a:pt x="160" y="2224"/>
                  </a:lnTo>
                  <a:lnTo>
                    <a:pt x="153" y="1960"/>
                  </a:lnTo>
                  <a:lnTo>
                    <a:pt x="137" y="1711"/>
                  </a:lnTo>
                  <a:lnTo>
                    <a:pt x="99" y="1348"/>
                  </a:lnTo>
                  <a:lnTo>
                    <a:pt x="92" y="1158"/>
                  </a:lnTo>
                  <a:lnTo>
                    <a:pt x="69" y="977"/>
                  </a:lnTo>
                  <a:lnTo>
                    <a:pt x="69" y="711"/>
                  </a:lnTo>
                  <a:lnTo>
                    <a:pt x="99" y="424"/>
                  </a:lnTo>
                  <a:lnTo>
                    <a:pt x="130" y="169"/>
                  </a:lnTo>
                  <a:lnTo>
                    <a:pt x="168" y="23"/>
                  </a:lnTo>
                  <a:lnTo>
                    <a:pt x="107" y="0"/>
                  </a:lnTo>
                  <a:lnTo>
                    <a:pt x="10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checker dir="ver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579" name="Google Shape;579;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580" name="Google Shape;580;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81" name="Google Shape;581;p14"/>
          <p:cNvSpPr txBox="1"/>
          <p:nvPr/>
        </p:nvSpPr>
        <p:spPr>
          <a:xfrm>
            <a:off x="457200" y="2133600"/>
            <a:ext cx="8229600" cy="403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2" name="Google Shape;582;p14"/>
          <p:cNvSpPr txBox="1"/>
          <p:nvPr>
            <p:ph type="title"/>
          </p:nvPr>
        </p:nvSpPr>
        <p:spPr>
          <a:xfrm>
            <a:off x="457200" y="381000"/>
            <a:ext cx="8229600" cy="1752600"/>
          </a:xfrm>
          <a:prstGeom prst="rect">
            <a:avLst/>
          </a:prstGeom>
          <a:solidFill>
            <a:srgbClr val="CC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Types of Visual Aids</a:t>
            </a:r>
            <a:endParaRPr/>
          </a:p>
        </p:txBody>
      </p:sp>
      <p:sp>
        <p:nvSpPr>
          <p:cNvPr id="583" name="Google Shape;583;p14"/>
          <p:cNvSpPr txBox="1"/>
          <p:nvPr>
            <p:ph idx="1" type="body"/>
          </p:nvPr>
        </p:nvSpPr>
        <p:spPr>
          <a:xfrm>
            <a:off x="3810000" y="2209800"/>
            <a:ext cx="4876800" cy="3581400"/>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Product Samples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Scale Models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Audiotapes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Film Strips and Movies</a:t>
            </a:r>
            <a:endParaRPr/>
          </a:p>
          <a:p>
            <a:pPr indent="-342900" lvl="0" marL="342900" rtl="0" algn="l">
              <a:lnSpc>
                <a:spcPct val="140000"/>
              </a:lnSpc>
              <a:spcBef>
                <a:spcPts val="640"/>
              </a:spcBef>
              <a:spcAft>
                <a:spcPts val="0"/>
              </a:spcAft>
              <a:buClr>
                <a:schemeClr val="dk1"/>
              </a:buClr>
              <a:buSzPts val="3200"/>
              <a:buFont typeface="Arial Narrow"/>
              <a:buChar char="•"/>
            </a:pPr>
            <a:r>
              <a:rPr b="1" i="0" lang="en-US" sz="3200" u="none">
                <a:solidFill>
                  <a:schemeClr val="dk1"/>
                </a:solidFill>
                <a:latin typeface="Arial Narrow"/>
                <a:ea typeface="Arial Narrow"/>
                <a:cs typeface="Arial Narrow"/>
                <a:sym typeface="Arial Narrow"/>
              </a:rPr>
              <a:t>Television and Videotapes</a:t>
            </a:r>
            <a:endParaRPr/>
          </a:p>
        </p:txBody>
      </p:sp>
      <p:grpSp>
        <p:nvGrpSpPr>
          <p:cNvPr id="584" name="Google Shape;584;p14"/>
          <p:cNvGrpSpPr/>
          <p:nvPr/>
        </p:nvGrpSpPr>
        <p:grpSpPr>
          <a:xfrm>
            <a:off x="515937" y="2514600"/>
            <a:ext cx="3217862" cy="3551237"/>
            <a:chOff x="325" y="1632"/>
            <a:chExt cx="2027" cy="2237"/>
          </a:xfrm>
        </p:grpSpPr>
        <p:sp>
          <p:nvSpPr>
            <p:cNvPr id="585" name="Google Shape;585;p14"/>
            <p:cNvSpPr/>
            <p:nvPr/>
          </p:nvSpPr>
          <p:spPr>
            <a:xfrm>
              <a:off x="679" y="1659"/>
              <a:ext cx="1457" cy="1967"/>
            </a:xfrm>
            <a:custGeom>
              <a:rect b="b" l="l" r="r" t="t"/>
              <a:pathLst>
                <a:path extrusionOk="0" h="3786" w="2804">
                  <a:moveTo>
                    <a:pt x="359" y="954"/>
                  </a:moveTo>
                  <a:lnTo>
                    <a:pt x="325" y="1445"/>
                  </a:lnTo>
                  <a:lnTo>
                    <a:pt x="372" y="1887"/>
                  </a:lnTo>
                  <a:lnTo>
                    <a:pt x="488" y="2481"/>
                  </a:lnTo>
                  <a:lnTo>
                    <a:pt x="429" y="3180"/>
                  </a:lnTo>
                  <a:lnTo>
                    <a:pt x="291" y="3553"/>
                  </a:lnTo>
                  <a:lnTo>
                    <a:pt x="488" y="3623"/>
                  </a:lnTo>
                  <a:lnTo>
                    <a:pt x="1118" y="3623"/>
                  </a:lnTo>
                  <a:lnTo>
                    <a:pt x="2338" y="3752"/>
                  </a:lnTo>
                  <a:lnTo>
                    <a:pt x="2804" y="3786"/>
                  </a:lnTo>
                  <a:lnTo>
                    <a:pt x="2747" y="3541"/>
                  </a:lnTo>
                  <a:lnTo>
                    <a:pt x="2722" y="3087"/>
                  </a:lnTo>
                  <a:lnTo>
                    <a:pt x="2769" y="2528"/>
                  </a:lnTo>
                  <a:lnTo>
                    <a:pt x="2747" y="1969"/>
                  </a:lnTo>
                  <a:lnTo>
                    <a:pt x="2676" y="1456"/>
                  </a:lnTo>
                  <a:lnTo>
                    <a:pt x="2653" y="1129"/>
                  </a:lnTo>
                  <a:lnTo>
                    <a:pt x="2747" y="477"/>
                  </a:lnTo>
                  <a:lnTo>
                    <a:pt x="2769" y="0"/>
                  </a:lnTo>
                  <a:lnTo>
                    <a:pt x="2479" y="34"/>
                  </a:lnTo>
                  <a:lnTo>
                    <a:pt x="2001" y="186"/>
                  </a:lnTo>
                  <a:lnTo>
                    <a:pt x="1488" y="302"/>
                  </a:lnTo>
                  <a:lnTo>
                    <a:pt x="895" y="325"/>
                  </a:lnTo>
                  <a:lnTo>
                    <a:pt x="418" y="314"/>
                  </a:lnTo>
                  <a:lnTo>
                    <a:pt x="209" y="338"/>
                  </a:lnTo>
                  <a:lnTo>
                    <a:pt x="57" y="454"/>
                  </a:lnTo>
                  <a:lnTo>
                    <a:pt x="0" y="595"/>
                  </a:lnTo>
                  <a:lnTo>
                    <a:pt x="11" y="734"/>
                  </a:lnTo>
                  <a:lnTo>
                    <a:pt x="116" y="886"/>
                  </a:lnTo>
                  <a:lnTo>
                    <a:pt x="291" y="967"/>
                  </a:lnTo>
                  <a:lnTo>
                    <a:pt x="359" y="954"/>
                  </a:lnTo>
                  <a:lnTo>
                    <a:pt x="359" y="954"/>
                  </a:lnTo>
                  <a:close/>
                </a:path>
              </a:pathLst>
            </a:custGeom>
            <a:solidFill>
              <a:srgbClr val="FF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6" name="Google Shape;586;p14"/>
            <p:cNvSpPr/>
            <p:nvPr/>
          </p:nvSpPr>
          <p:spPr>
            <a:xfrm>
              <a:off x="534" y="2682"/>
              <a:ext cx="152" cy="109"/>
            </a:xfrm>
            <a:custGeom>
              <a:rect b="b" l="l" r="r" t="t"/>
              <a:pathLst>
                <a:path extrusionOk="0" h="209" w="291">
                  <a:moveTo>
                    <a:pt x="0" y="209"/>
                  </a:moveTo>
                  <a:lnTo>
                    <a:pt x="128" y="209"/>
                  </a:lnTo>
                  <a:lnTo>
                    <a:pt x="150" y="116"/>
                  </a:lnTo>
                  <a:lnTo>
                    <a:pt x="291" y="57"/>
                  </a:lnTo>
                  <a:lnTo>
                    <a:pt x="268" y="12"/>
                  </a:lnTo>
                  <a:lnTo>
                    <a:pt x="198" y="23"/>
                  </a:lnTo>
                  <a:lnTo>
                    <a:pt x="128" y="0"/>
                  </a:lnTo>
                  <a:lnTo>
                    <a:pt x="0" y="71"/>
                  </a:lnTo>
                  <a:lnTo>
                    <a:pt x="0" y="209"/>
                  </a:lnTo>
                  <a:lnTo>
                    <a:pt x="0" y="209"/>
                  </a:lnTo>
                  <a:close/>
                </a:path>
              </a:pathLst>
            </a:custGeom>
            <a:solidFill>
              <a:srgbClr val="B28C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7" name="Google Shape;587;p14"/>
            <p:cNvSpPr/>
            <p:nvPr/>
          </p:nvSpPr>
          <p:spPr>
            <a:xfrm>
              <a:off x="1924" y="1653"/>
              <a:ext cx="394" cy="1755"/>
            </a:xfrm>
            <a:custGeom>
              <a:rect b="b" l="l" r="r" t="t"/>
              <a:pathLst>
                <a:path extrusionOk="0" h="3377" w="756">
                  <a:moveTo>
                    <a:pt x="384" y="454"/>
                  </a:moveTo>
                  <a:lnTo>
                    <a:pt x="245" y="722"/>
                  </a:lnTo>
                  <a:lnTo>
                    <a:pt x="104" y="629"/>
                  </a:lnTo>
                  <a:lnTo>
                    <a:pt x="0" y="442"/>
                  </a:lnTo>
                  <a:lnTo>
                    <a:pt x="34" y="313"/>
                  </a:lnTo>
                  <a:lnTo>
                    <a:pt x="116" y="174"/>
                  </a:lnTo>
                  <a:lnTo>
                    <a:pt x="291" y="81"/>
                  </a:lnTo>
                  <a:lnTo>
                    <a:pt x="395" y="0"/>
                  </a:lnTo>
                  <a:lnTo>
                    <a:pt x="547" y="45"/>
                  </a:lnTo>
                  <a:lnTo>
                    <a:pt x="652" y="115"/>
                  </a:lnTo>
                  <a:lnTo>
                    <a:pt x="686" y="290"/>
                  </a:lnTo>
                  <a:lnTo>
                    <a:pt x="686" y="488"/>
                  </a:lnTo>
                  <a:lnTo>
                    <a:pt x="593" y="920"/>
                  </a:lnTo>
                  <a:lnTo>
                    <a:pt x="477" y="1374"/>
                  </a:lnTo>
                  <a:lnTo>
                    <a:pt x="511" y="1712"/>
                  </a:lnTo>
                  <a:lnTo>
                    <a:pt x="629" y="2085"/>
                  </a:lnTo>
                  <a:lnTo>
                    <a:pt x="698" y="2562"/>
                  </a:lnTo>
                  <a:lnTo>
                    <a:pt x="756" y="2818"/>
                  </a:lnTo>
                  <a:lnTo>
                    <a:pt x="547" y="2796"/>
                  </a:lnTo>
                  <a:lnTo>
                    <a:pt x="511" y="2959"/>
                  </a:lnTo>
                  <a:lnTo>
                    <a:pt x="559" y="3191"/>
                  </a:lnTo>
                  <a:lnTo>
                    <a:pt x="616" y="3377"/>
                  </a:lnTo>
                  <a:lnTo>
                    <a:pt x="361" y="3377"/>
                  </a:lnTo>
                  <a:lnTo>
                    <a:pt x="338" y="2934"/>
                  </a:lnTo>
                  <a:lnTo>
                    <a:pt x="338" y="2469"/>
                  </a:lnTo>
                  <a:lnTo>
                    <a:pt x="314" y="2119"/>
                  </a:lnTo>
                  <a:lnTo>
                    <a:pt x="291" y="1758"/>
                  </a:lnTo>
                  <a:lnTo>
                    <a:pt x="268" y="1362"/>
                  </a:lnTo>
                  <a:lnTo>
                    <a:pt x="268" y="1094"/>
                  </a:lnTo>
                  <a:lnTo>
                    <a:pt x="338" y="745"/>
                  </a:lnTo>
                  <a:lnTo>
                    <a:pt x="384" y="454"/>
                  </a:lnTo>
                  <a:lnTo>
                    <a:pt x="384" y="454"/>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8" name="Google Shape;588;p14"/>
            <p:cNvSpPr/>
            <p:nvPr/>
          </p:nvSpPr>
          <p:spPr>
            <a:xfrm>
              <a:off x="497" y="2754"/>
              <a:ext cx="103" cy="218"/>
            </a:xfrm>
            <a:custGeom>
              <a:rect b="b" l="l" r="r" t="t"/>
              <a:pathLst>
                <a:path extrusionOk="0" h="420" w="198">
                  <a:moveTo>
                    <a:pt x="0" y="200"/>
                  </a:moveTo>
                  <a:lnTo>
                    <a:pt x="59" y="293"/>
                  </a:lnTo>
                  <a:lnTo>
                    <a:pt x="93" y="373"/>
                  </a:lnTo>
                  <a:lnTo>
                    <a:pt x="152" y="420"/>
                  </a:lnTo>
                  <a:lnTo>
                    <a:pt x="198" y="373"/>
                  </a:lnTo>
                  <a:lnTo>
                    <a:pt x="163" y="234"/>
                  </a:lnTo>
                  <a:lnTo>
                    <a:pt x="163" y="106"/>
                  </a:lnTo>
                  <a:lnTo>
                    <a:pt x="198" y="0"/>
                  </a:lnTo>
                  <a:lnTo>
                    <a:pt x="93" y="0"/>
                  </a:lnTo>
                  <a:lnTo>
                    <a:pt x="0" y="200"/>
                  </a:lnTo>
                  <a:lnTo>
                    <a:pt x="0" y="200"/>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9" name="Google Shape;589;p14"/>
            <p:cNvSpPr/>
            <p:nvPr/>
          </p:nvSpPr>
          <p:spPr>
            <a:xfrm>
              <a:off x="581" y="2913"/>
              <a:ext cx="134" cy="150"/>
            </a:xfrm>
            <a:custGeom>
              <a:rect b="b" l="l" r="r" t="t"/>
              <a:pathLst>
                <a:path extrusionOk="0" h="289" w="258">
                  <a:moveTo>
                    <a:pt x="47" y="0"/>
                  </a:moveTo>
                  <a:lnTo>
                    <a:pt x="258" y="289"/>
                  </a:lnTo>
                  <a:lnTo>
                    <a:pt x="142" y="255"/>
                  </a:lnTo>
                  <a:lnTo>
                    <a:pt x="3" y="196"/>
                  </a:lnTo>
                  <a:lnTo>
                    <a:pt x="0" y="80"/>
                  </a:lnTo>
                  <a:lnTo>
                    <a:pt x="47" y="0"/>
                  </a:lnTo>
                  <a:lnTo>
                    <a:pt x="47" y="0"/>
                  </a:lnTo>
                  <a:close/>
                </a:path>
              </a:pathLst>
            </a:custGeom>
            <a:solidFill>
              <a:srgbClr val="FF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0" name="Google Shape;590;p14"/>
            <p:cNvSpPr/>
            <p:nvPr/>
          </p:nvSpPr>
          <p:spPr>
            <a:xfrm>
              <a:off x="334" y="3123"/>
              <a:ext cx="635" cy="721"/>
            </a:xfrm>
            <a:custGeom>
              <a:rect b="b" l="l" r="r" t="t"/>
              <a:pathLst>
                <a:path extrusionOk="0" h="1387" w="1223">
                  <a:moveTo>
                    <a:pt x="0" y="1294"/>
                  </a:moveTo>
                  <a:lnTo>
                    <a:pt x="221" y="1283"/>
                  </a:lnTo>
                  <a:lnTo>
                    <a:pt x="396" y="1108"/>
                  </a:lnTo>
                  <a:lnTo>
                    <a:pt x="605" y="804"/>
                  </a:lnTo>
                  <a:lnTo>
                    <a:pt x="768" y="688"/>
                  </a:lnTo>
                  <a:lnTo>
                    <a:pt x="825" y="874"/>
                  </a:lnTo>
                  <a:lnTo>
                    <a:pt x="850" y="1131"/>
                  </a:lnTo>
                  <a:lnTo>
                    <a:pt x="873" y="1294"/>
                  </a:lnTo>
                  <a:lnTo>
                    <a:pt x="1000" y="1387"/>
                  </a:lnTo>
                  <a:lnTo>
                    <a:pt x="1059" y="1131"/>
                  </a:lnTo>
                  <a:lnTo>
                    <a:pt x="1223" y="804"/>
                  </a:lnTo>
                  <a:lnTo>
                    <a:pt x="989" y="770"/>
                  </a:lnTo>
                  <a:lnTo>
                    <a:pt x="1036" y="454"/>
                  </a:lnTo>
                  <a:lnTo>
                    <a:pt x="907" y="36"/>
                  </a:lnTo>
                  <a:lnTo>
                    <a:pt x="477" y="0"/>
                  </a:lnTo>
                  <a:lnTo>
                    <a:pt x="221" y="82"/>
                  </a:lnTo>
                  <a:lnTo>
                    <a:pt x="337" y="454"/>
                  </a:lnTo>
                  <a:lnTo>
                    <a:pt x="325" y="722"/>
                  </a:lnTo>
                  <a:lnTo>
                    <a:pt x="175" y="1119"/>
                  </a:lnTo>
                  <a:lnTo>
                    <a:pt x="0" y="1294"/>
                  </a:lnTo>
                  <a:lnTo>
                    <a:pt x="0" y="1294"/>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1" name="Google Shape;591;p14"/>
            <p:cNvSpPr/>
            <p:nvPr/>
          </p:nvSpPr>
          <p:spPr>
            <a:xfrm>
              <a:off x="600" y="2947"/>
              <a:ext cx="61" cy="454"/>
            </a:xfrm>
            <a:custGeom>
              <a:rect b="b" l="l" r="r" t="t"/>
              <a:pathLst>
                <a:path extrusionOk="0" h="874" w="116">
                  <a:moveTo>
                    <a:pt x="11" y="0"/>
                  </a:moveTo>
                  <a:lnTo>
                    <a:pt x="0" y="747"/>
                  </a:lnTo>
                  <a:lnTo>
                    <a:pt x="81" y="874"/>
                  </a:lnTo>
                  <a:lnTo>
                    <a:pt x="104" y="699"/>
                  </a:lnTo>
                  <a:lnTo>
                    <a:pt x="116" y="174"/>
                  </a:lnTo>
                  <a:lnTo>
                    <a:pt x="11" y="0"/>
                  </a:lnTo>
                  <a:lnTo>
                    <a:pt x="11" y="0"/>
                  </a:lnTo>
                  <a:close/>
                </a:path>
              </a:pathLst>
            </a:custGeom>
            <a:solidFill>
              <a:srgbClr val="E5A5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2" name="Google Shape;592;p14"/>
            <p:cNvSpPr/>
            <p:nvPr/>
          </p:nvSpPr>
          <p:spPr>
            <a:xfrm>
              <a:off x="364" y="2767"/>
              <a:ext cx="557" cy="659"/>
            </a:xfrm>
            <a:custGeom>
              <a:rect b="b" l="l" r="r" t="t"/>
              <a:pathLst>
                <a:path extrusionOk="0" h="1269" w="1072">
                  <a:moveTo>
                    <a:pt x="483" y="273"/>
                  </a:moveTo>
                  <a:lnTo>
                    <a:pt x="700" y="197"/>
                  </a:lnTo>
                  <a:lnTo>
                    <a:pt x="1025" y="0"/>
                  </a:lnTo>
                  <a:lnTo>
                    <a:pt x="886" y="395"/>
                  </a:lnTo>
                  <a:lnTo>
                    <a:pt x="1072" y="652"/>
                  </a:lnTo>
                  <a:lnTo>
                    <a:pt x="1014" y="1095"/>
                  </a:lnTo>
                  <a:lnTo>
                    <a:pt x="768" y="1210"/>
                  </a:lnTo>
                  <a:lnTo>
                    <a:pt x="782" y="1047"/>
                  </a:lnTo>
                  <a:lnTo>
                    <a:pt x="723" y="768"/>
                  </a:lnTo>
                  <a:lnTo>
                    <a:pt x="489" y="838"/>
                  </a:lnTo>
                  <a:lnTo>
                    <a:pt x="234" y="827"/>
                  </a:lnTo>
                  <a:lnTo>
                    <a:pt x="234" y="979"/>
                  </a:lnTo>
                  <a:lnTo>
                    <a:pt x="303" y="1269"/>
                  </a:lnTo>
                  <a:lnTo>
                    <a:pt x="0" y="1269"/>
                  </a:lnTo>
                  <a:lnTo>
                    <a:pt x="71" y="1176"/>
                  </a:lnTo>
                  <a:lnTo>
                    <a:pt x="141" y="954"/>
                  </a:lnTo>
                  <a:lnTo>
                    <a:pt x="164" y="827"/>
                  </a:lnTo>
                  <a:lnTo>
                    <a:pt x="94" y="711"/>
                  </a:lnTo>
                  <a:lnTo>
                    <a:pt x="118" y="536"/>
                  </a:lnTo>
                  <a:lnTo>
                    <a:pt x="234" y="395"/>
                  </a:lnTo>
                  <a:lnTo>
                    <a:pt x="339" y="348"/>
                  </a:lnTo>
                  <a:lnTo>
                    <a:pt x="417" y="351"/>
                  </a:lnTo>
                  <a:lnTo>
                    <a:pt x="432" y="477"/>
                  </a:lnTo>
                  <a:lnTo>
                    <a:pt x="630" y="570"/>
                  </a:lnTo>
                  <a:lnTo>
                    <a:pt x="652" y="500"/>
                  </a:lnTo>
                  <a:lnTo>
                    <a:pt x="571" y="406"/>
                  </a:lnTo>
                  <a:lnTo>
                    <a:pt x="483" y="273"/>
                  </a:lnTo>
                  <a:lnTo>
                    <a:pt x="483" y="273"/>
                  </a:ln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3" name="Google Shape;593;p14"/>
            <p:cNvSpPr/>
            <p:nvPr/>
          </p:nvSpPr>
          <p:spPr>
            <a:xfrm>
              <a:off x="1042" y="2282"/>
              <a:ext cx="441" cy="744"/>
            </a:xfrm>
            <a:custGeom>
              <a:rect b="b" l="l" r="r" t="t"/>
              <a:pathLst>
                <a:path extrusionOk="0" h="1434" w="850">
                  <a:moveTo>
                    <a:pt x="396" y="1434"/>
                  </a:moveTo>
                  <a:lnTo>
                    <a:pt x="164" y="1306"/>
                  </a:lnTo>
                  <a:lnTo>
                    <a:pt x="0" y="1002"/>
                  </a:lnTo>
                  <a:lnTo>
                    <a:pt x="0" y="677"/>
                  </a:lnTo>
                  <a:lnTo>
                    <a:pt x="141" y="398"/>
                  </a:lnTo>
                  <a:lnTo>
                    <a:pt x="210" y="234"/>
                  </a:lnTo>
                  <a:lnTo>
                    <a:pt x="384" y="93"/>
                  </a:lnTo>
                  <a:lnTo>
                    <a:pt x="478" y="0"/>
                  </a:lnTo>
                  <a:lnTo>
                    <a:pt x="850" y="700"/>
                  </a:lnTo>
                  <a:lnTo>
                    <a:pt x="396" y="1434"/>
                  </a:lnTo>
                  <a:lnTo>
                    <a:pt x="396" y="1434"/>
                  </a:lnTo>
                  <a:close/>
                </a:path>
              </a:pathLst>
            </a:custGeom>
            <a:solidFill>
              <a:srgbClr val="D8F2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4" name="Google Shape;594;p14"/>
            <p:cNvSpPr/>
            <p:nvPr/>
          </p:nvSpPr>
          <p:spPr>
            <a:xfrm>
              <a:off x="1289" y="2210"/>
              <a:ext cx="339" cy="435"/>
            </a:xfrm>
            <a:custGeom>
              <a:rect b="b" l="l" r="r" t="t"/>
              <a:pathLst>
                <a:path extrusionOk="0" h="838" w="652">
                  <a:moveTo>
                    <a:pt x="0" y="138"/>
                  </a:moveTo>
                  <a:lnTo>
                    <a:pt x="338" y="838"/>
                  </a:lnTo>
                  <a:lnTo>
                    <a:pt x="384" y="768"/>
                  </a:lnTo>
                  <a:lnTo>
                    <a:pt x="652" y="0"/>
                  </a:lnTo>
                  <a:lnTo>
                    <a:pt x="313" y="11"/>
                  </a:lnTo>
                  <a:lnTo>
                    <a:pt x="93" y="104"/>
                  </a:lnTo>
                  <a:lnTo>
                    <a:pt x="0" y="138"/>
                  </a:lnTo>
                  <a:lnTo>
                    <a:pt x="0" y="138"/>
                  </a:lnTo>
                  <a:close/>
                </a:path>
              </a:pathLst>
            </a:custGeom>
            <a:solidFill>
              <a:srgbClr val="CC8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5" name="Google Shape;595;p14"/>
            <p:cNvSpPr/>
            <p:nvPr/>
          </p:nvSpPr>
          <p:spPr>
            <a:xfrm>
              <a:off x="1229" y="2609"/>
              <a:ext cx="622" cy="460"/>
            </a:xfrm>
            <a:custGeom>
              <a:rect b="b" l="l" r="r" t="t"/>
              <a:pathLst>
                <a:path extrusionOk="0" h="885" w="1197">
                  <a:moveTo>
                    <a:pt x="488" y="0"/>
                  </a:moveTo>
                  <a:lnTo>
                    <a:pt x="361" y="233"/>
                  </a:lnTo>
                  <a:lnTo>
                    <a:pt x="116" y="583"/>
                  </a:lnTo>
                  <a:lnTo>
                    <a:pt x="0" y="840"/>
                  </a:lnTo>
                  <a:lnTo>
                    <a:pt x="406" y="885"/>
                  </a:lnTo>
                  <a:lnTo>
                    <a:pt x="813" y="792"/>
                  </a:lnTo>
                  <a:lnTo>
                    <a:pt x="1036" y="583"/>
                  </a:lnTo>
                  <a:lnTo>
                    <a:pt x="1163" y="326"/>
                  </a:lnTo>
                  <a:lnTo>
                    <a:pt x="1197" y="70"/>
                  </a:lnTo>
                  <a:lnTo>
                    <a:pt x="1024" y="36"/>
                  </a:lnTo>
                  <a:lnTo>
                    <a:pt x="627" y="70"/>
                  </a:lnTo>
                  <a:lnTo>
                    <a:pt x="488" y="0"/>
                  </a:lnTo>
                  <a:lnTo>
                    <a:pt x="488" y="0"/>
                  </a:lnTo>
                  <a:close/>
                </a:path>
              </a:pathLst>
            </a:custGeom>
            <a:solidFill>
              <a:srgbClr val="FFBF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6" name="Google Shape;596;p14"/>
            <p:cNvSpPr/>
            <p:nvPr/>
          </p:nvSpPr>
          <p:spPr>
            <a:xfrm>
              <a:off x="1616" y="2113"/>
              <a:ext cx="393" cy="418"/>
            </a:xfrm>
            <a:custGeom>
              <a:rect b="b" l="l" r="r" t="t"/>
              <a:pathLst>
                <a:path extrusionOk="0" h="804" w="756">
                  <a:moveTo>
                    <a:pt x="57" y="804"/>
                  </a:moveTo>
                  <a:lnTo>
                    <a:pt x="756" y="629"/>
                  </a:lnTo>
                  <a:lnTo>
                    <a:pt x="686" y="396"/>
                  </a:lnTo>
                  <a:lnTo>
                    <a:pt x="534" y="150"/>
                  </a:lnTo>
                  <a:lnTo>
                    <a:pt x="302" y="0"/>
                  </a:lnTo>
                  <a:lnTo>
                    <a:pt x="220" y="23"/>
                  </a:lnTo>
                  <a:lnTo>
                    <a:pt x="116" y="361"/>
                  </a:lnTo>
                  <a:lnTo>
                    <a:pt x="0" y="711"/>
                  </a:lnTo>
                  <a:lnTo>
                    <a:pt x="57" y="804"/>
                  </a:lnTo>
                  <a:lnTo>
                    <a:pt x="57" y="804"/>
                  </a:lnTo>
                  <a:close/>
                </a:path>
              </a:pathLst>
            </a:custGeom>
            <a:solidFill>
              <a:srgbClr val="F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7" name="Google Shape;597;p14"/>
            <p:cNvSpPr/>
            <p:nvPr/>
          </p:nvSpPr>
          <p:spPr>
            <a:xfrm>
              <a:off x="811" y="1937"/>
              <a:ext cx="1211" cy="236"/>
            </a:xfrm>
            <a:custGeom>
              <a:rect b="b" l="l" r="r" t="t"/>
              <a:pathLst>
                <a:path extrusionOk="0" h="454" w="2329">
                  <a:moveTo>
                    <a:pt x="181" y="431"/>
                  </a:moveTo>
                  <a:lnTo>
                    <a:pt x="297" y="454"/>
                  </a:lnTo>
                  <a:lnTo>
                    <a:pt x="518" y="407"/>
                  </a:lnTo>
                  <a:lnTo>
                    <a:pt x="763" y="314"/>
                  </a:lnTo>
                  <a:lnTo>
                    <a:pt x="1088" y="220"/>
                  </a:lnTo>
                  <a:lnTo>
                    <a:pt x="1344" y="198"/>
                  </a:lnTo>
                  <a:lnTo>
                    <a:pt x="1706" y="198"/>
                  </a:lnTo>
                  <a:lnTo>
                    <a:pt x="2166" y="243"/>
                  </a:lnTo>
                  <a:lnTo>
                    <a:pt x="2329" y="198"/>
                  </a:lnTo>
                  <a:lnTo>
                    <a:pt x="2097" y="34"/>
                  </a:lnTo>
                  <a:lnTo>
                    <a:pt x="1793" y="0"/>
                  </a:lnTo>
                  <a:lnTo>
                    <a:pt x="1341" y="11"/>
                  </a:lnTo>
                  <a:lnTo>
                    <a:pt x="926" y="59"/>
                  </a:lnTo>
                  <a:lnTo>
                    <a:pt x="274" y="105"/>
                  </a:lnTo>
                  <a:lnTo>
                    <a:pt x="531" y="175"/>
                  </a:lnTo>
                  <a:lnTo>
                    <a:pt x="367" y="268"/>
                  </a:lnTo>
                  <a:lnTo>
                    <a:pt x="0" y="407"/>
                  </a:lnTo>
                  <a:lnTo>
                    <a:pt x="181" y="431"/>
                  </a:lnTo>
                  <a:lnTo>
                    <a:pt x="181" y="431"/>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8" name="Google Shape;598;p14"/>
            <p:cNvSpPr/>
            <p:nvPr/>
          </p:nvSpPr>
          <p:spPr>
            <a:xfrm>
              <a:off x="737" y="2883"/>
              <a:ext cx="176" cy="249"/>
            </a:xfrm>
            <a:custGeom>
              <a:rect b="b" l="l" r="r" t="t"/>
              <a:pathLst>
                <a:path extrusionOk="0" h="481" w="338">
                  <a:moveTo>
                    <a:pt x="0" y="34"/>
                  </a:moveTo>
                  <a:lnTo>
                    <a:pt x="80" y="120"/>
                  </a:lnTo>
                  <a:lnTo>
                    <a:pt x="158" y="215"/>
                  </a:lnTo>
                  <a:lnTo>
                    <a:pt x="232" y="316"/>
                  </a:lnTo>
                  <a:lnTo>
                    <a:pt x="338" y="481"/>
                  </a:lnTo>
                  <a:lnTo>
                    <a:pt x="338" y="356"/>
                  </a:lnTo>
                  <a:lnTo>
                    <a:pt x="266" y="260"/>
                  </a:lnTo>
                  <a:lnTo>
                    <a:pt x="181" y="164"/>
                  </a:lnTo>
                  <a:lnTo>
                    <a:pt x="103" y="74"/>
                  </a:lnTo>
                  <a:lnTo>
                    <a:pt x="40" y="0"/>
                  </a:lnTo>
                  <a:lnTo>
                    <a:pt x="0" y="34"/>
                  </a:lnTo>
                  <a:lnTo>
                    <a:pt x="0"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9" name="Google Shape;599;p14"/>
            <p:cNvSpPr/>
            <p:nvPr/>
          </p:nvSpPr>
          <p:spPr>
            <a:xfrm>
              <a:off x="773" y="2656"/>
              <a:ext cx="492" cy="432"/>
            </a:xfrm>
            <a:custGeom>
              <a:rect b="b" l="l" r="r" t="t"/>
              <a:pathLst>
                <a:path extrusionOk="0" h="830" w="949">
                  <a:moveTo>
                    <a:pt x="0" y="768"/>
                  </a:moveTo>
                  <a:lnTo>
                    <a:pt x="78" y="713"/>
                  </a:lnTo>
                  <a:lnTo>
                    <a:pt x="141" y="695"/>
                  </a:lnTo>
                  <a:lnTo>
                    <a:pt x="232" y="576"/>
                  </a:lnTo>
                  <a:lnTo>
                    <a:pt x="462" y="378"/>
                  </a:lnTo>
                  <a:lnTo>
                    <a:pt x="660" y="209"/>
                  </a:lnTo>
                  <a:lnTo>
                    <a:pt x="892" y="0"/>
                  </a:lnTo>
                  <a:lnTo>
                    <a:pt x="949" y="40"/>
                  </a:lnTo>
                  <a:lnTo>
                    <a:pt x="780" y="186"/>
                  </a:lnTo>
                  <a:lnTo>
                    <a:pt x="519" y="401"/>
                  </a:lnTo>
                  <a:lnTo>
                    <a:pt x="333" y="570"/>
                  </a:lnTo>
                  <a:lnTo>
                    <a:pt x="164" y="724"/>
                  </a:lnTo>
                  <a:lnTo>
                    <a:pt x="84" y="773"/>
                  </a:lnTo>
                  <a:lnTo>
                    <a:pt x="29" y="830"/>
                  </a:lnTo>
                  <a:lnTo>
                    <a:pt x="23" y="802"/>
                  </a:lnTo>
                  <a:lnTo>
                    <a:pt x="0" y="768"/>
                  </a:lnTo>
                  <a:lnTo>
                    <a:pt x="0" y="7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0" name="Google Shape;600;p14"/>
            <p:cNvSpPr/>
            <p:nvPr/>
          </p:nvSpPr>
          <p:spPr>
            <a:xfrm>
              <a:off x="1257" y="2653"/>
              <a:ext cx="216" cy="338"/>
            </a:xfrm>
            <a:custGeom>
              <a:rect b="b" l="l" r="r" t="t"/>
              <a:pathLst>
                <a:path extrusionOk="0" h="650" w="416">
                  <a:moveTo>
                    <a:pt x="361" y="0"/>
                  </a:moveTo>
                  <a:lnTo>
                    <a:pt x="298" y="141"/>
                  </a:lnTo>
                  <a:lnTo>
                    <a:pt x="180" y="335"/>
                  </a:lnTo>
                  <a:lnTo>
                    <a:pt x="78" y="464"/>
                  </a:lnTo>
                  <a:lnTo>
                    <a:pt x="0" y="610"/>
                  </a:lnTo>
                  <a:lnTo>
                    <a:pt x="17" y="650"/>
                  </a:lnTo>
                  <a:lnTo>
                    <a:pt x="44" y="627"/>
                  </a:lnTo>
                  <a:lnTo>
                    <a:pt x="61" y="561"/>
                  </a:lnTo>
                  <a:lnTo>
                    <a:pt x="158" y="418"/>
                  </a:lnTo>
                  <a:lnTo>
                    <a:pt x="264" y="278"/>
                  </a:lnTo>
                  <a:lnTo>
                    <a:pt x="361" y="131"/>
                  </a:lnTo>
                  <a:lnTo>
                    <a:pt x="416" y="0"/>
                  </a:lnTo>
                  <a:lnTo>
                    <a:pt x="361" y="0"/>
                  </a:lnTo>
                  <a:lnTo>
                    <a:pt x="36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1" name="Google Shape;601;p14"/>
            <p:cNvSpPr/>
            <p:nvPr/>
          </p:nvSpPr>
          <p:spPr>
            <a:xfrm>
              <a:off x="533" y="2970"/>
              <a:ext cx="325" cy="124"/>
            </a:xfrm>
            <a:custGeom>
              <a:rect b="b" l="l" r="r" t="t"/>
              <a:pathLst>
                <a:path extrusionOk="0" h="238" w="626">
                  <a:moveTo>
                    <a:pt x="0" y="46"/>
                  </a:moveTo>
                  <a:lnTo>
                    <a:pt x="84" y="97"/>
                  </a:lnTo>
                  <a:lnTo>
                    <a:pt x="168" y="145"/>
                  </a:lnTo>
                  <a:lnTo>
                    <a:pt x="280" y="185"/>
                  </a:lnTo>
                  <a:lnTo>
                    <a:pt x="388" y="198"/>
                  </a:lnTo>
                  <a:lnTo>
                    <a:pt x="485" y="192"/>
                  </a:lnTo>
                  <a:lnTo>
                    <a:pt x="529" y="238"/>
                  </a:lnTo>
                  <a:lnTo>
                    <a:pt x="626" y="192"/>
                  </a:lnTo>
                  <a:lnTo>
                    <a:pt x="609" y="97"/>
                  </a:lnTo>
                  <a:lnTo>
                    <a:pt x="552" y="135"/>
                  </a:lnTo>
                  <a:lnTo>
                    <a:pt x="575" y="175"/>
                  </a:lnTo>
                  <a:lnTo>
                    <a:pt x="536" y="198"/>
                  </a:lnTo>
                  <a:lnTo>
                    <a:pt x="491" y="158"/>
                  </a:lnTo>
                  <a:lnTo>
                    <a:pt x="405" y="158"/>
                  </a:lnTo>
                  <a:lnTo>
                    <a:pt x="310" y="147"/>
                  </a:lnTo>
                  <a:lnTo>
                    <a:pt x="196" y="109"/>
                  </a:lnTo>
                  <a:lnTo>
                    <a:pt x="84" y="57"/>
                  </a:lnTo>
                  <a:lnTo>
                    <a:pt x="0" y="0"/>
                  </a:lnTo>
                  <a:lnTo>
                    <a:pt x="0" y="46"/>
                  </a:lnTo>
                  <a:lnTo>
                    <a:pt x="0" y="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2" name="Google Shape;602;p14"/>
            <p:cNvSpPr/>
            <p:nvPr/>
          </p:nvSpPr>
          <p:spPr>
            <a:xfrm>
              <a:off x="597" y="2683"/>
              <a:ext cx="361" cy="244"/>
            </a:xfrm>
            <a:custGeom>
              <a:rect b="b" l="l" r="r" t="t"/>
              <a:pathLst>
                <a:path extrusionOk="0" h="470" w="694">
                  <a:moveTo>
                    <a:pt x="0" y="470"/>
                  </a:moveTo>
                  <a:lnTo>
                    <a:pt x="55" y="464"/>
                  </a:lnTo>
                  <a:lnTo>
                    <a:pt x="169" y="413"/>
                  </a:lnTo>
                  <a:lnTo>
                    <a:pt x="276" y="367"/>
                  </a:lnTo>
                  <a:lnTo>
                    <a:pt x="395" y="310"/>
                  </a:lnTo>
                  <a:lnTo>
                    <a:pt x="519" y="238"/>
                  </a:lnTo>
                  <a:lnTo>
                    <a:pt x="597" y="169"/>
                  </a:lnTo>
                  <a:lnTo>
                    <a:pt x="597" y="112"/>
                  </a:lnTo>
                  <a:lnTo>
                    <a:pt x="665" y="74"/>
                  </a:lnTo>
                  <a:lnTo>
                    <a:pt x="694" y="46"/>
                  </a:lnTo>
                  <a:lnTo>
                    <a:pt x="682" y="11"/>
                  </a:lnTo>
                  <a:lnTo>
                    <a:pt x="608" y="6"/>
                  </a:lnTo>
                  <a:lnTo>
                    <a:pt x="536" y="0"/>
                  </a:lnTo>
                  <a:lnTo>
                    <a:pt x="542" y="107"/>
                  </a:lnTo>
                  <a:lnTo>
                    <a:pt x="502" y="164"/>
                  </a:lnTo>
                  <a:lnTo>
                    <a:pt x="439" y="215"/>
                  </a:lnTo>
                  <a:lnTo>
                    <a:pt x="327" y="283"/>
                  </a:lnTo>
                  <a:lnTo>
                    <a:pt x="175" y="356"/>
                  </a:lnTo>
                  <a:lnTo>
                    <a:pt x="6" y="435"/>
                  </a:lnTo>
                  <a:lnTo>
                    <a:pt x="0" y="470"/>
                  </a:lnTo>
                  <a:lnTo>
                    <a:pt x="0" y="4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3" name="Google Shape;603;p14"/>
            <p:cNvSpPr/>
            <p:nvPr/>
          </p:nvSpPr>
          <p:spPr>
            <a:xfrm>
              <a:off x="718" y="3135"/>
              <a:ext cx="175" cy="276"/>
            </a:xfrm>
            <a:custGeom>
              <a:rect b="b" l="l" r="r" t="t"/>
              <a:pathLst>
                <a:path extrusionOk="0" h="530" w="338">
                  <a:moveTo>
                    <a:pt x="0" y="32"/>
                  </a:moveTo>
                  <a:lnTo>
                    <a:pt x="44" y="135"/>
                  </a:lnTo>
                  <a:lnTo>
                    <a:pt x="55" y="220"/>
                  </a:lnTo>
                  <a:lnTo>
                    <a:pt x="61" y="315"/>
                  </a:lnTo>
                  <a:lnTo>
                    <a:pt x="44" y="427"/>
                  </a:lnTo>
                  <a:lnTo>
                    <a:pt x="44" y="490"/>
                  </a:lnTo>
                  <a:lnTo>
                    <a:pt x="66" y="524"/>
                  </a:lnTo>
                  <a:lnTo>
                    <a:pt x="106" y="530"/>
                  </a:lnTo>
                  <a:lnTo>
                    <a:pt x="207" y="484"/>
                  </a:lnTo>
                  <a:lnTo>
                    <a:pt x="333" y="427"/>
                  </a:lnTo>
                  <a:lnTo>
                    <a:pt x="338" y="338"/>
                  </a:lnTo>
                  <a:lnTo>
                    <a:pt x="270" y="384"/>
                  </a:lnTo>
                  <a:lnTo>
                    <a:pt x="201" y="424"/>
                  </a:lnTo>
                  <a:lnTo>
                    <a:pt x="112" y="450"/>
                  </a:lnTo>
                  <a:lnTo>
                    <a:pt x="123" y="372"/>
                  </a:lnTo>
                  <a:lnTo>
                    <a:pt x="123" y="287"/>
                  </a:lnTo>
                  <a:lnTo>
                    <a:pt x="112" y="180"/>
                  </a:lnTo>
                  <a:lnTo>
                    <a:pt x="89" y="89"/>
                  </a:lnTo>
                  <a:lnTo>
                    <a:pt x="49" y="0"/>
                  </a:lnTo>
                  <a:lnTo>
                    <a:pt x="0" y="32"/>
                  </a:lnTo>
                  <a:lnTo>
                    <a:pt x="0"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4" name="Google Shape;604;p14"/>
            <p:cNvSpPr/>
            <p:nvPr/>
          </p:nvSpPr>
          <p:spPr>
            <a:xfrm>
              <a:off x="588" y="3176"/>
              <a:ext cx="91" cy="238"/>
            </a:xfrm>
            <a:custGeom>
              <a:rect b="b" l="l" r="r" t="t"/>
              <a:pathLst>
                <a:path extrusionOk="0" h="458" w="175">
                  <a:moveTo>
                    <a:pt x="152" y="0"/>
                  </a:moveTo>
                  <a:lnTo>
                    <a:pt x="175" y="125"/>
                  </a:lnTo>
                  <a:lnTo>
                    <a:pt x="163" y="294"/>
                  </a:lnTo>
                  <a:lnTo>
                    <a:pt x="152" y="452"/>
                  </a:lnTo>
                  <a:lnTo>
                    <a:pt x="118" y="458"/>
                  </a:lnTo>
                  <a:lnTo>
                    <a:pt x="63" y="429"/>
                  </a:lnTo>
                  <a:lnTo>
                    <a:pt x="0" y="372"/>
                  </a:lnTo>
                  <a:lnTo>
                    <a:pt x="6" y="306"/>
                  </a:lnTo>
                  <a:lnTo>
                    <a:pt x="17" y="203"/>
                  </a:lnTo>
                  <a:lnTo>
                    <a:pt x="17" y="79"/>
                  </a:lnTo>
                  <a:lnTo>
                    <a:pt x="6" y="45"/>
                  </a:lnTo>
                  <a:lnTo>
                    <a:pt x="40" y="22"/>
                  </a:lnTo>
                  <a:lnTo>
                    <a:pt x="63" y="114"/>
                  </a:lnTo>
                  <a:lnTo>
                    <a:pt x="63" y="214"/>
                  </a:lnTo>
                  <a:lnTo>
                    <a:pt x="45" y="338"/>
                  </a:lnTo>
                  <a:lnTo>
                    <a:pt x="101" y="395"/>
                  </a:lnTo>
                  <a:lnTo>
                    <a:pt x="112" y="300"/>
                  </a:lnTo>
                  <a:lnTo>
                    <a:pt x="123" y="214"/>
                  </a:lnTo>
                  <a:lnTo>
                    <a:pt x="125" y="152"/>
                  </a:lnTo>
                  <a:lnTo>
                    <a:pt x="112" y="85"/>
                  </a:lnTo>
                  <a:lnTo>
                    <a:pt x="95" y="22"/>
                  </a:lnTo>
                  <a:lnTo>
                    <a:pt x="152" y="0"/>
                  </a:lnTo>
                  <a:lnTo>
                    <a:pt x="15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5" name="Google Shape;605;p14"/>
            <p:cNvSpPr/>
            <p:nvPr/>
          </p:nvSpPr>
          <p:spPr>
            <a:xfrm>
              <a:off x="612" y="2912"/>
              <a:ext cx="119" cy="150"/>
            </a:xfrm>
            <a:custGeom>
              <a:rect b="b" l="l" r="r" t="t"/>
              <a:pathLst>
                <a:path extrusionOk="0" h="287" w="231">
                  <a:moveTo>
                    <a:pt x="27" y="0"/>
                  </a:moveTo>
                  <a:lnTo>
                    <a:pt x="107" y="89"/>
                  </a:lnTo>
                  <a:lnTo>
                    <a:pt x="164" y="164"/>
                  </a:lnTo>
                  <a:lnTo>
                    <a:pt x="231" y="287"/>
                  </a:lnTo>
                  <a:lnTo>
                    <a:pt x="175" y="281"/>
                  </a:lnTo>
                  <a:lnTo>
                    <a:pt x="130" y="226"/>
                  </a:lnTo>
                  <a:lnTo>
                    <a:pt x="78" y="146"/>
                  </a:lnTo>
                  <a:lnTo>
                    <a:pt x="33" y="78"/>
                  </a:lnTo>
                  <a:lnTo>
                    <a:pt x="0" y="23"/>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6" name="Google Shape;606;p14"/>
            <p:cNvSpPr/>
            <p:nvPr/>
          </p:nvSpPr>
          <p:spPr>
            <a:xfrm>
              <a:off x="806" y="2747"/>
              <a:ext cx="96" cy="236"/>
            </a:xfrm>
            <a:custGeom>
              <a:rect b="b" l="l" r="r" t="t"/>
              <a:pathLst>
                <a:path extrusionOk="0" h="452" w="184">
                  <a:moveTo>
                    <a:pt x="0" y="384"/>
                  </a:moveTo>
                  <a:lnTo>
                    <a:pt x="32" y="351"/>
                  </a:lnTo>
                  <a:lnTo>
                    <a:pt x="84" y="226"/>
                  </a:lnTo>
                  <a:lnTo>
                    <a:pt x="124" y="131"/>
                  </a:lnTo>
                  <a:lnTo>
                    <a:pt x="141" y="62"/>
                  </a:lnTo>
                  <a:lnTo>
                    <a:pt x="181" y="0"/>
                  </a:lnTo>
                  <a:lnTo>
                    <a:pt x="184" y="125"/>
                  </a:lnTo>
                  <a:lnTo>
                    <a:pt x="141" y="260"/>
                  </a:lnTo>
                  <a:lnTo>
                    <a:pt x="107" y="357"/>
                  </a:lnTo>
                  <a:lnTo>
                    <a:pt x="50" y="452"/>
                  </a:lnTo>
                  <a:lnTo>
                    <a:pt x="0" y="384"/>
                  </a:lnTo>
                  <a:lnTo>
                    <a:pt x="0" y="3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7" name="Google Shape;607;p14"/>
            <p:cNvSpPr/>
            <p:nvPr/>
          </p:nvSpPr>
          <p:spPr>
            <a:xfrm>
              <a:off x="404" y="2944"/>
              <a:ext cx="407" cy="274"/>
            </a:xfrm>
            <a:custGeom>
              <a:rect b="b" l="l" r="r" t="t"/>
              <a:pathLst>
                <a:path extrusionOk="0" h="524" w="785">
                  <a:moveTo>
                    <a:pt x="751" y="230"/>
                  </a:moveTo>
                  <a:lnTo>
                    <a:pt x="694" y="298"/>
                  </a:lnTo>
                  <a:lnTo>
                    <a:pt x="620" y="350"/>
                  </a:lnTo>
                  <a:lnTo>
                    <a:pt x="542" y="399"/>
                  </a:lnTo>
                  <a:lnTo>
                    <a:pt x="468" y="433"/>
                  </a:lnTo>
                  <a:lnTo>
                    <a:pt x="394" y="456"/>
                  </a:lnTo>
                  <a:lnTo>
                    <a:pt x="306" y="473"/>
                  </a:lnTo>
                  <a:lnTo>
                    <a:pt x="242" y="467"/>
                  </a:lnTo>
                  <a:lnTo>
                    <a:pt x="164" y="462"/>
                  </a:lnTo>
                  <a:lnTo>
                    <a:pt x="114" y="452"/>
                  </a:lnTo>
                  <a:lnTo>
                    <a:pt x="78" y="429"/>
                  </a:lnTo>
                  <a:lnTo>
                    <a:pt x="63" y="389"/>
                  </a:lnTo>
                  <a:lnTo>
                    <a:pt x="63" y="315"/>
                  </a:lnTo>
                  <a:lnTo>
                    <a:pt x="84" y="230"/>
                  </a:lnTo>
                  <a:lnTo>
                    <a:pt x="141" y="140"/>
                  </a:lnTo>
                  <a:lnTo>
                    <a:pt x="198" y="83"/>
                  </a:lnTo>
                  <a:lnTo>
                    <a:pt x="253" y="15"/>
                  </a:lnTo>
                  <a:lnTo>
                    <a:pt x="215" y="0"/>
                  </a:lnTo>
                  <a:lnTo>
                    <a:pt x="130" y="66"/>
                  </a:lnTo>
                  <a:lnTo>
                    <a:pt x="63" y="152"/>
                  </a:lnTo>
                  <a:lnTo>
                    <a:pt x="23" y="224"/>
                  </a:lnTo>
                  <a:lnTo>
                    <a:pt x="6" y="298"/>
                  </a:lnTo>
                  <a:lnTo>
                    <a:pt x="0" y="378"/>
                  </a:lnTo>
                  <a:lnTo>
                    <a:pt x="18" y="433"/>
                  </a:lnTo>
                  <a:lnTo>
                    <a:pt x="63" y="479"/>
                  </a:lnTo>
                  <a:lnTo>
                    <a:pt x="141" y="502"/>
                  </a:lnTo>
                  <a:lnTo>
                    <a:pt x="221" y="524"/>
                  </a:lnTo>
                  <a:lnTo>
                    <a:pt x="310" y="524"/>
                  </a:lnTo>
                  <a:lnTo>
                    <a:pt x="421" y="509"/>
                  </a:lnTo>
                  <a:lnTo>
                    <a:pt x="531" y="473"/>
                  </a:lnTo>
                  <a:lnTo>
                    <a:pt x="588" y="450"/>
                  </a:lnTo>
                  <a:lnTo>
                    <a:pt x="649" y="422"/>
                  </a:lnTo>
                  <a:lnTo>
                    <a:pt x="723" y="361"/>
                  </a:lnTo>
                  <a:lnTo>
                    <a:pt x="768" y="321"/>
                  </a:lnTo>
                  <a:lnTo>
                    <a:pt x="785" y="275"/>
                  </a:lnTo>
                  <a:lnTo>
                    <a:pt x="751" y="230"/>
                  </a:lnTo>
                  <a:lnTo>
                    <a:pt x="751" y="2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8" name="Google Shape;608;p14"/>
            <p:cNvSpPr/>
            <p:nvPr/>
          </p:nvSpPr>
          <p:spPr>
            <a:xfrm>
              <a:off x="480" y="2744"/>
              <a:ext cx="120" cy="274"/>
            </a:xfrm>
            <a:custGeom>
              <a:rect b="b" l="l" r="r" t="t"/>
              <a:pathLst>
                <a:path extrusionOk="0" h="526" w="232">
                  <a:moveTo>
                    <a:pt x="232" y="526"/>
                  </a:moveTo>
                  <a:lnTo>
                    <a:pt x="226" y="452"/>
                  </a:lnTo>
                  <a:lnTo>
                    <a:pt x="209" y="407"/>
                  </a:lnTo>
                  <a:lnTo>
                    <a:pt x="192" y="378"/>
                  </a:lnTo>
                  <a:lnTo>
                    <a:pt x="163" y="390"/>
                  </a:lnTo>
                  <a:lnTo>
                    <a:pt x="146" y="367"/>
                  </a:lnTo>
                  <a:lnTo>
                    <a:pt x="129" y="317"/>
                  </a:lnTo>
                  <a:lnTo>
                    <a:pt x="118" y="277"/>
                  </a:lnTo>
                  <a:lnTo>
                    <a:pt x="95" y="243"/>
                  </a:lnTo>
                  <a:lnTo>
                    <a:pt x="57" y="215"/>
                  </a:lnTo>
                  <a:lnTo>
                    <a:pt x="85" y="192"/>
                  </a:lnTo>
                  <a:lnTo>
                    <a:pt x="112" y="143"/>
                  </a:lnTo>
                  <a:lnTo>
                    <a:pt x="140" y="68"/>
                  </a:lnTo>
                  <a:lnTo>
                    <a:pt x="163" y="0"/>
                  </a:lnTo>
                  <a:lnTo>
                    <a:pt x="118" y="17"/>
                  </a:lnTo>
                  <a:lnTo>
                    <a:pt x="95" y="57"/>
                  </a:lnTo>
                  <a:lnTo>
                    <a:pt x="74" y="108"/>
                  </a:lnTo>
                  <a:lnTo>
                    <a:pt x="51" y="165"/>
                  </a:lnTo>
                  <a:lnTo>
                    <a:pt x="23" y="198"/>
                  </a:lnTo>
                  <a:lnTo>
                    <a:pt x="0" y="238"/>
                  </a:lnTo>
                  <a:lnTo>
                    <a:pt x="28" y="243"/>
                  </a:lnTo>
                  <a:lnTo>
                    <a:pt x="57" y="283"/>
                  </a:lnTo>
                  <a:lnTo>
                    <a:pt x="74" y="323"/>
                  </a:lnTo>
                  <a:lnTo>
                    <a:pt x="91" y="407"/>
                  </a:lnTo>
                  <a:lnTo>
                    <a:pt x="129" y="418"/>
                  </a:lnTo>
                  <a:lnTo>
                    <a:pt x="180" y="424"/>
                  </a:lnTo>
                  <a:lnTo>
                    <a:pt x="180" y="498"/>
                  </a:lnTo>
                  <a:lnTo>
                    <a:pt x="232" y="526"/>
                  </a:lnTo>
                  <a:lnTo>
                    <a:pt x="232" y="5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9" name="Google Shape;609;p14"/>
            <p:cNvSpPr/>
            <p:nvPr/>
          </p:nvSpPr>
          <p:spPr>
            <a:xfrm>
              <a:off x="356" y="3170"/>
              <a:ext cx="148" cy="273"/>
            </a:xfrm>
            <a:custGeom>
              <a:rect b="b" l="l" r="r" t="t"/>
              <a:pathLst>
                <a:path extrusionOk="0" h="527" w="283">
                  <a:moveTo>
                    <a:pt x="154" y="0"/>
                  </a:moveTo>
                  <a:lnTo>
                    <a:pt x="160" y="126"/>
                  </a:lnTo>
                  <a:lnTo>
                    <a:pt x="148" y="204"/>
                  </a:lnTo>
                  <a:lnTo>
                    <a:pt x="131" y="272"/>
                  </a:lnTo>
                  <a:lnTo>
                    <a:pt x="103" y="331"/>
                  </a:lnTo>
                  <a:lnTo>
                    <a:pt x="57" y="396"/>
                  </a:lnTo>
                  <a:lnTo>
                    <a:pt x="12" y="453"/>
                  </a:lnTo>
                  <a:lnTo>
                    <a:pt x="0" y="498"/>
                  </a:lnTo>
                  <a:lnTo>
                    <a:pt x="34" y="521"/>
                  </a:lnTo>
                  <a:lnTo>
                    <a:pt x="126" y="527"/>
                  </a:lnTo>
                  <a:lnTo>
                    <a:pt x="217" y="517"/>
                  </a:lnTo>
                  <a:lnTo>
                    <a:pt x="283" y="510"/>
                  </a:lnTo>
                  <a:lnTo>
                    <a:pt x="272" y="435"/>
                  </a:lnTo>
                  <a:lnTo>
                    <a:pt x="209" y="451"/>
                  </a:lnTo>
                  <a:lnTo>
                    <a:pt x="143" y="462"/>
                  </a:lnTo>
                  <a:lnTo>
                    <a:pt x="80" y="453"/>
                  </a:lnTo>
                  <a:lnTo>
                    <a:pt x="120" y="396"/>
                  </a:lnTo>
                  <a:lnTo>
                    <a:pt x="154" y="318"/>
                  </a:lnTo>
                  <a:lnTo>
                    <a:pt x="181" y="249"/>
                  </a:lnTo>
                  <a:lnTo>
                    <a:pt x="204" y="154"/>
                  </a:lnTo>
                  <a:lnTo>
                    <a:pt x="204" y="46"/>
                  </a:lnTo>
                  <a:lnTo>
                    <a:pt x="154" y="0"/>
                  </a:lnTo>
                  <a:lnTo>
                    <a:pt x="15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0" name="Google Shape;610;p14"/>
            <p:cNvSpPr/>
            <p:nvPr/>
          </p:nvSpPr>
          <p:spPr>
            <a:xfrm>
              <a:off x="570" y="2722"/>
              <a:ext cx="95" cy="224"/>
            </a:xfrm>
            <a:custGeom>
              <a:rect b="b" l="l" r="r" t="t"/>
              <a:pathLst>
                <a:path extrusionOk="0" h="434" w="180">
                  <a:moveTo>
                    <a:pt x="180" y="33"/>
                  </a:moveTo>
                  <a:lnTo>
                    <a:pt x="118" y="67"/>
                  </a:lnTo>
                  <a:lnTo>
                    <a:pt x="85" y="101"/>
                  </a:lnTo>
                  <a:lnTo>
                    <a:pt x="62" y="135"/>
                  </a:lnTo>
                  <a:lnTo>
                    <a:pt x="57" y="175"/>
                  </a:lnTo>
                  <a:lnTo>
                    <a:pt x="57" y="236"/>
                  </a:lnTo>
                  <a:lnTo>
                    <a:pt x="57" y="321"/>
                  </a:lnTo>
                  <a:lnTo>
                    <a:pt x="62" y="407"/>
                  </a:lnTo>
                  <a:lnTo>
                    <a:pt x="79" y="434"/>
                  </a:lnTo>
                  <a:lnTo>
                    <a:pt x="51" y="434"/>
                  </a:lnTo>
                  <a:lnTo>
                    <a:pt x="17" y="384"/>
                  </a:lnTo>
                  <a:lnTo>
                    <a:pt x="11" y="327"/>
                  </a:lnTo>
                  <a:lnTo>
                    <a:pt x="0" y="225"/>
                  </a:lnTo>
                  <a:lnTo>
                    <a:pt x="5" y="152"/>
                  </a:lnTo>
                  <a:lnTo>
                    <a:pt x="28" y="72"/>
                  </a:lnTo>
                  <a:lnTo>
                    <a:pt x="79" y="33"/>
                  </a:lnTo>
                  <a:lnTo>
                    <a:pt x="129" y="0"/>
                  </a:lnTo>
                  <a:lnTo>
                    <a:pt x="180" y="4"/>
                  </a:lnTo>
                  <a:lnTo>
                    <a:pt x="180" y="33"/>
                  </a:lnTo>
                  <a:lnTo>
                    <a:pt x="180"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1" name="Google Shape;611;p14"/>
            <p:cNvSpPr/>
            <p:nvPr/>
          </p:nvSpPr>
          <p:spPr>
            <a:xfrm>
              <a:off x="528" y="2677"/>
              <a:ext cx="145" cy="73"/>
            </a:xfrm>
            <a:custGeom>
              <a:rect b="b" l="l" r="r" t="t"/>
              <a:pathLst>
                <a:path extrusionOk="0" h="140" w="281">
                  <a:moveTo>
                    <a:pt x="0" y="89"/>
                  </a:moveTo>
                  <a:lnTo>
                    <a:pt x="78" y="28"/>
                  </a:lnTo>
                  <a:lnTo>
                    <a:pt x="124" y="0"/>
                  </a:lnTo>
                  <a:lnTo>
                    <a:pt x="163" y="0"/>
                  </a:lnTo>
                  <a:lnTo>
                    <a:pt x="196" y="34"/>
                  </a:lnTo>
                  <a:lnTo>
                    <a:pt x="230" y="17"/>
                  </a:lnTo>
                  <a:lnTo>
                    <a:pt x="276" y="11"/>
                  </a:lnTo>
                  <a:lnTo>
                    <a:pt x="281" y="45"/>
                  </a:lnTo>
                  <a:lnTo>
                    <a:pt x="236" y="57"/>
                  </a:lnTo>
                  <a:lnTo>
                    <a:pt x="184" y="80"/>
                  </a:lnTo>
                  <a:lnTo>
                    <a:pt x="158" y="89"/>
                  </a:lnTo>
                  <a:lnTo>
                    <a:pt x="118" y="45"/>
                  </a:lnTo>
                  <a:lnTo>
                    <a:pt x="78" y="85"/>
                  </a:lnTo>
                  <a:lnTo>
                    <a:pt x="4" y="140"/>
                  </a:lnTo>
                  <a:lnTo>
                    <a:pt x="2" y="100"/>
                  </a:lnTo>
                  <a:lnTo>
                    <a:pt x="0" y="89"/>
                  </a:lnTo>
                  <a:lnTo>
                    <a:pt x="0" y="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2" name="Google Shape;612;p14"/>
            <p:cNvSpPr/>
            <p:nvPr/>
          </p:nvSpPr>
          <p:spPr>
            <a:xfrm>
              <a:off x="826" y="2713"/>
              <a:ext cx="111" cy="833"/>
            </a:xfrm>
            <a:custGeom>
              <a:rect b="b" l="l" r="r" t="t"/>
              <a:pathLst>
                <a:path extrusionOk="0" h="1604" w="215">
                  <a:moveTo>
                    <a:pt x="152" y="0"/>
                  </a:moveTo>
                  <a:lnTo>
                    <a:pt x="186" y="204"/>
                  </a:lnTo>
                  <a:lnTo>
                    <a:pt x="204" y="333"/>
                  </a:lnTo>
                  <a:lnTo>
                    <a:pt x="215" y="439"/>
                  </a:lnTo>
                  <a:lnTo>
                    <a:pt x="215" y="643"/>
                  </a:lnTo>
                  <a:lnTo>
                    <a:pt x="198" y="932"/>
                  </a:lnTo>
                  <a:lnTo>
                    <a:pt x="169" y="1141"/>
                  </a:lnTo>
                  <a:lnTo>
                    <a:pt x="146" y="1333"/>
                  </a:lnTo>
                  <a:lnTo>
                    <a:pt x="74" y="1587"/>
                  </a:lnTo>
                  <a:lnTo>
                    <a:pt x="17" y="1604"/>
                  </a:lnTo>
                  <a:lnTo>
                    <a:pt x="0" y="1582"/>
                  </a:lnTo>
                  <a:lnTo>
                    <a:pt x="17" y="1479"/>
                  </a:lnTo>
                  <a:lnTo>
                    <a:pt x="63" y="1321"/>
                  </a:lnTo>
                  <a:lnTo>
                    <a:pt x="114" y="1066"/>
                  </a:lnTo>
                  <a:lnTo>
                    <a:pt x="146" y="869"/>
                  </a:lnTo>
                  <a:lnTo>
                    <a:pt x="146" y="616"/>
                  </a:lnTo>
                  <a:lnTo>
                    <a:pt x="165" y="428"/>
                  </a:lnTo>
                  <a:lnTo>
                    <a:pt x="120" y="152"/>
                  </a:lnTo>
                  <a:lnTo>
                    <a:pt x="152" y="0"/>
                  </a:lnTo>
                  <a:lnTo>
                    <a:pt x="15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3" name="Google Shape;613;p14"/>
            <p:cNvSpPr/>
            <p:nvPr/>
          </p:nvSpPr>
          <p:spPr>
            <a:xfrm>
              <a:off x="325" y="3187"/>
              <a:ext cx="208" cy="617"/>
            </a:xfrm>
            <a:custGeom>
              <a:rect b="b" l="l" r="r" t="t"/>
              <a:pathLst>
                <a:path extrusionOk="0" h="1187" w="401">
                  <a:moveTo>
                    <a:pt x="282" y="0"/>
                  </a:moveTo>
                  <a:lnTo>
                    <a:pt x="287" y="135"/>
                  </a:lnTo>
                  <a:lnTo>
                    <a:pt x="304" y="284"/>
                  </a:lnTo>
                  <a:lnTo>
                    <a:pt x="327" y="424"/>
                  </a:lnTo>
                  <a:lnTo>
                    <a:pt x="316" y="516"/>
                  </a:lnTo>
                  <a:lnTo>
                    <a:pt x="282" y="650"/>
                  </a:lnTo>
                  <a:lnTo>
                    <a:pt x="242" y="768"/>
                  </a:lnTo>
                  <a:lnTo>
                    <a:pt x="187" y="920"/>
                  </a:lnTo>
                  <a:lnTo>
                    <a:pt x="141" y="1017"/>
                  </a:lnTo>
                  <a:lnTo>
                    <a:pt x="118" y="1080"/>
                  </a:lnTo>
                  <a:lnTo>
                    <a:pt x="67" y="1120"/>
                  </a:lnTo>
                  <a:lnTo>
                    <a:pt x="0" y="1147"/>
                  </a:lnTo>
                  <a:lnTo>
                    <a:pt x="17" y="1187"/>
                  </a:lnTo>
                  <a:lnTo>
                    <a:pt x="78" y="1181"/>
                  </a:lnTo>
                  <a:lnTo>
                    <a:pt x="147" y="1137"/>
                  </a:lnTo>
                  <a:lnTo>
                    <a:pt x="198" y="1080"/>
                  </a:lnTo>
                  <a:lnTo>
                    <a:pt x="259" y="943"/>
                  </a:lnTo>
                  <a:lnTo>
                    <a:pt x="327" y="768"/>
                  </a:lnTo>
                  <a:lnTo>
                    <a:pt x="379" y="599"/>
                  </a:lnTo>
                  <a:lnTo>
                    <a:pt x="401" y="498"/>
                  </a:lnTo>
                  <a:lnTo>
                    <a:pt x="401" y="413"/>
                  </a:lnTo>
                  <a:lnTo>
                    <a:pt x="373" y="261"/>
                  </a:lnTo>
                  <a:lnTo>
                    <a:pt x="350" y="126"/>
                  </a:lnTo>
                  <a:lnTo>
                    <a:pt x="333" y="29"/>
                  </a:lnTo>
                  <a:lnTo>
                    <a:pt x="282" y="0"/>
                  </a:lnTo>
                  <a:lnTo>
                    <a:pt x="28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4" name="Google Shape;614;p14"/>
            <p:cNvSpPr/>
            <p:nvPr/>
          </p:nvSpPr>
          <p:spPr>
            <a:xfrm>
              <a:off x="474" y="3692"/>
              <a:ext cx="305" cy="80"/>
            </a:xfrm>
            <a:custGeom>
              <a:rect b="b" l="l" r="r" t="t"/>
              <a:pathLst>
                <a:path extrusionOk="0" h="154" w="588">
                  <a:moveTo>
                    <a:pt x="97" y="154"/>
                  </a:moveTo>
                  <a:lnTo>
                    <a:pt x="221" y="114"/>
                  </a:lnTo>
                  <a:lnTo>
                    <a:pt x="350" y="91"/>
                  </a:lnTo>
                  <a:lnTo>
                    <a:pt x="464" y="85"/>
                  </a:lnTo>
                  <a:lnTo>
                    <a:pt x="576" y="91"/>
                  </a:lnTo>
                  <a:lnTo>
                    <a:pt x="588" y="17"/>
                  </a:lnTo>
                  <a:lnTo>
                    <a:pt x="474" y="0"/>
                  </a:lnTo>
                  <a:lnTo>
                    <a:pt x="384" y="23"/>
                  </a:lnTo>
                  <a:lnTo>
                    <a:pt x="244" y="45"/>
                  </a:lnTo>
                  <a:lnTo>
                    <a:pt x="69" y="85"/>
                  </a:lnTo>
                  <a:lnTo>
                    <a:pt x="0" y="154"/>
                  </a:lnTo>
                  <a:lnTo>
                    <a:pt x="97" y="154"/>
                  </a:lnTo>
                  <a:lnTo>
                    <a:pt x="97" y="1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5" name="Google Shape;615;p14"/>
            <p:cNvSpPr/>
            <p:nvPr/>
          </p:nvSpPr>
          <p:spPr>
            <a:xfrm>
              <a:off x="861" y="3517"/>
              <a:ext cx="1275" cy="132"/>
            </a:xfrm>
            <a:custGeom>
              <a:rect b="b" l="l" r="r" t="t"/>
              <a:pathLst>
                <a:path extrusionOk="0" h="255" w="2454">
                  <a:moveTo>
                    <a:pt x="22" y="63"/>
                  </a:moveTo>
                  <a:lnTo>
                    <a:pt x="157" y="63"/>
                  </a:lnTo>
                  <a:lnTo>
                    <a:pt x="332" y="46"/>
                  </a:lnTo>
                  <a:lnTo>
                    <a:pt x="518" y="52"/>
                  </a:lnTo>
                  <a:lnTo>
                    <a:pt x="710" y="57"/>
                  </a:lnTo>
                  <a:lnTo>
                    <a:pt x="902" y="80"/>
                  </a:lnTo>
                  <a:lnTo>
                    <a:pt x="1152" y="103"/>
                  </a:lnTo>
                  <a:lnTo>
                    <a:pt x="1416" y="147"/>
                  </a:lnTo>
                  <a:lnTo>
                    <a:pt x="1783" y="204"/>
                  </a:lnTo>
                  <a:lnTo>
                    <a:pt x="1935" y="227"/>
                  </a:lnTo>
                  <a:lnTo>
                    <a:pt x="2155" y="244"/>
                  </a:lnTo>
                  <a:lnTo>
                    <a:pt x="2324" y="255"/>
                  </a:lnTo>
                  <a:lnTo>
                    <a:pt x="2425" y="244"/>
                  </a:lnTo>
                  <a:lnTo>
                    <a:pt x="2454" y="204"/>
                  </a:lnTo>
                  <a:lnTo>
                    <a:pt x="2448" y="147"/>
                  </a:lnTo>
                  <a:lnTo>
                    <a:pt x="2376" y="158"/>
                  </a:lnTo>
                  <a:lnTo>
                    <a:pt x="2250" y="164"/>
                  </a:lnTo>
                  <a:lnTo>
                    <a:pt x="2003" y="141"/>
                  </a:lnTo>
                  <a:lnTo>
                    <a:pt x="1760" y="113"/>
                  </a:lnTo>
                  <a:lnTo>
                    <a:pt x="1376" y="69"/>
                  </a:lnTo>
                  <a:lnTo>
                    <a:pt x="1083" y="35"/>
                  </a:lnTo>
                  <a:lnTo>
                    <a:pt x="914" y="12"/>
                  </a:lnTo>
                  <a:lnTo>
                    <a:pt x="648" y="0"/>
                  </a:lnTo>
                  <a:lnTo>
                    <a:pt x="349" y="6"/>
                  </a:lnTo>
                  <a:lnTo>
                    <a:pt x="123" y="12"/>
                  </a:lnTo>
                  <a:lnTo>
                    <a:pt x="0" y="12"/>
                  </a:lnTo>
                  <a:lnTo>
                    <a:pt x="22" y="63"/>
                  </a:lnTo>
                  <a:lnTo>
                    <a:pt x="22"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6" name="Google Shape;616;p14"/>
            <p:cNvSpPr/>
            <p:nvPr/>
          </p:nvSpPr>
          <p:spPr>
            <a:xfrm>
              <a:off x="391" y="3463"/>
              <a:ext cx="739" cy="406"/>
            </a:xfrm>
            <a:custGeom>
              <a:rect b="b" l="l" r="r" t="t"/>
              <a:pathLst>
                <a:path extrusionOk="0" h="781" w="1421">
                  <a:moveTo>
                    <a:pt x="112" y="633"/>
                  </a:moveTo>
                  <a:lnTo>
                    <a:pt x="40" y="656"/>
                  </a:lnTo>
                  <a:lnTo>
                    <a:pt x="0" y="644"/>
                  </a:lnTo>
                  <a:lnTo>
                    <a:pt x="17" y="616"/>
                  </a:lnTo>
                  <a:lnTo>
                    <a:pt x="85" y="595"/>
                  </a:lnTo>
                  <a:lnTo>
                    <a:pt x="157" y="560"/>
                  </a:lnTo>
                  <a:lnTo>
                    <a:pt x="209" y="503"/>
                  </a:lnTo>
                  <a:lnTo>
                    <a:pt x="281" y="397"/>
                  </a:lnTo>
                  <a:lnTo>
                    <a:pt x="361" y="283"/>
                  </a:lnTo>
                  <a:lnTo>
                    <a:pt x="467" y="137"/>
                  </a:lnTo>
                  <a:lnTo>
                    <a:pt x="553" y="57"/>
                  </a:lnTo>
                  <a:lnTo>
                    <a:pt x="598" y="11"/>
                  </a:lnTo>
                  <a:lnTo>
                    <a:pt x="654" y="0"/>
                  </a:lnTo>
                  <a:lnTo>
                    <a:pt x="693" y="28"/>
                  </a:lnTo>
                  <a:lnTo>
                    <a:pt x="722" y="102"/>
                  </a:lnTo>
                  <a:lnTo>
                    <a:pt x="745" y="177"/>
                  </a:lnTo>
                  <a:lnTo>
                    <a:pt x="756" y="311"/>
                  </a:lnTo>
                  <a:lnTo>
                    <a:pt x="779" y="446"/>
                  </a:lnTo>
                  <a:lnTo>
                    <a:pt x="790" y="538"/>
                  </a:lnTo>
                  <a:lnTo>
                    <a:pt x="811" y="621"/>
                  </a:lnTo>
                  <a:lnTo>
                    <a:pt x="828" y="661"/>
                  </a:lnTo>
                  <a:lnTo>
                    <a:pt x="857" y="695"/>
                  </a:lnTo>
                  <a:lnTo>
                    <a:pt x="868" y="638"/>
                  </a:lnTo>
                  <a:lnTo>
                    <a:pt x="891" y="606"/>
                  </a:lnTo>
                  <a:lnTo>
                    <a:pt x="903" y="566"/>
                  </a:lnTo>
                  <a:lnTo>
                    <a:pt x="908" y="481"/>
                  </a:lnTo>
                  <a:lnTo>
                    <a:pt x="931" y="386"/>
                  </a:lnTo>
                  <a:lnTo>
                    <a:pt x="980" y="294"/>
                  </a:lnTo>
                  <a:lnTo>
                    <a:pt x="1015" y="205"/>
                  </a:lnTo>
                  <a:lnTo>
                    <a:pt x="1077" y="137"/>
                  </a:lnTo>
                  <a:lnTo>
                    <a:pt x="1172" y="131"/>
                  </a:lnTo>
                  <a:lnTo>
                    <a:pt x="1106" y="215"/>
                  </a:lnTo>
                  <a:lnTo>
                    <a:pt x="1043" y="329"/>
                  </a:lnTo>
                  <a:lnTo>
                    <a:pt x="1003" y="412"/>
                  </a:lnTo>
                  <a:lnTo>
                    <a:pt x="1083" y="412"/>
                  </a:lnTo>
                  <a:lnTo>
                    <a:pt x="1140" y="412"/>
                  </a:lnTo>
                  <a:lnTo>
                    <a:pt x="1195" y="429"/>
                  </a:lnTo>
                  <a:lnTo>
                    <a:pt x="1399" y="429"/>
                  </a:lnTo>
                  <a:lnTo>
                    <a:pt x="1421" y="458"/>
                  </a:lnTo>
                  <a:lnTo>
                    <a:pt x="1399" y="486"/>
                  </a:lnTo>
                  <a:lnTo>
                    <a:pt x="1304" y="486"/>
                  </a:lnTo>
                  <a:lnTo>
                    <a:pt x="1264" y="503"/>
                  </a:lnTo>
                  <a:lnTo>
                    <a:pt x="1207" y="526"/>
                  </a:lnTo>
                  <a:lnTo>
                    <a:pt x="1190" y="599"/>
                  </a:lnTo>
                  <a:lnTo>
                    <a:pt x="1140" y="621"/>
                  </a:lnTo>
                  <a:lnTo>
                    <a:pt x="1060" y="656"/>
                  </a:lnTo>
                  <a:lnTo>
                    <a:pt x="971" y="678"/>
                  </a:lnTo>
                  <a:lnTo>
                    <a:pt x="920" y="718"/>
                  </a:lnTo>
                  <a:lnTo>
                    <a:pt x="903" y="764"/>
                  </a:lnTo>
                  <a:lnTo>
                    <a:pt x="874" y="781"/>
                  </a:lnTo>
                  <a:lnTo>
                    <a:pt x="840" y="747"/>
                  </a:lnTo>
                  <a:lnTo>
                    <a:pt x="817" y="718"/>
                  </a:lnTo>
                  <a:lnTo>
                    <a:pt x="785" y="673"/>
                  </a:lnTo>
                  <a:lnTo>
                    <a:pt x="739" y="638"/>
                  </a:lnTo>
                  <a:lnTo>
                    <a:pt x="711" y="589"/>
                  </a:lnTo>
                  <a:lnTo>
                    <a:pt x="705" y="521"/>
                  </a:lnTo>
                  <a:lnTo>
                    <a:pt x="688" y="300"/>
                  </a:lnTo>
                  <a:lnTo>
                    <a:pt x="671" y="205"/>
                  </a:lnTo>
                  <a:lnTo>
                    <a:pt x="642" y="74"/>
                  </a:lnTo>
                  <a:lnTo>
                    <a:pt x="598" y="114"/>
                  </a:lnTo>
                  <a:lnTo>
                    <a:pt x="519" y="182"/>
                  </a:lnTo>
                  <a:lnTo>
                    <a:pt x="444" y="277"/>
                  </a:lnTo>
                  <a:lnTo>
                    <a:pt x="384" y="369"/>
                  </a:lnTo>
                  <a:lnTo>
                    <a:pt x="332" y="452"/>
                  </a:lnTo>
                  <a:lnTo>
                    <a:pt x="271" y="526"/>
                  </a:lnTo>
                  <a:lnTo>
                    <a:pt x="220" y="599"/>
                  </a:lnTo>
                  <a:lnTo>
                    <a:pt x="157" y="627"/>
                  </a:lnTo>
                  <a:lnTo>
                    <a:pt x="112" y="633"/>
                  </a:lnTo>
                  <a:lnTo>
                    <a:pt x="112" y="6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7" name="Google Shape;617;p14"/>
            <p:cNvSpPr/>
            <p:nvPr/>
          </p:nvSpPr>
          <p:spPr>
            <a:xfrm>
              <a:off x="1371" y="3546"/>
              <a:ext cx="96" cy="293"/>
            </a:xfrm>
            <a:custGeom>
              <a:rect b="b" l="l" r="r" t="t"/>
              <a:pathLst>
                <a:path extrusionOk="0" h="565" w="185">
                  <a:moveTo>
                    <a:pt x="0" y="525"/>
                  </a:moveTo>
                  <a:lnTo>
                    <a:pt x="50" y="373"/>
                  </a:lnTo>
                  <a:lnTo>
                    <a:pt x="101" y="135"/>
                  </a:lnTo>
                  <a:lnTo>
                    <a:pt x="112" y="0"/>
                  </a:lnTo>
                  <a:lnTo>
                    <a:pt x="185" y="18"/>
                  </a:lnTo>
                  <a:lnTo>
                    <a:pt x="135" y="253"/>
                  </a:lnTo>
                  <a:lnTo>
                    <a:pt x="112" y="407"/>
                  </a:lnTo>
                  <a:lnTo>
                    <a:pt x="90" y="519"/>
                  </a:lnTo>
                  <a:lnTo>
                    <a:pt x="50" y="565"/>
                  </a:lnTo>
                  <a:lnTo>
                    <a:pt x="0" y="525"/>
                  </a:lnTo>
                  <a:lnTo>
                    <a:pt x="0" y="5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8" name="Google Shape;618;p14"/>
            <p:cNvSpPr/>
            <p:nvPr/>
          </p:nvSpPr>
          <p:spPr>
            <a:xfrm>
              <a:off x="1556" y="3575"/>
              <a:ext cx="208" cy="270"/>
            </a:xfrm>
            <a:custGeom>
              <a:rect b="b" l="l" r="r" t="t"/>
              <a:pathLst>
                <a:path extrusionOk="0" h="520" w="399">
                  <a:moveTo>
                    <a:pt x="0" y="0"/>
                  </a:moveTo>
                  <a:lnTo>
                    <a:pt x="118" y="209"/>
                  </a:lnTo>
                  <a:lnTo>
                    <a:pt x="196" y="336"/>
                  </a:lnTo>
                  <a:lnTo>
                    <a:pt x="270" y="475"/>
                  </a:lnTo>
                  <a:lnTo>
                    <a:pt x="310" y="520"/>
                  </a:lnTo>
                  <a:lnTo>
                    <a:pt x="372" y="509"/>
                  </a:lnTo>
                  <a:lnTo>
                    <a:pt x="399" y="486"/>
                  </a:lnTo>
                  <a:lnTo>
                    <a:pt x="365" y="458"/>
                  </a:lnTo>
                  <a:lnTo>
                    <a:pt x="287" y="368"/>
                  </a:lnTo>
                  <a:lnTo>
                    <a:pt x="218" y="249"/>
                  </a:lnTo>
                  <a:lnTo>
                    <a:pt x="140" y="102"/>
                  </a:lnTo>
                  <a:lnTo>
                    <a:pt x="112" y="5"/>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9" name="Google Shape;619;p14"/>
            <p:cNvSpPr/>
            <p:nvPr/>
          </p:nvSpPr>
          <p:spPr>
            <a:xfrm>
              <a:off x="1066" y="3541"/>
              <a:ext cx="317" cy="275"/>
            </a:xfrm>
            <a:custGeom>
              <a:rect b="b" l="l" r="r" t="t"/>
              <a:pathLst>
                <a:path extrusionOk="0" h="530" w="608">
                  <a:moveTo>
                    <a:pt x="608" y="0"/>
                  </a:moveTo>
                  <a:lnTo>
                    <a:pt x="485" y="118"/>
                  </a:lnTo>
                  <a:lnTo>
                    <a:pt x="361" y="238"/>
                  </a:lnTo>
                  <a:lnTo>
                    <a:pt x="209" y="373"/>
                  </a:lnTo>
                  <a:lnTo>
                    <a:pt x="95" y="485"/>
                  </a:lnTo>
                  <a:lnTo>
                    <a:pt x="49" y="530"/>
                  </a:lnTo>
                  <a:lnTo>
                    <a:pt x="0" y="502"/>
                  </a:lnTo>
                  <a:lnTo>
                    <a:pt x="0" y="468"/>
                  </a:lnTo>
                  <a:lnTo>
                    <a:pt x="84" y="407"/>
                  </a:lnTo>
                  <a:lnTo>
                    <a:pt x="230" y="276"/>
                  </a:lnTo>
                  <a:lnTo>
                    <a:pt x="388" y="124"/>
                  </a:lnTo>
                  <a:lnTo>
                    <a:pt x="502" y="0"/>
                  </a:lnTo>
                  <a:lnTo>
                    <a:pt x="608" y="0"/>
                  </a:lnTo>
                  <a:lnTo>
                    <a:pt x="60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0" name="Google Shape;620;p14"/>
            <p:cNvSpPr/>
            <p:nvPr/>
          </p:nvSpPr>
          <p:spPr>
            <a:xfrm>
              <a:off x="1305" y="2308"/>
              <a:ext cx="147" cy="301"/>
            </a:xfrm>
            <a:custGeom>
              <a:rect b="b" l="l" r="r" t="t"/>
              <a:pathLst>
                <a:path extrusionOk="0" h="578" w="283">
                  <a:moveTo>
                    <a:pt x="283" y="578"/>
                  </a:moveTo>
                  <a:lnTo>
                    <a:pt x="236" y="526"/>
                  </a:lnTo>
                  <a:lnTo>
                    <a:pt x="156" y="378"/>
                  </a:lnTo>
                  <a:lnTo>
                    <a:pt x="99" y="247"/>
                  </a:lnTo>
                  <a:lnTo>
                    <a:pt x="28" y="95"/>
                  </a:lnTo>
                  <a:lnTo>
                    <a:pt x="0" y="13"/>
                  </a:lnTo>
                  <a:lnTo>
                    <a:pt x="17" y="0"/>
                  </a:lnTo>
                  <a:lnTo>
                    <a:pt x="55" y="47"/>
                  </a:lnTo>
                  <a:lnTo>
                    <a:pt x="112" y="165"/>
                  </a:lnTo>
                  <a:lnTo>
                    <a:pt x="184" y="317"/>
                  </a:lnTo>
                  <a:lnTo>
                    <a:pt x="232" y="435"/>
                  </a:lnTo>
                  <a:lnTo>
                    <a:pt x="283" y="540"/>
                  </a:lnTo>
                  <a:lnTo>
                    <a:pt x="283" y="578"/>
                  </a:lnTo>
                  <a:lnTo>
                    <a:pt x="283" y="57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1" name="Google Shape;621;p14"/>
            <p:cNvSpPr/>
            <p:nvPr/>
          </p:nvSpPr>
          <p:spPr>
            <a:xfrm>
              <a:off x="1612" y="2094"/>
              <a:ext cx="138" cy="383"/>
            </a:xfrm>
            <a:custGeom>
              <a:rect b="b" l="l" r="r" t="t"/>
              <a:pathLst>
                <a:path extrusionOk="0" h="736" w="266">
                  <a:moveTo>
                    <a:pt x="0" y="736"/>
                  </a:moveTo>
                  <a:lnTo>
                    <a:pt x="57" y="531"/>
                  </a:lnTo>
                  <a:lnTo>
                    <a:pt x="133" y="266"/>
                  </a:lnTo>
                  <a:lnTo>
                    <a:pt x="223" y="0"/>
                  </a:lnTo>
                  <a:lnTo>
                    <a:pt x="266" y="29"/>
                  </a:lnTo>
                  <a:lnTo>
                    <a:pt x="204" y="200"/>
                  </a:lnTo>
                  <a:lnTo>
                    <a:pt x="137" y="416"/>
                  </a:lnTo>
                  <a:lnTo>
                    <a:pt x="80" y="622"/>
                  </a:lnTo>
                  <a:lnTo>
                    <a:pt x="42" y="702"/>
                  </a:lnTo>
                  <a:lnTo>
                    <a:pt x="0" y="736"/>
                  </a:lnTo>
                  <a:lnTo>
                    <a:pt x="0" y="7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2" name="Google Shape;622;p14"/>
            <p:cNvSpPr/>
            <p:nvPr/>
          </p:nvSpPr>
          <p:spPr>
            <a:xfrm>
              <a:off x="1469" y="2242"/>
              <a:ext cx="160" cy="406"/>
            </a:xfrm>
            <a:custGeom>
              <a:rect b="b" l="l" r="r" t="t"/>
              <a:pathLst>
                <a:path extrusionOk="0" h="784" w="307">
                  <a:moveTo>
                    <a:pt x="209" y="21"/>
                  </a:moveTo>
                  <a:lnTo>
                    <a:pt x="123" y="310"/>
                  </a:lnTo>
                  <a:lnTo>
                    <a:pt x="62" y="523"/>
                  </a:lnTo>
                  <a:lnTo>
                    <a:pt x="0" y="713"/>
                  </a:lnTo>
                  <a:lnTo>
                    <a:pt x="11" y="770"/>
                  </a:lnTo>
                  <a:lnTo>
                    <a:pt x="53" y="784"/>
                  </a:lnTo>
                  <a:lnTo>
                    <a:pt x="100" y="694"/>
                  </a:lnTo>
                  <a:lnTo>
                    <a:pt x="171" y="514"/>
                  </a:lnTo>
                  <a:lnTo>
                    <a:pt x="237" y="295"/>
                  </a:lnTo>
                  <a:lnTo>
                    <a:pt x="307" y="35"/>
                  </a:lnTo>
                  <a:lnTo>
                    <a:pt x="275" y="0"/>
                  </a:lnTo>
                  <a:lnTo>
                    <a:pt x="209" y="21"/>
                  </a:lnTo>
                  <a:lnTo>
                    <a:pt x="209"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3" name="Google Shape;623;p14"/>
            <p:cNvSpPr/>
            <p:nvPr/>
          </p:nvSpPr>
          <p:spPr>
            <a:xfrm>
              <a:off x="1623" y="2094"/>
              <a:ext cx="395" cy="450"/>
            </a:xfrm>
            <a:custGeom>
              <a:rect b="b" l="l" r="r" t="t"/>
              <a:pathLst>
                <a:path extrusionOk="0" h="867" w="762">
                  <a:moveTo>
                    <a:pt x="283" y="0"/>
                  </a:moveTo>
                  <a:lnTo>
                    <a:pt x="375" y="38"/>
                  </a:lnTo>
                  <a:lnTo>
                    <a:pt x="441" y="80"/>
                  </a:lnTo>
                  <a:lnTo>
                    <a:pt x="498" y="128"/>
                  </a:lnTo>
                  <a:lnTo>
                    <a:pt x="563" y="200"/>
                  </a:lnTo>
                  <a:lnTo>
                    <a:pt x="629" y="295"/>
                  </a:lnTo>
                  <a:lnTo>
                    <a:pt x="686" y="388"/>
                  </a:lnTo>
                  <a:lnTo>
                    <a:pt x="713" y="449"/>
                  </a:lnTo>
                  <a:lnTo>
                    <a:pt x="743" y="550"/>
                  </a:lnTo>
                  <a:lnTo>
                    <a:pt x="762" y="656"/>
                  </a:lnTo>
                  <a:lnTo>
                    <a:pt x="749" y="749"/>
                  </a:lnTo>
                  <a:lnTo>
                    <a:pt x="631" y="783"/>
                  </a:lnTo>
                  <a:lnTo>
                    <a:pt x="445" y="825"/>
                  </a:lnTo>
                  <a:lnTo>
                    <a:pt x="261" y="854"/>
                  </a:lnTo>
                  <a:lnTo>
                    <a:pt x="95" y="867"/>
                  </a:lnTo>
                  <a:lnTo>
                    <a:pt x="42" y="854"/>
                  </a:lnTo>
                  <a:lnTo>
                    <a:pt x="0" y="819"/>
                  </a:lnTo>
                  <a:lnTo>
                    <a:pt x="6" y="787"/>
                  </a:lnTo>
                  <a:lnTo>
                    <a:pt x="171" y="749"/>
                  </a:lnTo>
                  <a:lnTo>
                    <a:pt x="375" y="698"/>
                  </a:lnTo>
                  <a:lnTo>
                    <a:pt x="559" y="650"/>
                  </a:lnTo>
                  <a:lnTo>
                    <a:pt x="658" y="616"/>
                  </a:lnTo>
                  <a:lnTo>
                    <a:pt x="658" y="536"/>
                  </a:lnTo>
                  <a:lnTo>
                    <a:pt x="629" y="435"/>
                  </a:lnTo>
                  <a:lnTo>
                    <a:pt x="578" y="327"/>
                  </a:lnTo>
                  <a:lnTo>
                    <a:pt x="512" y="228"/>
                  </a:lnTo>
                  <a:lnTo>
                    <a:pt x="451" y="162"/>
                  </a:lnTo>
                  <a:lnTo>
                    <a:pt x="346" y="95"/>
                  </a:lnTo>
                  <a:lnTo>
                    <a:pt x="280" y="57"/>
                  </a:lnTo>
                  <a:lnTo>
                    <a:pt x="266" y="29"/>
                  </a:lnTo>
                  <a:lnTo>
                    <a:pt x="283" y="0"/>
                  </a:lnTo>
                  <a:lnTo>
                    <a:pt x="2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4" name="Google Shape;624;p14"/>
            <p:cNvSpPr/>
            <p:nvPr/>
          </p:nvSpPr>
          <p:spPr>
            <a:xfrm>
              <a:off x="1026" y="2190"/>
              <a:ext cx="857" cy="914"/>
            </a:xfrm>
            <a:custGeom>
              <a:rect b="b" l="l" r="r" t="t"/>
              <a:pathLst>
                <a:path extrusionOk="0" h="1760" w="1648">
                  <a:moveTo>
                    <a:pt x="1131" y="38"/>
                  </a:moveTo>
                  <a:lnTo>
                    <a:pt x="1114" y="15"/>
                  </a:lnTo>
                  <a:lnTo>
                    <a:pt x="1019" y="0"/>
                  </a:lnTo>
                  <a:lnTo>
                    <a:pt x="829" y="9"/>
                  </a:lnTo>
                  <a:lnTo>
                    <a:pt x="692" y="57"/>
                  </a:lnTo>
                  <a:lnTo>
                    <a:pt x="553" y="123"/>
                  </a:lnTo>
                  <a:lnTo>
                    <a:pt x="426" y="218"/>
                  </a:lnTo>
                  <a:lnTo>
                    <a:pt x="346" y="289"/>
                  </a:lnTo>
                  <a:lnTo>
                    <a:pt x="257" y="374"/>
                  </a:lnTo>
                  <a:lnTo>
                    <a:pt x="194" y="450"/>
                  </a:lnTo>
                  <a:lnTo>
                    <a:pt x="127" y="551"/>
                  </a:lnTo>
                  <a:lnTo>
                    <a:pt x="70" y="678"/>
                  </a:lnTo>
                  <a:lnTo>
                    <a:pt x="25" y="821"/>
                  </a:lnTo>
                  <a:lnTo>
                    <a:pt x="4" y="935"/>
                  </a:lnTo>
                  <a:lnTo>
                    <a:pt x="0" y="1043"/>
                  </a:lnTo>
                  <a:lnTo>
                    <a:pt x="4" y="1151"/>
                  </a:lnTo>
                  <a:lnTo>
                    <a:pt x="32" y="1252"/>
                  </a:lnTo>
                  <a:lnTo>
                    <a:pt x="80" y="1366"/>
                  </a:lnTo>
                  <a:lnTo>
                    <a:pt x="146" y="1471"/>
                  </a:lnTo>
                  <a:lnTo>
                    <a:pt x="232" y="1560"/>
                  </a:lnTo>
                  <a:lnTo>
                    <a:pt x="365" y="1646"/>
                  </a:lnTo>
                  <a:lnTo>
                    <a:pt x="507" y="1707"/>
                  </a:lnTo>
                  <a:lnTo>
                    <a:pt x="635" y="1741"/>
                  </a:lnTo>
                  <a:lnTo>
                    <a:pt x="796" y="1760"/>
                  </a:lnTo>
                  <a:lnTo>
                    <a:pt x="899" y="1754"/>
                  </a:lnTo>
                  <a:lnTo>
                    <a:pt x="1038" y="1731"/>
                  </a:lnTo>
                  <a:lnTo>
                    <a:pt x="1131" y="1693"/>
                  </a:lnTo>
                  <a:lnTo>
                    <a:pt x="1226" y="1646"/>
                  </a:lnTo>
                  <a:lnTo>
                    <a:pt x="1319" y="1583"/>
                  </a:lnTo>
                  <a:lnTo>
                    <a:pt x="1429" y="1475"/>
                  </a:lnTo>
                  <a:lnTo>
                    <a:pt x="1524" y="1357"/>
                  </a:lnTo>
                  <a:lnTo>
                    <a:pt x="1589" y="1252"/>
                  </a:lnTo>
                  <a:lnTo>
                    <a:pt x="1635" y="1119"/>
                  </a:lnTo>
                  <a:lnTo>
                    <a:pt x="1644" y="1009"/>
                  </a:lnTo>
                  <a:lnTo>
                    <a:pt x="1648" y="925"/>
                  </a:lnTo>
                  <a:lnTo>
                    <a:pt x="1625" y="868"/>
                  </a:lnTo>
                  <a:lnTo>
                    <a:pt x="1597" y="834"/>
                  </a:lnTo>
                  <a:lnTo>
                    <a:pt x="1540" y="802"/>
                  </a:lnTo>
                  <a:lnTo>
                    <a:pt x="1448" y="792"/>
                  </a:lnTo>
                  <a:lnTo>
                    <a:pt x="1270" y="806"/>
                  </a:lnTo>
                  <a:lnTo>
                    <a:pt x="1108" y="830"/>
                  </a:lnTo>
                  <a:lnTo>
                    <a:pt x="962" y="834"/>
                  </a:lnTo>
                  <a:lnTo>
                    <a:pt x="947" y="768"/>
                  </a:lnTo>
                  <a:lnTo>
                    <a:pt x="918" y="840"/>
                  </a:lnTo>
                  <a:lnTo>
                    <a:pt x="933" y="872"/>
                  </a:lnTo>
                  <a:lnTo>
                    <a:pt x="981" y="887"/>
                  </a:lnTo>
                  <a:lnTo>
                    <a:pt x="1123" y="887"/>
                  </a:lnTo>
                  <a:lnTo>
                    <a:pt x="1369" y="863"/>
                  </a:lnTo>
                  <a:lnTo>
                    <a:pt x="1486" y="868"/>
                  </a:lnTo>
                  <a:lnTo>
                    <a:pt x="1530" y="878"/>
                  </a:lnTo>
                  <a:lnTo>
                    <a:pt x="1549" y="914"/>
                  </a:lnTo>
                  <a:lnTo>
                    <a:pt x="1543" y="1001"/>
                  </a:lnTo>
                  <a:lnTo>
                    <a:pt x="1524" y="1081"/>
                  </a:lnTo>
                  <a:lnTo>
                    <a:pt x="1502" y="1167"/>
                  </a:lnTo>
                  <a:lnTo>
                    <a:pt x="1448" y="1247"/>
                  </a:lnTo>
                  <a:lnTo>
                    <a:pt x="1393" y="1332"/>
                  </a:lnTo>
                  <a:lnTo>
                    <a:pt x="1302" y="1412"/>
                  </a:lnTo>
                  <a:lnTo>
                    <a:pt x="1217" y="1488"/>
                  </a:lnTo>
                  <a:lnTo>
                    <a:pt x="1104" y="1554"/>
                  </a:lnTo>
                  <a:lnTo>
                    <a:pt x="981" y="1602"/>
                  </a:lnTo>
                  <a:lnTo>
                    <a:pt x="848" y="1627"/>
                  </a:lnTo>
                  <a:lnTo>
                    <a:pt x="724" y="1640"/>
                  </a:lnTo>
                  <a:lnTo>
                    <a:pt x="568" y="1621"/>
                  </a:lnTo>
                  <a:lnTo>
                    <a:pt x="441" y="1589"/>
                  </a:lnTo>
                  <a:lnTo>
                    <a:pt x="336" y="1551"/>
                  </a:lnTo>
                  <a:lnTo>
                    <a:pt x="241" y="1475"/>
                  </a:lnTo>
                  <a:lnTo>
                    <a:pt x="180" y="1404"/>
                  </a:lnTo>
                  <a:lnTo>
                    <a:pt x="137" y="1323"/>
                  </a:lnTo>
                  <a:lnTo>
                    <a:pt x="99" y="1224"/>
                  </a:lnTo>
                  <a:lnTo>
                    <a:pt x="85" y="1113"/>
                  </a:lnTo>
                  <a:lnTo>
                    <a:pt x="80" y="977"/>
                  </a:lnTo>
                  <a:lnTo>
                    <a:pt x="95" y="830"/>
                  </a:lnTo>
                  <a:lnTo>
                    <a:pt x="127" y="710"/>
                  </a:lnTo>
                  <a:lnTo>
                    <a:pt x="190" y="583"/>
                  </a:lnTo>
                  <a:lnTo>
                    <a:pt x="253" y="482"/>
                  </a:lnTo>
                  <a:lnTo>
                    <a:pt x="346" y="370"/>
                  </a:lnTo>
                  <a:lnTo>
                    <a:pt x="460" y="269"/>
                  </a:lnTo>
                  <a:lnTo>
                    <a:pt x="574" y="190"/>
                  </a:lnTo>
                  <a:lnTo>
                    <a:pt x="682" y="129"/>
                  </a:lnTo>
                  <a:lnTo>
                    <a:pt x="819" y="76"/>
                  </a:lnTo>
                  <a:lnTo>
                    <a:pt x="924" y="57"/>
                  </a:lnTo>
                  <a:lnTo>
                    <a:pt x="1013" y="53"/>
                  </a:lnTo>
                  <a:lnTo>
                    <a:pt x="1080" y="62"/>
                  </a:lnTo>
                  <a:lnTo>
                    <a:pt x="1131" y="62"/>
                  </a:lnTo>
                  <a:lnTo>
                    <a:pt x="1131" y="38"/>
                  </a:lnTo>
                  <a:lnTo>
                    <a:pt x="1131"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5" name="Google Shape;625;p14"/>
            <p:cNvSpPr/>
            <p:nvPr/>
          </p:nvSpPr>
          <p:spPr>
            <a:xfrm>
              <a:off x="840" y="2146"/>
              <a:ext cx="56" cy="606"/>
            </a:xfrm>
            <a:custGeom>
              <a:rect b="b" l="l" r="r" t="t"/>
              <a:pathLst>
                <a:path extrusionOk="0" h="1165" w="108">
                  <a:moveTo>
                    <a:pt x="41" y="4"/>
                  </a:moveTo>
                  <a:lnTo>
                    <a:pt x="13" y="179"/>
                  </a:lnTo>
                  <a:lnTo>
                    <a:pt x="0" y="411"/>
                  </a:lnTo>
                  <a:lnTo>
                    <a:pt x="9" y="667"/>
                  </a:lnTo>
                  <a:lnTo>
                    <a:pt x="13" y="791"/>
                  </a:lnTo>
                  <a:lnTo>
                    <a:pt x="38" y="971"/>
                  </a:lnTo>
                  <a:lnTo>
                    <a:pt x="79" y="1165"/>
                  </a:lnTo>
                  <a:lnTo>
                    <a:pt x="108" y="1070"/>
                  </a:lnTo>
                  <a:lnTo>
                    <a:pt x="85" y="909"/>
                  </a:lnTo>
                  <a:lnTo>
                    <a:pt x="66" y="747"/>
                  </a:lnTo>
                  <a:lnTo>
                    <a:pt x="60" y="606"/>
                  </a:lnTo>
                  <a:lnTo>
                    <a:pt x="51" y="464"/>
                  </a:lnTo>
                  <a:lnTo>
                    <a:pt x="57" y="340"/>
                  </a:lnTo>
                  <a:lnTo>
                    <a:pt x="74" y="152"/>
                  </a:lnTo>
                  <a:lnTo>
                    <a:pt x="98" y="0"/>
                  </a:lnTo>
                  <a:lnTo>
                    <a:pt x="41" y="4"/>
                  </a:lnTo>
                  <a:lnTo>
                    <a:pt x="41"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6" name="Google Shape;626;p14"/>
            <p:cNvSpPr/>
            <p:nvPr/>
          </p:nvSpPr>
          <p:spPr>
            <a:xfrm>
              <a:off x="848" y="1632"/>
              <a:ext cx="1399" cy="214"/>
            </a:xfrm>
            <a:custGeom>
              <a:rect b="b" l="l" r="r" t="t"/>
              <a:pathLst>
                <a:path extrusionOk="0" h="410" w="2693">
                  <a:moveTo>
                    <a:pt x="0" y="393"/>
                  </a:moveTo>
                  <a:lnTo>
                    <a:pt x="66" y="365"/>
                  </a:lnTo>
                  <a:lnTo>
                    <a:pt x="205" y="349"/>
                  </a:lnTo>
                  <a:lnTo>
                    <a:pt x="538" y="349"/>
                  </a:lnTo>
                  <a:lnTo>
                    <a:pt x="798" y="338"/>
                  </a:lnTo>
                  <a:lnTo>
                    <a:pt x="1053" y="311"/>
                  </a:lnTo>
                  <a:lnTo>
                    <a:pt x="1273" y="281"/>
                  </a:lnTo>
                  <a:lnTo>
                    <a:pt x="1562" y="214"/>
                  </a:lnTo>
                  <a:lnTo>
                    <a:pt x="1823" y="150"/>
                  </a:lnTo>
                  <a:lnTo>
                    <a:pt x="2045" y="81"/>
                  </a:lnTo>
                  <a:lnTo>
                    <a:pt x="2228" y="26"/>
                  </a:lnTo>
                  <a:lnTo>
                    <a:pt x="2378" y="0"/>
                  </a:lnTo>
                  <a:lnTo>
                    <a:pt x="2454" y="0"/>
                  </a:lnTo>
                  <a:lnTo>
                    <a:pt x="2555" y="11"/>
                  </a:lnTo>
                  <a:lnTo>
                    <a:pt x="2648" y="49"/>
                  </a:lnTo>
                  <a:lnTo>
                    <a:pt x="2693" y="87"/>
                  </a:lnTo>
                  <a:lnTo>
                    <a:pt x="2688" y="121"/>
                  </a:lnTo>
                  <a:lnTo>
                    <a:pt x="2638" y="127"/>
                  </a:lnTo>
                  <a:lnTo>
                    <a:pt x="2543" y="87"/>
                  </a:lnTo>
                  <a:lnTo>
                    <a:pt x="2422" y="78"/>
                  </a:lnTo>
                  <a:lnTo>
                    <a:pt x="2332" y="81"/>
                  </a:lnTo>
                  <a:lnTo>
                    <a:pt x="2161" y="121"/>
                  </a:lnTo>
                  <a:lnTo>
                    <a:pt x="1889" y="199"/>
                  </a:lnTo>
                  <a:lnTo>
                    <a:pt x="1657" y="260"/>
                  </a:lnTo>
                  <a:lnTo>
                    <a:pt x="1429" y="309"/>
                  </a:lnTo>
                  <a:lnTo>
                    <a:pt x="1253" y="344"/>
                  </a:lnTo>
                  <a:lnTo>
                    <a:pt x="1114" y="365"/>
                  </a:lnTo>
                  <a:lnTo>
                    <a:pt x="931" y="387"/>
                  </a:lnTo>
                  <a:lnTo>
                    <a:pt x="781" y="387"/>
                  </a:lnTo>
                  <a:lnTo>
                    <a:pt x="481" y="399"/>
                  </a:lnTo>
                  <a:lnTo>
                    <a:pt x="321" y="393"/>
                  </a:lnTo>
                  <a:lnTo>
                    <a:pt x="165" y="387"/>
                  </a:lnTo>
                  <a:lnTo>
                    <a:pt x="38" y="410"/>
                  </a:lnTo>
                  <a:lnTo>
                    <a:pt x="0" y="393"/>
                  </a:lnTo>
                  <a:lnTo>
                    <a:pt x="0" y="3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7" name="Google Shape;627;p14"/>
            <p:cNvSpPr/>
            <p:nvPr/>
          </p:nvSpPr>
          <p:spPr>
            <a:xfrm>
              <a:off x="1098" y="1669"/>
              <a:ext cx="1031" cy="375"/>
            </a:xfrm>
            <a:custGeom>
              <a:rect b="b" l="l" r="r" t="t"/>
              <a:pathLst>
                <a:path extrusionOk="0" h="720" w="1984">
                  <a:moveTo>
                    <a:pt x="0" y="637"/>
                  </a:moveTo>
                  <a:lnTo>
                    <a:pt x="108" y="644"/>
                  </a:lnTo>
                  <a:lnTo>
                    <a:pt x="218" y="633"/>
                  </a:lnTo>
                  <a:lnTo>
                    <a:pt x="401" y="620"/>
                  </a:lnTo>
                  <a:lnTo>
                    <a:pt x="566" y="581"/>
                  </a:lnTo>
                  <a:lnTo>
                    <a:pt x="766" y="559"/>
                  </a:lnTo>
                  <a:lnTo>
                    <a:pt x="977" y="545"/>
                  </a:lnTo>
                  <a:lnTo>
                    <a:pt x="1197" y="549"/>
                  </a:lnTo>
                  <a:lnTo>
                    <a:pt x="1443" y="570"/>
                  </a:lnTo>
                  <a:lnTo>
                    <a:pt x="1718" y="625"/>
                  </a:lnTo>
                  <a:lnTo>
                    <a:pt x="1648" y="576"/>
                  </a:lnTo>
                  <a:lnTo>
                    <a:pt x="1597" y="492"/>
                  </a:lnTo>
                  <a:lnTo>
                    <a:pt x="1574" y="399"/>
                  </a:lnTo>
                  <a:lnTo>
                    <a:pt x="1574" y="315"/>
                  </a:lnTo>
                  <a:lnTo>
                    <a:pt x="1591" y="260"/>
                  </a:lnTo>
                  <a:lnTo>
                    <a:pt x="1635" y="199"/>
                  </a:lnTo>
                  <a:lnTo>
                    <a:pt x="1686" y="139"/>
                  </a:lnTo>
                  <a:lnTo>
                    <a:pt x="1773" y="82"/>
                  </a:lnTo>
                  <a:lnTo>
                    <a:pt x="1880" y="32"/>
                  </a:lnTo>
                  <a:lnTo>
                    <a:pt x="1984" y="0"/>
                  </a:lnTo>
                  <a:lnTo>
                    <a:pt x="1984" y="44"/>
                  </a:lnTo>
                  <a:lnTo>
                    <a:pt x="1903" y="66"/>
                  </a:lnTo>
                  <a:lnTo>
                    <a:pt x="1802" y="116"/>
                  </a:lnTo>
                  <a:lnTo>
                    <a:pt x="1730" y="165"/>
                  </a:lnTo>
                  <a:lnTo>
                    <a:pt x="1675" y="237"/>
                  </a:lnTo>
                  <a:lnTo>
                    <a:pt x="1646" y="277"/>
                  </a:lnTo>
                  <a:lnTo>
                    <a:pt x="1635" y="327"/>
                  </a:lnTo>
                  <a:lnTo>
                    <a:pt x="1625" y="405"/>
                  </a:lnTo>
                  <a:lnTo>
                    <a:pt x="1642" y="466"/>
                  </a:lnTo>
                  <a:lnTo>
                    <a:pt x="1678" y="532"/>
                  </a:lnTo>
                  <a:lnTo>
                    <a:pt x="1735" y="580"/>
                  </a:lnTo>
                  <a:lnTo>
                    <a:pt x="1836" y="637"/>
                  </a:lnTo>
                  <a:lnTo>
                    <a:pt x="1880" y="576"/>
                  </a:lnTo>
                  <a:lnTo>
                    <a:pt x="1886" y="616"/>
                  </a:lnTo>
                  <a:lnTo>
                    <a:pt x="1863" y="665"/>
                  </a:lnTo>
                  <a:lnTo>
                    <a:pt x="1857" y="709"/>
                  </a:lnTo>
                  <a:lnTo>
                    <a:pt x="1819" y="715"/>
                  </a:lnTo>
                  <a:lnTo>
                    <a:pt x="1730" y="720"/>
                  </a:lnTo>
                  <a:lnTo>
                    <a:pt x="1608" y="688"/>
                  </a:lnTo>
                  <a:lnTo>
                    <a:pt x="1452" y="654"/>
                  </a:lnTo>
                  <a:lnTo>
                    <a:pt x="1237" y="637"/>
                  </a:lnTo>
                  <a:lnTo>
                    <a:pt x="971" y="631"/>
                  </a:lnTo>
                  <a:lnTo>
                    <a:pt x="726" y="648"/>
                  </a:lnTo>
                  <a:lnTo>
                    <a:pt x="526" y="686"/>
                  </a:lnTo>
                  <a:lnTo>
                    <a:pt x="285" y="696"/>
                  </a:lnTo>
                  <a:lnTo>
                    <a:pt x="106" y="682"/>
                  </a:lnTo>
                  <a:lnTo>
                    <a:pt x="0" y="671"/>
                  </a:lnTo>
                  <a:lnTo>
                    <a:pt x="0" y="637"/>
                  </a:lnTo>
                  <a:lnTo>
                    <a:pt x="0" y="6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8" name="Google Shape;628;p14"/>
            <p:cNvSpPr/>
            <p:nvPr/>
          </p:nvSpPr>
          <p:spPr>
            <a:xfrm>
              <a:off x="667" y="1816"/>
              <a:ext cx="790" cy="352"/>
            </a:xfrm>
            <a:custGeom>
              <a:rect b="b" l="l" r="r" t="t"/>
              <a:pathLst>
                <a:path extrusionOk="0" h="679" w="1523">
                  <a:moveTo>
                    <a:pt x="278" y="34"/>
                  </a:moveTo>
                  <a:lnTo>
                    <a:pt x="194" y="72"/>
                  </a:lnTo>
                  <a:lnTo>
                    <a:pt x="133" y="129"/>
                  </a:lnTo>
                  <a:lnTo>
                    <a:pt x="89" y="185"/>
                  </a:lnTo>
                  <a:lnTo>
                    <a:pt x="55" y="257"/>
                  </a:lnTo>
                  <a:lnTo>
                    <a:pt x="44" y="335"/>
                  </a:lnTo>
                  <a:lnTo>
                    <a:pt x="67" y="418"/>
                  </a:lnTo>
                  <a:lnTo>
                    <a:pt x="116" y="500"/>
                  </a:lnTo>
                  <a:lnTo>
                    <a:pt x="190" y="567"/>
                  </a:lnTo>
                  <a:lnTo>
                    <a:pt x="266" y="601"/>
                  </a:lnTo>
                  <a:lnTo>
                    <a:pt x="361" y="616"/>
                  </a:lnTo>
                  <a:lnTo>
                    <a:pt x="471" y="607"/>
                  </a:lnTo>
                  <a:lnTo>
                    <a:pt x="627" y="567"/>
                  </a:lnTo>
                  <a:lnTo>
                    <a:pt x="787" y="511"/>
                  </a:lnTo>
                  <a:lnTo>
                    <a:pt x="992" y="445"/>
                  </a:lnTo>
                  <a:lnTo>
                    <a:pt x="1175" y="367"/>
                  </a:lnTo>
                  <a:lnTo>
                    <a:pt x="1523" y="354"/>
                  </a:lnTo>
                  <a:lnTo>
                    <a:pt x="1230" y="445"/>
                  </a:lnTo>
                  <a:lnTo>
                    <a:pt x="1053" y="511"/>
                  </a:lnTo>
                  <a:lnTo>
                    <a:pt x="871" y="578"/>
                  </a:lnTo>
                  <a:lnTo>
                    <a:pt x="692" y="629"/>
                  </a:lnTo>
                  <a:lnTo>
                    <a:pt x="525" y="669"/>
                  </a:lnTo>
                  <a:lnTo>
                    <a:pt x="443" y="679"/>
                  </a:lnTo>
                  <a:lnTo>
                    <a:pt x="333" y="673"/>
                  </a:lnTo>
                  <a:lnTo>
                    <a:pt x="230" y="650"/>
                  </a:lnTo>
                  <a:lnTo>
                    <a:pt x="156" y="601"/>
                  </a:lnTo>
                  <a:lnTo>
                    <a:pt x="67" y="517"/>
                  </a:lnTo>
                  <a:lnTo>
                    <a:pt x="11" y="422"/>
                  </a:lnTo>
                  <a:lnTo>
                    <a:pt x="0" y="340"/>
                  </a:lnTo>
                  <a:lnTo>
                    <a:pt x="6" y="257"/>
                  </a:lnTo>
                  <a:lnTo>
                    <a:pt x="34" y="185"/>
                  </a:lnTo>
                  <a:lnTo>
                    <a:pt x="95" y="101"/>
                  </a:lnTo>
                  <a:lnTo>
                    <a:pt x="162" y="46"/>
                  </a:lnTo>
                  <a:lnTo>
                    <a:pt x="243" y="12"/>
                  </a:lnTo>
                  <a:lnTo>
                    <a:pt x="289" y="0"/>
                  </a:lnTo>
                  <a:lnTo>
                    <a:pt x="278" y="34"/>
                  </a:lnTo>
                  <a:lnTo>
                    <a:pt x="278"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9" name="Google Shape;629;p14"/>
            <p:cNvSpPr/>
            <p:nvPr/>
          </p:nvSpPr>
          <p:spPr>
            <a:xfrm>
              <a:off x="1974" y="1753"/>
              <a:ext cx="281" cy="272"/>
            </a:xfrm>
            <a:custGeom>
              <a:rect b="b" l="l" r="r" t="t"/>
              <a:pathLst>
                <a:path extrusionOk="0" h="522" w="542">
                  <a:moveTo>
                    <a:pt x="11" y="11"/>
                  </a:moveTo>
                  <a:lnTo>
                    <a:pt x="116" y="5"/>
                  </a:lnTo>
                  <a:lnTo>
                    <a:pt x="220" y="0"/>
                  </a:lnTo>
                  <a:lnTo>
                    <a:pt x="333" y="11"/>
                  </a:lnTo>
                  <a:lnTo>
                    <a:pt x="393" y="34"/>
                  </a:lnTo>
                  <a:lnTo>
                    <a:pt x="460" y="77"/>
                  </a:lnTo>
                  <a:lnTo>
                    <a:pt x="504" y="121"/>
                  </a:lnTo>
                  <a:lnTo>
                    <a:pt x="542" y="193"/>
                  </a:lnTo>
                  <a:lnTo>
                    <a:pt x="538" y="266"/>
                  </a:lnTo>
                  <a:lnTo>
                    <a:pt x="509" y="349"/>
                  </a:lnTo>
                  <a:lnTo>
                    <a:pt x="449" y="522"/>
                  </a:lnTo>
                  <a:lnTo>
                    <a:pt x="449" y="427"/>
                  </a:lnTo>
                  <a:lnTo>
                    <a:pt x="471" y="338"/>
                  </a:lnTo>
                  <a:lnTo>
                    <a:pt x="487" y="254"/>
                  </a:lnTo>
                  <a:lnTo>
                    <a:pt x="477" y="190"/>
                  </a:lnTo>
                  <a:lnTo>
                    <a:pt x="449" y="138"/>
                  </a:lnTo>
                  <a:lnTo>
                    <a:pt x="388" y="89"/>
                  </a:lnTo>
                  <a:lnTo>
                    <a:pt x="315" y="66"/>
                  </a:lnTo>
                  <a:lnTo>
                    <a:pt x="243" y="60"/>
                  </a:lnTo>
                  <a:lnTo>
                    <a:pt x="182" y="83"/>
                  </a:lnTo>
                  <a:lnTo>
                    <a:pt x="127" y="127"/>
                  </a:lnTo>
                  <a:lnTo>
                    <a:pt x="110" y="190"/>
                  </a:lnTo>
                  <a:lnTo>
                    <a:pt x="104" y="254"/>
                  </a:lnTo>
                  <a:lnTo>
                    <a:pt x="112" y="313"/>
                  </a:lnTo>
                  <a:lnTo>
                    <a:pt x="133" y="372"/>
                  </a:lnTo>
                  <a:lnTo>
                    <a:pt x="139" y="421"/>
                  </a:lnTo>
                  <a:lnTo>
                    <a:pt x="99" y="399"/>
                  </a:lnTo>
                  <a:lnTo>
                    <a:pt x="72" y="326"/>
                  </a:lnTo>
                  <a:lnTo>
                    <a:pt x="55" y="260"/>
                  </a:lnTo>
                  <a:lnTo>
                    <a:pt x="55" y="193"/>
                  </a:lnTo>
                  <a:lnTo>
                    <a:pt x="66" y="133"/>
                  </a:lnTo>
                  <a:lnTo>
                    <a:pt x="110" y="72"/>
                  </a:lnTo>
                  <a:lnTo>
                    <a:pt x="154" y="51"/>
                  </a:lnTo>
                  <a:lnTo>
                    <a:pt x="78" y="60"/>
                  </a:lnTo>
                  <a:lnTo>
                    <a:pt x="32" y="77"/>
                  </a:lnTo>
                  <a:lnTo>
                    <a:pt x="0" y="55"/>
                  </a:lnTo>
                  <a:lnTo>
                    <a:pt x="11" y="11"/>
                  </a:lnTo>
                  <a:lnTo>
                    <a:pt x="11"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0" name="Google Shape;630;p14"/>
            <p:cNvSpPr/>
            <p:nvPr/>
          </p:nvSpPr>
          <p:spPr>
            <a:xfrm>
              <a:off x="2037" y="1868"/>
              <a:ext cx="78" cy="35"/>
            </a:xfrm>
            <a:custGeom>
              <a:rect b="b" l="l" r="r" t="t"/>
              <a:pathLst>
                <a:path extrusionOk="0" h="66" w="150">
                  <a:moveTo>
                    <a:pt x="38" y="11"/>
                  </a:moveTo>
                  <a:lnTo>
                    <a:pt x="78" y="11"/>
                  </a:lnTo>
                  <a:lnTo>
                    <a:pt x="150" y="0"/>
                  </a:lnTo>
                  <a:lnTo>
                    <a:pt x="121" y="38"/>
                  </a:lnTo>
                  <a:lnTo>
                    <a:pt x="83" y="66"/>
                  </a:lnTo>
                  <a:lnTo>
                    <a:pt x="49" y="66"/>
                  </a:lnTo>
                  <a:lnTo>
                    <a:pt x="11" y="55"/>
                  </a:lnTo>
                  <a:lnTo>
                    <a:pt x="0" y="17"/>
                  </a:lnTo>
                  <a:lnTo>
                    <a:pt x="38" y="11"/>
                  </a:lnTo>
                  <a:lnTo>
                    <a:pt x="38"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1" name="Google Shape;631;p14"/>
            <p:cNvSpPr/>
            <p:nvPr/>
          </p:nvSpPr>
          <p:spPr>
            <a:xfrm>
              <a:off x="2163" y="1706"/>
              <a:ext cx="189" cy="1436"/>
            </a:xfrm>
            <a:custGeom>
              <a:rect b="b" l="l" r="r" t="t"/>
              <a:pathLst>
                <a:path extrusionOk="0" h="2764" w="363">
                  <a:moveTo>
                    <a:pt x="201" y="0"/>
                  </a:moveTo>
                  <a:lnTo>
                    <a:pt x="251" y="97"/>
                  </a:lnTo>
                  <a:lnTo>
                    <a:pt x="270" y="185"/>
                  </a:lnTo>
                  <a:lnTo>
                    <a:pt x="264" y="335"/>
                  </a:lnTo>
                  <a:lnTo>
                    <a:pt x="238" y="474"/>
                  </a:lnTo>
                  <a:lnTo>
                    <a:pt x="209" y="647"/>
                  </a:lnTo>
                  <a:lnTo>
                    <a:pt x="160" y="821"/>
                  </a:lnTo>
                  <a:lnTo>
                    <a:pt x="97" y="1072"/>
                  </a:lnTo>
                  <a:lnTo>
                    <a:pt x="70" y="1295"/>
                  </a:lnTo>
                  <a:lnTo>
                    <a:pt x="63" y="1413"/>
                  </a:lnTo>
                  <a:lnTo>
                    <a:pt x="76" y="1559"/>
                  </a:lnTo>
                  <a:lnTo>
                    <a:pt x="139" y="1768"/>
                  </a:lnTo>
                  <a:lnTo>
                    <a:pt x="201" y="1943"/>
                  </a:lnTo>
                  <a:lnTo>
                    <a:pt x="238" y="2123"/>
                  </a:lnTo>
                  <a:lnTo>
                    <a:pt x="243" y="2338"/>
                  </a:lnTo>
                  <a:lnTo>
                    <a:pt x="272" y="2506"/>
                  </a:lnTo>
                  <a:lnTo>
                    <a:pt x="314" y="2639"/>
                  </a:lnTo>
                  <a:lnTo>
                    <a:pt x="363" y="2701"/>
                  </a:lnTo>
                  <a:lnTo>
                    <a:pt x="340" y="2756"/>
                  </a:lnTo>
                  <a:lnTo>
                    <a:pt x="220" y="2764"/>
                  </a:lnTo>
                  <a:lnTo>
                    <a:pt x="125" y="2743"/>
                  </a:lnTo>
                  <a:lnTo>
                    <a:pt x="49" y="2707"/>
                  </a:lnTo>
                  <a:lnTo>
                    <a:pt x="63" y="2639"/>
                  </a:lnTo>
                  <a:lnTo>
                    <a:pt x="160" y="2673"/>
                  </a:lnTo>
                  <a:lnTo>
                    <a:pt x="279" y="2694"/>
                  </a:lnTo>
                  <a:lnTo>
                    <a:pt x="238" y="2644"/>
                  </a:lnTo>
                  <a:lnTo>
                    <a:pt x="209" y="2547"/>
                  </a:lnTo>
                  <a:lnTo>
                    <a:pt x="188" y="2416"/>
                  </a:lnTo>
                  <a:lnTo>
                    <a:pt x="180" y="2270"/>
                  </a:lnTo>
                  <a:lnTo>
                    <a:pt x="167" y="2137"/>
                  </a:lnTo>
                  <a:lnTo>
                    <a:pt x="125" y="1977"/>
                  </a:lnTo>
                  <a:lnTo>
                    <a:pt x="91" y="1844"/>
                  </a:lnTo>
                  <a:lnTo>
                    <a:pt x="36" y="1671"/>
                  </a:lnTo>
                  <a:lnTo>
                    <a:pt x="13" y="1546"/>
                  </a:lnTo>
                  <a:lnTo>
                    <a:pt x="0" y="1365"/>
                  </a:lnTo>
                  <a:lnTo>
                    <a:pt x="8" y="1203"/>
                  </a:lnTo>
                  <a:lnTo>
                    <a:pt x="55" y="996"/>
                  </a:lnTo>
                  <a:lnTo>
                    <a:pt x="125" y="738"/>
                  </a:lnTo>
                  <a:lnTo>
                    <a:pt x="180" y="529"/>
                  </a:lnTo>
                  <a:lnTo>
                    <a:pt x="209" y="382"/>
                  </a:lnTo>
                  <a:lnTo>
                    <a:pt x="222" y="223"/>
                  </a:lnTo>
                  <a:lnTo>
                    <a:pt x="201" y="111"/>
                  </a:lnTo>
                  <a:lnTo>
                    <a:pt x="167" y="27"/>
                  </a:lnTo>
                  <a:lnTo>
                    <a:pt x="201" y="0"/>
                  </a:lnTo>
                  <a:lnTo>
                    <a:pt x="20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2" name="Google Shape;632;p14"/>
            <p:cNvSpPr/>
            <p:nvPr/>
          </p:nvSpPr>
          <p:spPr>
            <a:xfrm>
              <a:off x="2113" y="2027"/>
              <a:ext cx="169" cy="1399"/>
            </a:xfrm>
            <a:custGeom>
              <a:rect b="b" l="l" r="r" t="t"/>
              <a:pathLst>
                <a:path extrusionOk="0" h="2693" w="327">
                  <a:moveTo>
                    <a:pt x="139" y="0"/>
                  </a:moveTo>
                  <a:lnTo>
                    <a:pt x="91" y="230"/>
                  </a:lnTo>
                  <a:lnTo>
                    <a:pt x="55" y="390"/>
                  </a:lnTo>
                  <a:lnTo>
                    <a:pt x="28" y="536"/>
                  </a:lnTo>
                  <a:lnTo>
                    <a:pt x="13" y="682"/>
                  </a:lnTo>
                  <a:lnTo>
                    <a:pt x="21" y="884"/>
                  </a:lnTo>
                  <a:lnTo>
                    <a:pt x="49" y="1051"/>
                  </a:lnTo>
                  <a:lnTo>
                    <a:pt x="97" y="1294"/>
                  </a:lnTo>
                  <a:lnTo>
                    <a:pt x="146" y="1545"/>
                  </a:lnTo>
                  <a:lnTo>
                    <a:pt x="160" y="1739"/>
                  </a:lnTo>
                  <a:lnTo>
                    <a:pt x="139" y="1962"/>
                  </a:lnTo>
                  <a:lnTo>
                    <a:pt x="125" y="2178"/>
                  </a:lnTo>
                  <a:lnTo>
                    <a:pt x="139" y="2338"/>
                  </a:lnTo>
                  <a:lnTo>
                    <a:pt x="152" y="2463"/>
                  </a:lnTo>
                  <a:lnTo>
                    <a:pt x="179" y="2541"/>
                  </a:lnTo>
                  <a:lnTo>
                    <a:pt x="209" y="2589"/>
                  </a:lnTo>
                  <a:lnTo>
                    <a:pt x="181" y="2617"/>
                  </a:lnTo>
                  <a:lnTo>
                    <a:pt x="97" y="2623"/>
                  </a:lnTo>
                  <a:lnTo>
                    <a:pt x="0" y="2617"/>
                  </a:lnTo>
                  <a:lnTo>
                    <a:pt x="0" y="2680"/>
                  </a:lnTo>
                  <a:lnTo>
                    <a:pt x="118" y="2693"/>
                  </a:lnTo>
                  <a:lnTo>
                    <a:pt x="222" y="2693"/>
                  </a:lnTo>
                  <a:lnTo>
                    <a:pt x="293" y="2686"/>
                  </a:lnTo>
                  <a:lnTo>
                    <a:pt x="327" y="2652"/>
                  </a:lnTo>
                  <a:lnTo>
                    <a:pt x="327" y="2596"/>
                  </a:lnTo>
                  <a:lnTo>
                    <a:pt x="293" y="2555"/>
                  </a:lnTo>
                  <a:lnTo>
                    <a:pt x="243" y="2498"/>
                  </a:lnTo>
                  <a:lnTo>
                    <a:pt x="222" y="2401"/>
                  </a:lnTo>
                  <a:lnTo>
                    <a:pt x="194" y="2262"/>
                  </a:lnTo>
                  <a:lnTo>
                    <a:pt x="194" y="2095"/>
                  </a:lnTo>
                  <a:lnTo>
                    <a:pt x="209" y="1914"/>
                  </a:lnTo>
                  <a:lnTo>
                    <a:pt x="219" y="1773"/>
                  </a:lnTo>
                  <a:lnTo>
                    <a:pt x="222" y="1610"/>
                  </a:lnTo>
                  <a:lnTo>
                    <a:pt x="196" y="1469"/>
                  </a:lnTo>
                  <a:lnTo>
                    <a:pt x="167" y="1370"/>
                  </a:lnTo>
                  <a:lnTo>
                    <a:pt x="139" y="1218"/>
                  </a:lnTo>
                  <a:lnTo>
                    <a:pt x="110" y="1106"/>
                  </a:lnTo>
                  <a:lnTo>
                    <a:pt x="84" y="939"/>
                  </a:lnTo>
                  <a:lnTo>
                    <a:pt x="76" y="829"/>
                  </a:lnTo>
                  <a:lnTo>
                    <a:pt x="70" y="709"/>
                  </a:lnTo>
                  <a:lnTo>
                    <a:pt x="84" y="536"/>
                  </a:lnTo>
                  <a:lnTo>
                    <a:pt x="110" y="355"/>
                  </a:lnTo>
                  <a:lnTo>
                    <a:pt x="152" y="160"/>
                  </a:lnTo>
                  <a:lnTo>
                    <a:pt x="167" y="42"/>
                  </a:lnTo>
                  <a:lnTo>
                    <a:pt x="139" y="0"/>
                  </a:lnTo>
                  <a:lnTo>
                    <a:pt x="13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3" name="Google Shape;633;p14"/>
            <p:cNvSpPr/>
            <p:nvPr/>
          </p:nvSpPr>
          <p:spPr>
            <a:xfrm>
              <a:off x="2048" y="1877"/>
              <a:ext cx="129" cy="1753"/>
            </a:xfrm>
            <a:custGeom>
              <a:rect b="b" l="l" r="r" t="t"/>
              <a:pathLst>
                <a:path extrusionOk="0" h="3374" w="250">
                  <a:moveTo>
                    <a:pt x="107" y="0"/>
                  </a:moveTo>
                  <a:lnTo>
                    <a:pt x="69" y="175"/>
                  </a:lnTo>
                  <a:lnTo>
                    <a:pt x="31" y="485"/>
                  </a:lnTo>
                  <a:lnTo>
                    <a:pt x="0" y="719"/>
                  </a:lnTo>
                  <a:lnTo>
                    <a:pt x="16" y="1165"/>
                  </a:lnTo>
                  <a:lnTo>
                    <a:pt x="54" y="1551"/>
                  </a:lnTo>
                  <a:lnTo>
                    <a:pt x="84" y="2036"/>
                  </a:lnTo>
                  <a:lnTo>
                    <a:pt x="77" y="2482"/>
                  </a:lnTo>
                  <a:lnTo>
                    <a:pt x="69" y="2747"/>
                  </a:lnTo>
                  <a:lnTo>
                    <a:pt x="77" y="2988"/>
                  </a:lnTo>
                  <a:lnTo>
                    <a:pt x="92" y="3155"/>
                  </a:lnTo>
                  <a:lnTo>
                    <a:pt x="137" y="3336"/>
                  </a:lnTo>
                  <a:lnTo>
                    <a:pt x="198" y="3374"/>
                  </a:lnTo>
                  <a:lnTo>
                    <a:pt x="250" y="3336"/>
                  </a:lnTo>
                  <a:lnTo>
                    <a:pt x="204" y="3254"/>
                  </a:lnTo>
                  <a:lnTo>
                    <a:pt x="183" y="3125"/>
                  </a:lnTo>
                  <a:lnTo>
                    <a:pt x="168" y="2973"/>
                  </a:lnTo>
                  <a:lnTo>
                    <a:pt x="160" y="2785"/>
                  </a:lnTo>
                  <a:lnTo>
                    <a:pt x="160" y="2498"/>
                  </a:lnTo>
                  <a:lnTo>
                    <a:pt x="160" y="2224"/>
                  </a:lnTo>
                  <a:lnTo>
                    <a:pt x="153" y="1960"/>
                  </a:lnTo>
                  <a:lnTo>
                    <a:pt x="137" y="1711"/>
                  </a:lnTo>
                  <a:lnTo>
                    <a:pt x="99" y="1348"/>
                  </a:lnTo>
                  <a:lnTo>
                    <a:pt x="92" y="1158"/>
                  </a:lnTo>
                  <a:lnTo>
                    <a:pt x="69" y="977"/>
                  </a:lnTo>
                  <a:lnTo>
                    <a:pt x="69" y="711"/>
                  </a:lnTo>
                  <a:lnTo>
                    <a:pt x="99" y="424"/>
                  </a:lnTo>
                  <a:lnTo>
                    <a:pt x="130" y="169"/>
                  </a:lnTo>
                  <a:lnTo>
                    <a:pt x="168" y="23"/>
                  </a:lnTo>
                  <a:lnTo>
                    <a:pt x="107" y="0"/>
                  </a:lnTo>
                  <a:lnTo>
                    <a:pt x="10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checker dir="ver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640" name="Google Shape;640;p1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641" name="Google Shape;641;p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2" name="Google Shape;642;p15"/>
          <p:cNvSpPr txBox="1"/>
          <p:nvPr/>
        </p:nvSpPr>
        <p:spPr>
          <a:xfrm>
            <a:off x="457200" y="2743200"/>
            <a:ext cx="4114800" cy="34290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3" name="Google Shape;643;p15"/>
          <p:cNvSpPr txBox="1"/>
          <p:nvPr>
            <p:ph type="title"/>
          </p:nvPr>
        </p:nvSpPr>
        <p:spPr>
          <a:xfrm>
            <a:off x="457200" y="381000"/>
            <a:ext cx="8229600" cy="23622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Advantages  </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of Transparencies</a:t>
            </a:r>
            <a:endParaRPr/>
          </a:p>
        </p:txBody>
      </p:sp>
      <p:grpSp>
        <p:nvGrpSpPr>
          <p:cNvPr id="644" name="Google Shape;644;p15"/>
          <p:cNvGrpSpPr/>
          <p:nvPr/>
        </p:nvGrpSpPr>
        <p:grpSpPr>
          <a:xfrm>
            <a:off x="4572000" y="2743200"/>
            <a:ext cx="4114800" cy="3429000"/>
            <a:chOff x="2880" y="1728"/>
            <a:chExt cx="2592" cy="1728"/>
          </a:xfrm>
        </p:grpSpPr>
        <p:sp>
          <p:nvSpPr>
            <p:cNvPr id="645" name="Google Shape;645;p15"/>
            <p:cNvSpPr txBox="1"/>
            <p:nvPr/>
          </p:nvSpPr>
          <p:spPr>
            <a:xfrm>
              <a:off x="2880" y="1728"/>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Inexpensive</a:t>
              </a:r>
              <a:endParaRPr b="0" i="0" sz="1400" u="none" cap="none" strike="noStrike">
                <a:solidFill>
                  <a:srgbClr val="000000"/>
                </a:solidFill>
                <a:latin typeface="Arial"/>
                <a:ea typeface="Arial"/>
                <a:cs typeface="Arial"/>
                <a:sym typeface="Arial"/>
              </a:endParaRPr>
            </a:p>
          </p:txBody>
        </p:sp>
        <p:sp>
          <p:nvSpPr>
            <p:cNvPr id="646" name="Google Shape;646;p15"/>
            <p:cNvSpPr txBox="1"/>
            <p:nvPr/>
          </p:nvSpPr>
          <p:spPr>
            <a:xfrm>
              <a:off x="2880" y="2304"/>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Easy to Use</a:t>
              </a:r>
              <a:endParaRPr b="0" i="0" sz="1400" u="none" cap="none" strike="noStrike">
                <a:solidFill>
                  <a:srgbClr val="000000"/>
                </a:solidFill>
                <a:latin typeface="Arial"/>
                <a:ea typeface="Arial"/>
                <a:cs typeface="Arial"/>
                <a:sym typeface="Arial"/>
              </a:endParaRPr>
            </a:p>
          </p:txBody>
        </p:sp>
        <p:sp>
          <p:nvSpPr>
            <p:cNvPr id="647" name="Google Shape;647;p15"/>
            <p:cNvSpPr txBox="1"/>
            <p:nvPr/>
          </p:nvSpPr>
          <p:spPr>
            <a:xfrm>
              <a:off x="2880" y="2880"/>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Simple to Create</a:t>
              </a:r>
              <a:endParaRPr b="0" i="0" sz="1400" u="none" cap="none" strike="noStrike">
                <a:solidFill>
                  <a:srgbClr val="000000"/>
                </a:solidFill>
                <a:latin typeface="Arial"/>
                <a:ea typeface="Arial"/>
                <a:cs typeface="Arial"/>
                <a:sym typeface="Arial"/>
              </a:endParaRPr>
            </a:p>
          </p:txBody>
        </p:sp>
      </p:grpSp>
      <p:grpSp>
        <p:nvGrpSpPr>
          <p:cNvPr id="648" name="Google Shape;648;p15"/>
          <p:cNvGrpSpPr/>
          <p:nvPr/>
        </p:nvGrpSpPr>
        <p:grpSpPr>
          <a:xfrm>
            <a:off x="685800" y="3124200"/>
            <a:ext cx="3790950" cy="3013075"/>
            <a:chOff x="432" y="1968"/>
            <a:chExt cx="2388" cy="1898"/>
          </a:xfrm>
        </p:grpSpPr>
        <p:sp>
          <p:nvSpPr>
            <p:cNvPr id="649" name="Google Shape;649;p15"/>
            <p:cNvSpPr/>
            <p:nvPr/>
          </p:nvSpPr>
          <p:spPr>
            <a:xfrm>
              <a:off x="493" y="1973"/>
              <a:ext cx="2318" cy="1868"/>
            </a:xfrm>
            <a:custGeom>
              <a:rect b="b" l="l" r="r" t="t"/>
              <a:pathLst>
                <a:path extrusionOk="0" h="3546" w="4636">
                  <a:moveTo>
                    <a:pt x="0" y="1941"/>
                  </a:moveTo>
                  <a:lnTo>
                    <a:pt x="139" y="1674"/>
                  </a:lnTo>
                  <a:lnTo>
                    <a:pt x="513" y="1472"/>
                  </a:lnTo>
                  <a:lnTo>
                    <a:pt x="902" y="1212"/>
                  </a:lnTo>
                  <a:lnTo>
                    <a:pt x="983" y="1041"/>
                  </a:lnTo>
                  <a:lnTo>
                    <a:pt x="902" y="745"/>
                  </a:lnTo>
                  <a:lnTo>
                    <a:pt x="921" y="429"/>
                  </a:lnTo>
                  <a:lnTo>
                    <a:pt x="961" y="331"/>
                  </a:lnTo>
                  <a:lnTo>
                    <a:pt x="1029" y="220"/>
                  </a:lnTo>
                  <a:lnTo>
                    <a:pt x="1092" y="131"/>
                  </a:lnTo>
                  <a:lnTo>
                    <a:pt x="1121" y="92"/>
                  </a:lnTo>
                  <a:lnTo>
                    <a:pt x="1369" y="14"/>
                  </a:lnTo>
                  <a:lnTo>
                    <a:pt x="1650" y="0"/>
                  </a:lnTo>
                  <a:lnTo>
                    <a:pt x="1909" y="119"/>
                  </a:lnTo>
                  <a:lnTo>
                    <a:pt x="1922" y="208"/>
                  </a:lnTo>
                  <a:lnTo>
                    <a:pt x="1803" y="281"/>
                  </a:lnTo>
                  <a:lnTo>
                    <a:pt x="1868" y="419"/>
                  </a:lnTo>
                  <a:lnTo>
                    <a:pt x="1920" y="556"/>
                  </a:lnTo>
                  <a:lnTo>
                    <a:pt x="2154" y="659"/>
                  </a:lnTo>
                  <a:lnTo>
                    <a:pt x="2061" y="757"/>
                  </a:lnTo>
                  <a:lnTo>
                    <a:pt x="2012" y="774"/>
                  </a:lnTo>
                  <a:lnTo>
                    <a:pt x="1980" y="747"/>
                  </a:lnTo>
                  <a:lnTo>
                    <a:pt x="1886" y="792"/>
                  </a:lnTo>
                  <a:lnTo>
                    <a:pt x="1913" y="865"/>
                  </a:lnTo>
                  <a:lnTo>
                    <a:pt x="1899" y="947"/>
                  </a:lnTo>
                  <a:lnTo>
                    <a:pt x="1836" y="972"/>
                  </a:lnTo>
                  <a:lnTo>
                    <a:pt x="1845" y="994"/>
                  </a:lnTo>
                  <a:lnTo>
                    <a:pt x="1872" y="1085"/>
                  </a:lnTo>
                  <a:lnTo>
                    <a:pt x="1873" y="1204"/>
                  </a:lnTo>
                  <a:lnTo>
                    <a:pt x="1792" y="1268"/>
                  </a:lnTo>
                  <a:lnTo>
                    <a:pt x="1639" y="1354"/>
                  </a:lnTo>
                  <a:lnTo>
                    <a:pt x="1542" y="1497"/>
                  </a:lnTo>
                  <a:lnTo>
                    <a:pt x="1639" y="1652"/>
                  </a:lnTo>
                  <a:lnTo>
                    <a:pt x="2016" y="1812"/>
                  </a:lnTo>
                  <a:lnTo>
                    <a:pt x="2097" y="1605"/>
                  </a:lnTo>
                  <a:lnTo>
                    <a:pt x="2194" y="1753"/>
                  </a:lnTo>
                  <a:lnTo>
                    <a:pt x="2294" y="1640"/>
                  </a:lnTo>
                  <a:lnTo>
                    <a:pt x="2455" y="1817"/>
                  </a:lnTo>
                  <a:lnTo>
                    <a:pt x="2744" y="1783"/>
                  </a:lnTo>
                  <a:lnTo>
                    <a:pt x="3059" y="1648"/>
                  </a:lnTo>
                  <a:lnTo>
                    <a:pt x="3446" y="1451"/>
                  </a:lnTo>
                  <a:lnTo>
                    <a:pt x="3569" y="1397"/>
                  </a:lnTo>
                  <a:lnTo>
                    <a:pt x="3660" y="1235"/>
                  </a:lnTo>
                  <a:lnTo>
                    <a:pt x="3788" y="1060"/>
                  </a:lnTo>
                  <a:lnTo>
                    <a:pt x="3986" y="1101"/>
                  </a:lnTo>
                  <a:lnTo>
                    <a:pt x="4089" y="942"/>
                  </a:lnTo>
                  <a:lnTo>
                    <a:pt x="4195" y="863"/>
                  </a:lnTo>
                  <a:lnTo>
                    <a:pt x="4132" y="1026"/>
                  </a:lnTo>
                  <a:lnTo>
                    <a:pt x="4272" y="982"/>
                  </a:lnTo>
                  <a:lnTo>
                    <a:pt x="4490" y="942"/>
                  </a:lnTo>
                  <a:lnTo>
                    <a:pt x="4540" y="952"/>
                  </a:lnTo>
                  <a:lnTo>
                    <a:pt x="4542" y="1024"/>
                  </a:lnTo>
                  <a:lnTo>
                    <a:pt x="4422" y="1040"/>
                  </a:lnTo>
                  <a:lnTo>
                    <a:pt x="4351" y="1139"/>
                  </a:lnTo>
                  <a:lnTo>
                    <a:pt x="4567" y="1200"/>
                  </a:lnTo>
                  <a:lnTo>
                    <a:pt x="4636" y="1207"/>
                  </a:lnTo>
                  <a:lnTo>
                    <a:pt x="4627" y="1265"/>
                  </a:lnTo>
                  <a:lnTo>
                    <a:pt x="4598" y="1280"/>
                  </a:lnTo>
                  <a:lnTo>
                    <a:pt x="4317" y="1235"/>
                  </a:lnTo>
                  <a:lnTo>
                    <a:pt x="4049" y="1458"/>
                  </a:lnTo>
                  <a:lnTo>
                    <a:pt x="3916" y="1589"/>
                  </a:lnTo>
                  <a:lnTo>
                    <a:pt x="3691" y="1683"/>
                  </a:lnTo>
                  <a:lnTo>
                    <a:pt x="3554" y="1753"/>
                  </a:lnTo>
                  <a:lnTo>
                    <a:pt x="3605" y="1842"/>
                  </a:lnTo>
                  <a:lnTo>
                    <a:pt x="3538" y="1870"/>
                  </a:lnTo>
                  <a:lnTo>
                    <a:pt x="3439" y="1872"/>
                  </a:lnTo>
                  <a:lnTo>
                    <a:pt x="3398" y="2025"/>
                  </a:lnTo>
                  <a:lnTo>
                    <a:pt x="3056" y="2287"/>
                  </a:lnTo>
                  <a:lnTo>
                    <a:pt x="3140" y="2376"/>
                  </a:lnTo>
                  <a:lnTo>
                    <a:pt x="3020" y="2513"/>
                  </a:lnTo>
                  <a:lnTo>
                    <a:pt x="3857" y="2536"/>
                  </a:lnTo>
                  <a:lnTo>
                    <a:pt x="4047" y="2770"/>
                  </a:lnTo>
                  <a:lnTo>
                    <a:pt x="3689" y="3490"/>
                  </a:lnTo>
                  <a:lnTo>
                    <a:pt x="1656" y="3408"/>
                  </a:lnTo>
                  <a:lnTo>
                    <a:pt x="738" y="3436"/>
                  </a:lnTo>
                  <a:lnTo>
                    <a:pt x="311" y="3546"/>
                  </a:lnTo>
                  <a:lnTo>
                    <a:pt x="72" y="2602"/>
                  </a:lnTo>
                  <a:lnTo>
                    <a:pt x="0" y="1941"/>
                  </a:lnTo>
                  <a:lnTo>
                    <a:pt x="0" y="194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0" name="Google Shape;650;p15"/>
            <p:cNvSpPr/>
            <p:nvPr/>
          </p:nvSpPr>
          <p:spPr>
            <a:xfrm>
              <a:off x="2242" y="2794"/>
              <a:ext cx="67" cy="166"/>
            </a:xfrm>
            <a:custGeom>
              <a:rect b="b" l="l" r="r" t="t"/>
              <a:pathLst>
                <a:path extrusionOk="0" h="315" w="135">
                  <a:moveTo>
                    <a:pt x="5" y="0"/>
                  </a:moveTo>
                  <a:lnTo>
                    <a:pt x="135" y="268"/>
                  </a:lnTo>
                  <a:lnTo>
                    <a:pt x="0" y="315"/>
                  </a:lnTo>
                  <a:lnTo>
                    <a:pt x="5" y="0"/>
                  </a:lnTo>
                  <a:lnTo>
                    <a:pt x="5" y="0"/>
                  </a:lnTo>
                  <a:close/>
                </a:path>
              </a:pathLst>
            </a:custGeom>
            <a:solidFill>
              <a:srgbClr val="7DE5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1" name="Google Shape;651;p15"/>
            <p:cNvSpPr/>
            <p:nvPr/>
          </p:nvSpPr>
          <p:spPr>
            <a:xfrm>
              <a:off x="1337" y="2291"/>
              <a:ext cx="104" cy="65"/>
            </a:xfrm>
            <a:custGeom>
              <a:rect b="b" l="l" r="r" t="t"/>
              <a:pathLst>
                <a:path extrusionOk="0" h="123" w="209">
                  <a:moveTo>
                    <a:pt x="0" y="0"/>
                  </a:moveTo>
                  <a:lnTo>
                    <a:pt x="209" y="58"/>
                  </a:lnTo>
                  <a:lnTo>
                    <a:pt x="115" y="123"/>
                  </a:lnTo>
                  <a:lnTo>
                    <a:pt x="22" y="100"/>
                  </a:lnTo>
                  <a:lnTo>
                    <a:pt x="0" y="0"/>
                  </a:lnTo>
                  <a:lnTo>
                    <a:pt x="0" y="0"/>
                  </a:lnTo>
                  <a:close/>
                </a:path>
              </a:pathLst>
            </a:custGeom>
            <a:solidFill>
              <a:srgbClr val="B2EC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2" name="Google Shape;652;p15"/>
            <p:cNvSpPr/>
            <p:nvPr/>
          </p:nvSpPr>
          <p:spPr>
            <a:xfrm>
              <a:off x="1483" y="2337"/>
              <a:ext cx="63" cy="64"/>
            </a:xfrm>
            <a:custGeom>
              <a:rect b="b" l="l" r="r" t="t"/>
              <a:pathLst>
                <a:path extrusionOk="0" h="120" w="126">
                  <a:moveTo>
                    <a:pt x="23" y="8"/>
                  </a:moveTo>
                  <a:lnTo>
                    <a:pt x="126" y="0"/>
                  </a:lnTo>
                  <a:lnTo>
                    <a:pt x="126" y="75"/>
                  </a:lnTo>
                  <a:lnTo>
                    <a:pt x="23" y="120"/>
                  </a:lnTo>
                  <a:lnTo>
                    <a:pt x="0" y="56"/>
                  </a:lnTo>
                  <a:lnTo>
                    <a:pt x="23" y="8"/>
                  </a:lnTo>
                  <a:lnTo>
                    <a:pt x="23" y="8"/>
                  </a:lnTo>
                  <a:close/>
                </a:path>
              </a:pathLst>
            </a:custGeom>
            <a:solidFill>
              <a:srgbClr val="B2EC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3" name="Google Shape;653;p15"/>
            <p:cNvSpPr/>
            <p:nvPr/>
          </p:nvSpPr>
          <p:spPr>
            <a:xfrm>
              <a:off x="2025" y="2140"/>
              <a:ext cx="164" cy="487"/>
            </a:xfrm>
            <a:custGeom>
              <a:rect b="b" l="l" r="r" t="t"/>
              <a:pathLst>
                <a:path extrusionOk="0" h="926" w="327">
                  <a:moveTo>
                    <a:pt x="77" y="0"/>
                  </a:moveTo>
                  <a:lnTo>
                    <a:pt x="327" y="483"/>
                  </a:lnTo>
                  <a:lnTo>
                    <a:pt x="250" y="921"/>
                  </a:lnTo>
                  <a:lnTo>
                    <a:pt x="7" y="926"/>
                  </a:lnTo>
                  <a:lnTo>
                    <a:pt x="0" y="207"/>
                  </a:lnTo>
                  <a:lnTo>
                    <a:pt x="77" y="0"/>
                  </a:lnTo>
                  <a:lnTo>
                    <a:pt x="77"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4" name="Google Shape;654;p15"/>
            <p:cNvSpPr/>
            <p:nvPr/>
          </p:nvSpPr>
          <p:spPr>
            <a:xfrm>
              <a:off x="1548" y="3027"/>
              <a:ext cx="303" cy="294"/>
            </a:xfrm>
            <a:custGeom>
              <a:rect b="b" l="l" r="r" t="t"/>
              <a:pathLst>
                <a:path extrusionOk="0" h="560" w="607">
                  <a:moveTo>
                    <a:pt x="0" y="160"/>
                  </a:moveTo>
                  <a:lnTo>
                    <a:pt x="266" y="0"/>
                  </a:lnTo>
                  <a:lnTo>
                    <a:pt x="410" y="341"/>
                  </a:lnTo>
                  <a:lnTo>
                    <a:pt x="607" y="530"/>
                  </a:lnTo>
                  <a:lnTo>
                    <a:pt x="87" y="560"/>
                  </a:lnTo>
                  <a:lnTo>
                    <a:pt x="29" y="493"/>
                  </a:lnTo>
                  <a:lnTo>
                    <a:pt x="83" y="392"/>
                  </a:lnTo>
                  <a:lnTo>
                    <a:pt x="382" y="455"/>
                  </a:lnTo>
                  <a:lnTo>
                    <a:pt x="96" y="293"/>
                  </a:lnTo>
                  <a:lnTo>
                    <a:pt x="245" y="265"/>
                  </a:lnTo>
                  <a:lnTo>
                    <a:pt x="0" y="160"/>
                  </a:lnTo>
                  <a:lnTo>
                    <a:pt x="0" y="160"/>
                  </a:lnTo>
                  <a:close/>
                </a:path>
              </a:pathLst>
            </a:custGeom>
            <a:solidFill>
              <a:srgbClr val="7FAC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5" name="Google Shape;655;p15"/>
            <p:cNvSpPr/>
            <p:nvPr/>
          </p:nvSpPr>
          <p:spPr>
            <a:xfrm>
              <a:off x="1403" y="2895"/>
              <a:ext cx="646" cy="443"/>
            </a:xfrm>
            <a:custGeom>
              <a:rect b="b" l="l" r="r" t="t"/>
              <a:pathLst>
                <a:path extrusionOk="0" h="843" w="1293">
                  <a:moveTo>
                    <a:pt x="0" y="510"/>
                  </a:moveTo>
                  <a:lnTo>
                    <a:pt x="56" y="402"/>
                  </a:lnTo>
                  <a:lnTo>
                    <a:pt x="99" y="318"/>
                  </a:lnTo>
                  <a:lnTo>
                    <a:pt x="146" y="229"/>
                  </a:lnTo>
                  <a:lnTo>
                    <a:pt x="191" y="143"/>
                  </a:lnTo>
                  <a:lnTo>
                    <a:pt x="229" y="70"/>
                  </a:lnTo>
                  <a:lnTo>
                    <a:pt x="267" y="0"/>
                  </a:lnTo>
                  <a:lnTo>
                    <a:pt x="342" y="82"/>
                  </a:lnTo>
                  <a:lnTo>
                    <a:pt x="177" y="360"/>
                  </a:lnTo>
                  <a:lnTo>
                    <a:pt x="475" y="48"/>
                  </a:lnTo>
                  <a:lnTo>
                    <a:pt x="654" y="280"/>
                  </a:lnTo>
                  <a:lnTo>
                    <a:pt x="909" y="534"/>
                  </a:lnTo>
                  <a:lnTo>
                    <a:pt x="1293" y="621"/>
                  </a:lnTo>
                  <a:lnTo>
                    <a:pt x="1141" y="843"/>
                  </a:lnTo>
                  <a:lnTo>
                    <a:pt x="909" y="714"/>
                  </a:lnTo>
                  <a:lnTo>
                    <a:pt x="677" y="534"/>
                  </a:lnTo>
                  <a:lnTo>
                    <a:pt x="528" y="273"/>
                  </a:lnTo>
                  <a:lnTo>
                    <a:pt x="425" y="307"/>
                  </a:lnTo>
                  <a:lnTo>
                    <a:pt x="290" y="412"/>
                  </a:lnTo>
                  <a:lnTo>
                    <a:pt x="141" y="433"/>
                  </a:lnTo>
                  <a:lnTo>
                    <a:pt x="0" y="510"/>
                  </a:lnTo>
                  <a:lnTo>
                    <a:pt x="0" y="510"/>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6" name="Google Shape;656;p15"/>
            <p:cNvSpPr/>
            <p:nvPr/>
          </p:nvSpPr>
          <p:spPr>
            <a:xfrm>
              <a:off x="1233" y="2609"/>
              <a:ext cx="1227" cy="1197"/>
            </a:xfrm>
            <a:custGeom>
              <a:rect b="b" l="l" r="r" t="t"/>
              <a:pathLst>
                <a:path extrusionOk="0" h="2271" w="2455">
                  <a:moveTo>
                    <a:pt x="27" y="1491"/>
                  </a:moveTo>
                  <a:lnTo>
                    <a:pt x="605" y="1409"/>
                  </a:lnTo>
                  <a:lnTo>
                    <a:pt x="1249" y="1421"/>
                  </a:lnTo>
                  <a:lnTo>
                    <a:pt x="1309" y="0"/>
                  </a:lnTo>
                  <a:lnTo>
                    <a:pt x="1525" y="21"/>
                  </a:lnTo>
                  <a:lnTo>
                    <a:pt x="1543" y="697"/>
                  </a:lnTo>
                  <a:lnTo>
                    <a:pt x="1433" y="1420"/>
                  </a:lnTo>
                  <a:lnTo>
                    <a:pt x="2109" y="1479"/>
                  </a:lnTo>
                  <a:lnTo>
                    <a:pt x="2007" y="1878"/>
                  </a:lnTo>
                  <a:lnTo>
                    <a:pt x="2221" y="1479"/>
                  </a:lnTo>
                  <a:lnTo>
                    <a:pt x="2455" y="1559"/>
                  </a:lnTo>
                  <a:lnTo>
                    <a:pt x="2250" y="2271"/>
                  </a:lnTo>
                  <a:lnTo>
                    <a:pt x="94" y="2227"/>
                  </a:lnTo>
                  <a:lnTo>
                    <a:pt x="0" y="1711"/>
                  </a:lnTo>
                  <a:lnTo>
                    <a:pt x="27" y="1491"/>
                  </a:lnTo>
                  <a:lnTo>
                    <a:pt x="27" y="149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7" name="Google Shape;657;p15"/>
            <p:cNvSpPr/>
            <p:nvPr/>
          </p:nvSpPr>
          <p:spPr>
            <a:xfrm>
              <a:off x="1694" y="2140"/>
              <a:ext cx="370" cy="487"/>
            </a:xfrm>
            <a:custGeom>
              <a:rect b="b" l="l" r="r" t="t"/>
              <a:pathLst>
                <a:path extrusionOk="0" h="926" w="739">
                  <a:moveTo>
                    <a:pt x="739" y="0"/>
                  </a:moveTo>
                  <a:lnTo>
                    <a:pt x="0" y="516"/>
                  </a:lnTo>
                  <a:lnTo>
                    <a:pt x="5" y="884"/>
                  </a:lnTo>
                  <a:lnTo>
                    <a:pt x="669" y="926"/>
                  </a:lnTo>
                  <a:lnTo>
                    <a:pt x="667" y="427"/>
                  </a:lnTo>
                  <a:lnTo>
                    <a:pt x="739" y="0"/>
                  </a:lnTo>
                  <a:lnTo>
                    <a:pt x="73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8" name="Google Shape;658;p15"/>
            <p:cNvSpPr/>
            <p:nvPr/>
          </p:nvSpPr>
          <p:spPr>
            <a:xfrm>
              <a:off x="1318" y="2398"/>
              <a:ext cx="110" cy="96"/>
            </a:xfrm>
            <a:custGeom>
              <a:rect b="b" l="l" r="r" t="t"/>
              <a:pathLst>
                <a:path extrusionOk="0" h="181" w="222">
                  <a:moveTo>
                    <a:pt x="0" y="136"/>
                  </a:moveTo>
                  <a:lnTo>
                    <a:pt x="150" y="0"/>
                  </a:lnTo>
                  <a:lnTo>
                    <a:pt x="220" y="23"/>
                  </a:lnTo>
                  <a:lnTo>
                    <a:pt x="222" y="42"/>
                  </a:lnTo>
                  <a:lnTo>
                    <a:pt x="193" y="64"/>
                  </a:lnTo>
                  <a:lnTo>
                    <a:pt x="157" y="82"/>
                  </a:lnTo>
                  <a:lnTo>
                    <a:pt x="188" y="166"/>
                  </a:lnTo>
                  <a:lnTo>
                    <a:pt x="72" y="181"/>
                  </a:lnTo>
                  <a:lnTo>
                    <a:pt x="0" y="136"/>
                  </a:lnTo>
                  <a:lnTo>
                    <a:pt x="0" y="136"/>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9" name="Google Shape;659;p15"/>
            <p:cNvSpPr/>
            <p:nvPr/>
          </p:nvSpPr>
          <p:spPr>
            <a:xfrm>
              <a:off x="984" y="2633"/>
              <a:ext cx="292" cy="665"/>
            </a:xfrm>
            <a:custGeom>
              <a:rect b="b" l="l" r="r" t="t"/>
              <a:pathLst>
                <a:path extrusionOk="0" h="1265" w="585">
                  <a:moveTo>
                    <a:pt x="59" y="0"/>
                  </a:moveTo>
                  <a:lnTo>
                    <a:pt x="203" y="272"/>
                  </a:lnTo>
                  <a:lnTo>
                    <a:pt x="196" y="347"/>
                  </a:lnTo>
                  <a:lnTo>
                    <a:pt x="180" y="492"/>
                  </a:lnTo>
                  <a:lnTo>
                    <a:pt x="351" y="419"/>
                  </a:lnTo>
                  <a:lnTo>
                    <a:pt x="383" y="586"/>
                  </a:lnTo>
                  <a:lnTo>
                    <a:pt x="505" y="414"/>
                  </a:lnTo>
                  <a:lnTo>
                    <a:pt x="585" y="597"/>
                  </a:lnTo>
                  <a:lnTo>
                    <a:pt x="567" y="909"/>
                  </a:lnTo>
                  <a:lnTo>
                    <a:pt x="484" y="1049"/>
                  </a:lnTo>
                  <a:lnTo>
                    <a:pt x="412" y="1265"/>
                  </a:lnTo>
                  <a:lnTo>
                    <a:pt x="216" y="874"/>
                  </a:lnTo>
                  <a:lnTo>
                    <a:pt x="124" y="660"/>
                  </a:lnTo>
                  <a:lnTo>
                    <a:pt x="48" y="307"/>
                  </a:lnTo>
                  <a:lnTo>
                    <a:pt x="0" y="140"/>
                  </a:lnTo>
                  <a:lnTo>
                    <a:pt x="59" y="0"/>
                  </a:lnTo>
                  <a:lnTo>
                    <a:pt x="59" y="0"/>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0" name="Google Shape;660;p15"/>
            <p:cNvSpPr/>
            <p:nvPr/>
          </p:nvSpPr>
          <p:spPr>
            <a:xfrm>
              <a:off x="1159" y="2843"/>
              <a:ext cx="55" cy="122"/>
            </a:xfrm>
            <a:custGeom>
              <a:rect b="b" l="l" r="r" t="t"/>
              <a:pathLst>
                <a:path extrusionOk="0" h="232" w="109">
                  <a:moveTo>
                    <a:pt x="0" y="19"/>
                  </a:moveTo>
                  <a:lnTo>
                    <a:pt x="109" y="0"/>
                  </a:lnTo>
                  <a:lnTo>
                    <a:pt x="43" y="232"/>
                  </a:lnTo>
                  <a:lnTo>
                    <a:pt x="0" y="19"/>
                  </a:lnTo>
                  <a:lnTo>
                    <a:pt x="0" y="19"/>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1" name="Google Shape;661;p15"/>
            <p:cNvSpPr/>
            <p:nvPr/>
          </p:nvSpPr>
          <p:spPr>
            <a:xfrm>
              <a:off x="1109" y="2965"/>
              <a:ext cx="122" cy="329"/>
            </a:xfrm>
            <a:custGeom>
              <a:rect b="b" l="l" r="r" t="t"/>
              <a:pathLst>
                <a:path extrusionOk="0" h="624" w="245">
                  <a:moveTo>
                    <a:pt x="144" y="0"/>
                  </a:moveTo>
                  <a:lnTo>
                    <a:pt x="0" y="298"/>
                  </a:lnTo>
                  <a:lnTo>
                    <a:pt x="119" y="624"/>
                  </a:lnTo>
                  <a:lnTo>
                    <a:pt x="245" y="460"/>
                  </a:lnTo>
                  <a:lnTo>
                    <a:pt x="180" y="120"/>
                  </a:lnTo>
                  <a:lnTo>
                    <a:pt x="144" y="0"/>
                  </a:lnTo>
                  <a:lnTo>
                    <a:pt x="144" y="0"/>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2" name="Google Shape;662;p15"/>
            <p:cNvSpPr/>
            <p:nvPr/>
          </p:nvSpPr>
          <p:spPr>
            <a:xfrm>
              <a:off x="1179" y="2996"/>
              <a:ext cx="149" cy="352"/>
            </a:xfrm>
            <a:custGeom>
              <a:rect b="b" l="l" r="r" t="t"/>
              <a:pathLst>
                <a:path extrusionOk="0" h="668" w="297">
                  <a:moveTo>
                    <a:pt x="195" y="0"/>
                  </a:moveTo>
                  <a:lnTo>
                    <a:pt x="297" y="272"/>
                  </a:lnTo>
                  <a:lnTo>
                    <a:pt x="189" y="492"/>
                  </a:lnTo>
                  <a:lnTo>
                    <a:pt x="112" y="600"/>
                  </a:lnTo>
                  <a:lnTo>
                    <a:pt x="0" y="668"/>
                  </a:lnTo>
                  <a:lnTo>
                    <a:pt x="24" y="593"/>
                  </a:lnTo>
                  <a:lnTo>
                    <a:pt x="171" y="278"/>
                  </a:lnTo>
                  <a:lnTo>
                    <a:pt x="195" y="0"/>
                  </a:lnTo>
                  <a:lnTo>
                    <a:pt x="195" y="0"/>
                  </a:lnTo>
                  <a:close/>
                </a:path>
              </a:pathLst>
            </a:custGeom>
            <a:solidFill>
              <a:srgbClr val="E0D4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3" name="Google Shape;663;p15"/>
            <p:cNvSpPr/>
            <p:nvPr/>
          </p:nvSpPr>
          <p:spPr>
            <a:xfrm>
              <a:off x="954" y="2974"/>
              <a:ext cx="188" cy="484"/>
            </a:xfrm>
            <a:custGeom>
              <a:rect b="b" l="l" r="r" t="t"/>
              <a:pathLst>
                <a:path extrusionOk="0" h="921" w="376">
                  <a:moveTo>
                    <a:pt x="184" y="13"/>
                  </a:moveTo>
                  <a:lnTo>
                    <a:pt x="276" y="227"/>
                  </a:lnTo>
                  <a:lnTo>
                    <a:pt x="240" y="454"/>
                  </a:lnTo>
                  <a:lnTo>
                    <a:pt x="281" y="599"/>
                  </a:lnTo>
                  <a:lnTo>
                    <a:pt x="376" y="761"/>
                  </a:lnTo>
                  <a:lnTo>
                    <a:pt x="168" y="808"/>
                  </a:lnTo>
                  <a:lnTo>
                    <a:pt x="33" y="921"/>
                  </a:lnTo>
                  <a:lnTo>
                    <a:pt x="0" y="824"/>
                  </a:lnTo>
                  <a:lnTo>
                    <a:pt x="108" y="250"/>
                  </a:lnTo>
                  <a:lnTo>
                    <a:pt x="148" y="0"/>
                  </a:lnTo>
                  <a:lnTo>
                    <a:pt x="184" y="13"/>
                  </a:lnTo>
                  <a:lnTo>
                    <a:pt x="184" y="13"/>
                  </a:lnTo>
                  <a:close/>
                </a:path>
              </a:pathLst>
            </a:custGeom>
            <a:solidFill>
              <a:srgbClr val="E0D4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4" name="Google Shape;664;p15"/>
            <p:cNvSpPr/>
            <p:nvPr/>
          </p:nvSpPr>
          <p:spPr>
            <a:xfrm>
              <a:off x="448" y="2573"/>
              <a:ext cx="832" cy="1286"/>
            </a:xfrm>
            <a:custGeom>
              <a:rect b="b" l="l" r="r" t="t"/>
              <a:pathLst>
                <a:path extrusionOk="0" h="2442" w="1665">
                  <a:moveTo>
                    <a:pt x="994" y="7"/>
                  </a:moveTo>
                  <a:lnTo>
                    <a:pt x="1060" y="0"/>
                  </a:lnTo>
                  <a:lnTo>
                    <a:pt x="1107" y="56"/>
                  </a:lnTo>
                  <a:lnTo>
                    <a:pt x="1073" y="255"/>
                  </a:lnTo>
                  <a:lnTo>
                    <a:pt x="1103" y="492"/>
                  </a:lnTo>
                  <a:lnTo>
                    <a:pt x="1082" y="588"/>
                  </a:lnTo>
                  <a:lnTo>
                    <a:pt x="1031" y="764"/>
                  </a:lnTo>
                  <a:lnTo>
                    <a:pt x="954" y="989"/>
                  </a:lnTo>
                  <a:lnTo>
                    <a:pt x="967" y="1261"/>
                  </a:lnTo>
                  <a:lnTo>
                    <a:pt x="940" y="1422"/>
                  </a:lnTo>
                  <a:lnTo>
                    <a:pt x="918" y="1499"/>
                  </a:lnTo>
                  <a:lnTo>
                    <a:pt x="875" y="1512"/>
                  </a:lnTo>
                  <a:lnTo>
                    <a:pt x="830" y="1284"/>
                  </a:lnTo>
                  <a:lnTo>
                    <a:pt x="655" y="844"/>
                  </a:lnTo>
                  <a:lnTo>
                    <a:pt x="650" y="972"/>
                  </a:lnTo>
                  <a:lnTo>
                    <a:pt x="698" y="1279"/>
                  </a:lnTo>
                  <a:lnTo>
                    <a:pt x="659" y="1383"/>
                  </a:lnTo>
                  <a:lnTo>
                    <a:pt x="608" y="1486"/>
                  </a:lnTo>
                  <a:lnTo>
                    <a:pt x="596" y="1713"/>
                  </a:lnTo>
                  <a:lnTo>
                    <a:pt x="866" y="1603"/>
                  </a:lnTo>
                  <a:lnTo>
                    <a:pt x="913" y="1638"/>
                  </a:lnTo>
                  <a:lnTo>
                    <a:pt x="886" y="1690"/>
                  </a:lnTo>
                  <a:lnTo>
                    <a:pt x="866" y="1748"/>
                  </a:lnTo>
                  <a:lnTo>
                    <a:pt x="907" y="1790"/>
                  </a:lnTo>
                  <a:lnTo>
                    <a:pt x="943" y="1806"/>
                  </a:lnTo>
                  <a:lnTo>
                    <a:pt x="1217" y="1661"/>
                  </a:lnTo>
                  <a:lnTo>
                    <a:pt x="1361" y="1638"/>
                  </a:lnTo>
                  <a:lnTo>
                    <a:pt x="1503" y="1615"/>
                  </a:lnTo>
                  <a:lnTo>
                    <a:pt x="1665" y="2299"/>
                  </a:lnTo>
                  <a:lnTo>
                    <a:pt x="1346" y="2290"/>
                  </a:lnTo>
                  <a:lnTo>
                    <a:pt x="814" y="2376"/>
                  </a:lnTo>
                  <a:lnTo>
                    <a:pt x="376" y="2442"/>
                  </a:lnTo>
                  <a:lnTo>
                    <a:pt x="178" y="2020"/>
                  </a:lnTo>
                  <a:lnTo>
                    <a:pt x="36" y="1840"/>
                  </a:lnTo>
                  <a:lnTo>
                    <a:pt x="6" y="1582"/>
                  </a:lnTo>
                  <a:lnTo>
                    <a:pt x="6" y="1436"/>
                  </a:lnTo>
                  <a:lnTo>
                    <a:pt x="0" y="892"/>
                  </a:lnTo>
                  <a:lnTo>
                    <a:pt x="115" y="442"/>
                  </a:lnTo>
                  <a:lnTo>
                    <a:pt x="328" y="370"/>
                  </a:lnTo>
                  <a:lnTo>
                    <a:pt x="745" y="220"/>
                  </a:lnTo>
                  <a:lnTo>
                    <a:pt x="994" y="75"/>
                  </a:lnTo>
                  <a:lnTo>
                    <a:pt x="994" y="7"/>
                  </a:lnTo>
                  <a:lnTo>
                    <a:pt x="994" y="7"/>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5" name="Google Shape;665;p15"/>
            <p:cNvSpPr/>
            <p:nvPr/>
          </p:nvSpPr>
          <p:spPr>
            <a:xfrm>
              <a:off x="1237" y="2777"/>
              <a:ext cx="245" cy="386"/>
            </a:xfrm>
            <a:custGeom>
              <a:rect b="b" l="l" r="r" t="t"/>
              <a:pathLst>
                <a:path extrusionOk="0" h="735" w="492">
                  <a:moveTo>
                    <a:pt x="40" y="0"/>
                  </a:moveTo>
                  <a:lnTo>
                    <a:pt x="108" y="154"/>
                  </a:lnTo>
                  <a:lnTo>
                    <a:pt x="0" y="140"/>
                  </a:lnTo>
                  <a:lnTo>
                    <a:pt x="80" y="415"/>
                  </a:lnTo>
                  <a:lnTo>
                    <a:pt x="164" y="735"/>
                  </a:lnTo>
                  <a:lnTo>
                    <a:pt x="247" y="595"/>
                  </a:lnTo>
                  <a:lnTo>
                    <a:pt x="323" y="532"/>
                  </a:lnTo>
                  <a:lnTo>
                    <a:pt x="395" y="553"/>
                  </a:lnTo>
                  <a:lnTo>
                    <a:pt x="492" y="370"/>
                  </a:lnTo>
                  <a:lnTo>
                    <a:pt x="360" y="335"/>
                  </a:lnTo>
                  <a:lnTo>
                    <a:pt x="247" y="239"/>
                  </a:lnTo>
                  <a:lnTo>
                    <a:pt x="191" y="180"/>
                  </a:lnTo>
                  <a:lnTo>
                    <a:pt x="98" y="4"/>
                  </a:lnTo>
                  <a:lnTo>
                    <a:pt x="40" y="0"/>
                  </a:lnTo>
                  <a:lnTo>
                    <a:pt x="40" y="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6" name="Google Shape;666;p15"/>
            <p:cNvSpPr/>
            <p:nvPr/>
          </p:nvSpPr>
          <p:spPr>
            <a:xfrm>
              <a:off x="1734" y="2950"/>
              <a:ext cx="148" cy="133"/>
            </a:xfrm>
            <a:custGeom>
              <a:rect b="b" l="l" r="r" t="t"/>
              <a:pathLst>
                <a:path extrusionOk="0" h="255" w="295">
                  <a:moveTo>
                    <a:pt x="0" y="0"/>
                  </a:moveTo>
                  <a:lnTo>
                    <a:pt x="145" y="35"/>
                  </a:lnTo>
                  <a:lnTo>
                    <a:pt x="277" y="7"/>
                  </a:lnTo>
                  <a:lnTo>
                    <a:pt x="295" y="255"/>
                  </a:lnTo>
                  <a:lnTo>
                    <a:pt x="115" y="192"/>
                  </a:lnTo>
                  <a:lnTo>
                    <a:pt x="0" y="0"/>
                  </a:lnTo>
                  <a:lnTo>
                    <a:pt x="0" y="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7" name="Google Shape;667;p15"/>
            <p:cNvSpPr/>
            <p:nvPr/>
          </p:nvSpPr>
          <p:spPr>
            <a:xfrm>
              <a:off x="1982" y="2806"/>
              <a:ext cx="243" cy="371"/>
            </a:xfrm>
            <a:custGeom>
              <a:rect b="b" l="l" r="r" t="t"/>
              <a:pathLst>
                <a:path extrusionOk="0" h="705" w="485">
                  <a:moveTo>
                    <a:pt x="73" y="180"/>
                  </a:moveTo>
                  <a:lnTo>
                    <a:pt x="217" y="127"/>
                  </a:lnTo>
                  <a:lnTo>
                    <a:pt x="305" y="51"/>
                  </a:lnTo>
                  <a:lnTo>
                    <a:pt x="392" y="0"/>
                  </a:lnTo>
                  <a:lnTo>
                    <a:pt x="458" y="61"/>
                  </a:lnTo>
                  <a:lnTo>
                    <a:pt x="482" y="120"/>
                  </a:lnTo>
                  <a:lnTo>
                    <a:pt x="485" y="295"/>
                  </a:lnTo>
                  <a:lnTo>
                    <a:pt x="475" y="352"/>
                  </a:lnTo>
                  <a:lnTo>
                    <a:pt x="289" y="574"/>
                  </a:lnTo>
                  <a:lnTo>
                    <a:pt x="79" y="705"/>
                  </a:lnTo>
                  <a:lnTo>
                    <a:pt x="0" y="666"/>
                  </a:lnTo>
                  <a:lnTo>
                    <a:pt x="45" y="249"/>
                  </a:lnTo>
                  <a:lnTo>
                    <a:pt x="73" y="180"/>
                  </a:lnTo>
                  <a:lnTo>
                    <a:pt x="73" y="18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8" name="Google Shape;668;p15"/>
            <p:cNvSpPr/>
            <p:nvPr/>
          </p:nvSpPr>
          <p:spPr>
            <a:xfrm>
              <a:off x="1262" y="3086"/>
              <a:ext cx="311" cy="264"/>
            </a:xfrm>
            <a:custGeom>
              <a:rect b="b" l="l" r="r" t="t"/>
              <a:pathLst>
                <a:path extrusionOk="0" h="503" w="623">
                  <a:moveTo>
                    <a:pt x="336" y="0"/>
                  </a:moveTo>
                  <a:lnTo>
                    <a:pt x="246" y="49"/>
                  </a:lnTo>
                  <a:lnTo>
                    <a:pt x="207" y="112"/>
                  </a:lnTo>
                  <a:lnTo>
                    <a:pt x="178" y="189"/>
                  </a:lnTo>
                  <a:lnTo>
                    <a:pt x="115" y="326"/>
                  </a:lnTo>
                  <a:lnTo>
                    <a:pt x="32" y="419"/>
                  </a:lnTo>
                  <a:lnTo>
                    <a:pt x="0" y="503"/>
                  </a:lnTo>
                  <a:lnTo>
                    <a:pt x="66" y="487"/>
                  </a:lnTo>
                  <a:lnTo>
                    <a:pt x="239" y="459"/>
                  </a:lnTo>
                  <a:lnTo>
                    <a:pt x="569" y="443"/>
                  </a:lnTo>
                  <a:lnTo>
                    <a:pt x="525" y="382"/>
                  </a:lnTo>
                  <a:lnTo>
                    <a:pt x="462" y="321"/>
                  </a:lnTo>
                  <a:lnTo>
                    <a:pt x="434" y="278"/>
                  </a:lnTo>
                  <a:lnTo>
                    <a:pt x="529" y="295"/>
                  </a:lnTo>
                  <a:lnTo>
                    <a:pt x="612" y="346"/>
                  </a:lnTo>
                  <a:lnTo>
                    <a:pt x="572" y="264"/>
                  </a:lnTo>
                  <a:lnTo>
                    <a:pt x="500" y="215"/>
                  </a:lnTo>
                  <a:lnTo>
                    <a:pt x="416" y="189"/>
                  </a:lnTo>
                  <a:lnTo>
                    <a:pt x="507" y="161"/>
                  </a:lnTo>
                  <a:lnTo>
                    <a:pt x="623" y="192"/>
                  </a:lnTo>
                  <a:lnTo>
                    <a:pt x="606" y="171"/>
                  </a:lnTo>
                  <a:lnTo>
                    <a:pt x="561" y="136"/>
                  </a:lnTo>
                  <a:lnTo>
                    <a:pt x="461" y="108"/>
                  </a:lnTo>
                  <a:lnTo>
                    <a:pt x="461" y="60"/>
                  </a:lnTo>
                  <a:lnTo>
                    <a:pt x="282" y="147"/>
                  </a:lnTo>
                  <a:lnTo>
                    <a:pt x="336" y="0"/>
                  </a:lnTo>
                  <a:lnTo>
                    <a:pt x="336" y="0"/>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9" name="Google Shape;669;p15"/>
            <p:cNvSpPr/>
            <p:nvPr/>
          </p:nvSpPr>
          <p:spPr>
            <a:xfrm>
              <a:off x="2235" y="2497"/>
              <a:ext cx="572" cy="403"/>
            </a:xfrm>
            <a:custGeom>
              <a:rect b="b" l="l" r="r" t="t"/>
              <a:pathLst>
                <a:path extrusionOk="0" h="766" w="1145">
                  <a:moveTo>
                    <a:pt x="0" y="478"/>
                  </a:moveTo>
                  <a:lnTo>
                    <a:pt x="76" y="523"/>
                  </a:lnTo>
                  <a:lnTo>
                    <a:pt x="169" y="469"/>
                  </a:lnTo>
                  <a:lnTo>
                    <a:pt x="128" y="415"/>
                  </a:lnTo>
                  <a:lnTo>
                    <a:pt x="184" y="386"/>
                  </a:lnTo>
                  <a:lnTo>
                    <a:pt x="261" y="354"/>
                  </a:lnTo>
                  <a:lnTo>
                    <a:pt x="308" y="281"/>
                  </a:lnTo>
                  <a:lnTo>
                    <a:pt x="344" y="171"/>
                  </a:lnTo>
                  <a:lnTo>
                    <a:pt x="421" y="183"/>
                  </a:lnTo>
                  <a:lnTo>
                    <a:pt x="576" y="183"/>
                  </a:lnTo>
                  <a:lnTo>
                    <a:pt x="652" y="135"/>
                  </a:lnTo>
                  <a:lnTo>
                    <a:pt x="634" y="112"/>
                  </a:lnTo>
                  <a:lnTo>
                    <a:pt x="650" y="32"/>
                  </a:lnTo>
                  <a:lnTo>
                    <a:pt x="895" y="21"/>
                  </a:lnTo>
                  <a:lnTo>
                    <a:pt x="1012" y="0"/>
                  </a:lnTo>
                  <a:lnTo>
                    <a:pt x="1085" y="26"/>
                  </a:lnTo>
                  <a:lnTo>
                    <a:pt x="1060" y="30"/>
                  </a:lnTo>
                  <a:lnTo>
                    <a:pt x="869" y="100"/>
                  </a:lnTo>
                  <a:lnTo>
                    <a:pt x="940" y="143"/>
                  </a:lnTo>
                  <a:lnTo>
                    <a:pt x="1040" y="180"/>
                  </a:lnTo>
                  <a:lnTo>
                    <a:pt x="1044" y="229"/>
                  </a:lnTo>
                  <a:lnTo>
                    <a:pt x="1145" y="271"/>
                  </a:lnTo>
                  <a:lnTo>
                    <a:pt x="1138" y="293"/>
                  </a:lnTo>
                  <a:lnTo>
                    <a:pt x="1116" y="302"/>
                  </a:lnTo>
                  <a:lnTo>
                    <a:pt x="851" y="257"/>
                  </a:lnTo>
                  <a:lnTo>
                    <a:pt x="855" y="354"/>
                  </a:lnTo>
                  <a:lnTo>
                    <a:pt x="801" y="401"/>
                  </a:lnTo>
                  <a:lnTo>
                    <a:pt x="765" y="473"/>
                  </a:lnTo>
                  <a:lnTo>
                    <a:pt x="693" y="499"/>
                  </a:lnTo>
                  <a:lnTo>
                    <a:pt x="623" y="457"/>
                  </a:lnTo>
                  <a:lnTo>
                    <a:pt x="535" y="520"/>
                  </a:lnTo>
                  <a:lnTo>
                    <a:pt x="452" y="585"/>
                  </a:lnTo>
                  <a:lnTo>
                    <a:pt x="355" y="605"/>
                  </a:lnTo>
                  <a:lnTo>
                    <a:pt x="175" y="724"/>
                  </a:lnTo>
                  <a:lnTo>
                    <a:pt x="126" y="766"/>
                  </a:lnTo>
                  <a:lnTo>
                    <a:pt x="40" y="586"/>
                  </a:lnTo>
                  <a:lnTo>
                    <a:pt x="0" y="478"/>
                  </a:lnTo>
                  <a:lnTo>
                    <a:pt x="0" y="478"/>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0" name="Google Shape;670;p15"/>
            <p:cNvSpPr/>
            <p:nvPr/>
          </p:nvSpPr>
          <p:spPr>
            <a:xfrm>
              <a:off x="987" y="2100"/>
              <a:ext cx="373" cy="703"/>
            </a:xfrm>
            <a:custGeom>
              <a:rect b="b" l="l" r="r" t="t"/>
              <a:pathLst>
                <a:path extrusionOk="0" h="1336" w="747">
                  <a:moveTo>
                    <a:pt x="141" y="394"/>
                  </a:moveTo>
                  <a:lnTo>
                    <a:pt x="144" y="331"/>
                  </a:lnTo>
                  <a:lnTo>
                    <a:pt x="211" y="303"/>
                  </a:lnTo>
                  <a:lnTo>
                    <a:pt x="270" y="301"/>
                  </a:lnTo>
                  <a:lnTo>
                    <a:pt x="250" y="331"/>
                  </a:lnTo>
                  <a:lnTo>
                    <a:pt x="225" y="359"/>
                  </a:lnTo>
                  <a:lnTo>
                    <a:pt x="225" y="408"/>
                  </a:lnTo>
                  <a:lnTo>
                    <a:pt x="236" y="437"/>
                  </a:lnTo>
                  <a:lnTo>
                    <a:pt x="254" y="439"/>
                  </a:lnTo>
                  <a:lnTo>
                    <a:pt x="277" y="397"/>
                  </a:lnTo>
                  <a:lnTo>
                    <a:pt x="293" y="376"/>
                  </a:lnTo>
                  <a:lnTo>
                    <a:pt x="326" y="485"/>
                  </a:lnTo>
                  <a:lnTo>
                    <a:pt x="401" y="472"/>
                  </a:lnTo>
                  <a:lnTo>
                    <a:pt x="450" y="446"/>
                  </a:lnTo>
                  <a:lnTo>
                    <a:pt x="427" y="335"/>
                  </a:lnTo>
                  <a:lnTo>
                    <a:pt x="457" y="296"/>
                  </a:lnTo>
                  <a:lnTo>
                    <a:pt x="419" y="242"/>
                  </a:lnTo>
                  <a:lnTo>
                    <a:pt x="475" y="176"/>
                  </a:lnTo>
                  <a:lnTo>
                    <a:pt x="551" y="148"/>
                  </a:lnTo>
                  <a:lnTo>
                    <a:pt x="569" y="49"/>
                  </a:lnTo>
                  <a:lnTo>
                    <a:pt x="666" y="0"/>
                  </a:lnTo>
                  <a:lnTo>
                    <a:pt x="720" y="21"/>
                  </a:lnTo>
                  <a:lnTo>
                    <a:pt x="747" y="54"/>
                  </a:lnTo>
                  <a:lnTo>
                    <a:pt x="702" y="78"/>
                  </a:lnTo>
                  <a:lnTo>
                    <a:pt x="677" y="110"/>
                  </a:lnTo>
                  <a:lnTo>
                    <a:pt x="670" y="141"/>
                  </a:lnTo>
                  <a:lnTo>
                    <a:pt x="616" y="235"/>
                  </a:lnTo>
                  <a:lnTo>
                    <a:pt x="616" y="287"/>
                  </a:lnTo>
                  <a:lnTo>
                    <a:pt x="616" y="324"/>
                  </a:lnTo>
                  <a:lnTo>
                    <a:pt x="583" y="362"/>
                  </a:lnTo>
                  <a:lnTo>
                    <a:pt x="610" y="403"/>
                  </a:lnTo>
                  <a:lnTo>
                    <a:pt x="644" y="446"/>
                  </a:lnTo>
                  <a:lnTo>
                    <a:pt x="641" y="500"/>
                  </a:lnTo>
                  <a:lnTo>
                    <a:pt x="580" y="546"/>
                  </a:lnTo>
                  <a:lnTo>
                    <a:pt x="526" y="605"/>
                  </a:lnTo>
                  <a:lnTo>
                    <a:pt x="522" y="696"/>
                  </a:lnTo>
                  <a:lnTo>
                    <a:pt x="594" y="767"/>
                  </a:lnTo>
                  <a:lnTo>
                    <a:pt x="569" y="819"/>
                  </a:lnTo>
                  <a:lnTo>
                    <a:pt x="558" y="879"/>
                  </a:lnTo>
                  <a:lnTo>
                    <a:pt x="598" y="943"/>
                  </a:lnTo>
                  <a:lnTo>
                    <a:pt x="652" y="975"/>
                  </a:lnTo>
                  <a:lnTo>
                    <a:pt x="634" y="1003"/>
                  </a:lnTo>
                  <a:lnTo>
                    <a:pt x="601" y="1031"/>
                  </a:lnTo>
                  <a:lnTo>
                    <a:pt x="544" y="1065"/>
                  </a:lnTo>
                  <a:lnTo>
                    <a:pt x="484" y="1092"/>
                  </a:lnTo>
                  <a:lnTo>
                    <a:pt x="419" y="1107"/>
                  </a:lnTo>
                  <a:lnTo>
                    <a:pt x="373" y="1109"/>
                  </a:lnTo>
                  <a:lnTo>
                    <a:pt x="333" y="1151"/>
                  </a:lnTo>
                  <a:lnTo>
                    <a:pt x="292" y="1264"/>
                  </a:lnTo>
                  <a:lnTo>
                    <a:pt x="272" y="1336"/>
                  </a:lnTo>
                  <a:lnTo>
                    <a:pt x="0" y="992"/>
                  </a:lnTo>
                  <a:lnTo>
                    <a:pt x="16" y="929"/>
                  </a:lnTo>
                  <a:lnTo>
                    <a:pt x="151" y="835"/>
                  </a:lnTo>
                  <a:lnTo>
                    <a:pt x="189" y="626"/>
                  </a:lnTo>
                  <a:lnTo>
                    <a:pt x="196" y="542"/>
                  </a:lnTo>
                  <a:lnTo>
                    <a:pt x="148" y="436"/>
                  </a:lnTo>
                  <a:lnTo>
                    <a:pt x="141" y="394"/>
                  </a:lnTo>
                  <a:lnTo>
                    <a:pt x="141" y="394"/>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1" name="Google Shape;671;p15"/>
            <p:cNvSpPr/>
            <p:nvPr/>
          </p:nvSpPr>
          <p:spPr>
            <a:xfrm>
              <a:off x="899" y="1993"/>
              <a:ext cx="468" cy="546"/>
            </a:xfrm>
            <a:custGeom>
              <a:rect b="b" l="l" r="r" t="t"/>
              <a:pathLst>
                <a:path extrusionOk="0" h="1036" w="935">
                  <a:moveTo>
                    <a:pt x="43" y="442"/>
                  </a:moveTo>
                  <a:lnTo>
                    <a:pt x="0" y="274"/>
                  </a:lnTo>
                  <a:lnTo>
                    <a:pt x="14" y="222"/>
                  </a:lnTo>
                  <a:lnTo>
                    <a:pt x="37" y="173"/>
                  </a:lnTo>
                  <a:lnTo>
                    <a:pt x="81" y="126"/>
                  </a:lnTo>
                  <a:lnTo>
                    <a:pt x="145" y="86"/>
                  </a:lnTo>
                  <a:lnTo>
                    <a:pt x="223" y="56"/>
                  </a:lnTo>
                  <a:lnTo>
                    <a:pt x="376" y="16"/>
                  </a:lnTo>
                  <a:lnTo>
                    <a:pt x="590" y="0"/>
                  </a:lnTo>
                  <a:lnTo>
                    <a:pt x="818" y="27"/>
                  </a:lnTo>
                  <a:lnTo>
                    <a:pt x="912" y="77"/>
                  </a:lnTo>
                  <a:lnTo>
                    <a:pt x="935" y="140"/>
                  </a:lnTo>
                  <a:lnTo>
                    <a:pt x="811" y="112"/>
                  </a:lnTo>
                  <a:lnTo>
                    <a:pt x="653" y="119"/>
                  </a:lnTo>
                  <a:lnTo>
                    <a:pt x="696" y="150"/>
                  </a:lnTo>
                  <a:lnTo>
                    <a:pt x="739" y="196"/>
                  </a:lnTo>
                  <a:lnTo>
                    <a:pt x="572" y="210"/>
                  </a:lnTo>
                  <a:lnTo>
                    <a:pt x="500" y="232"/>
                  </a:lnTo>
                  <a:lnTo>
                    <a:pt x="565" y="288"/>
                  </a:lnTo>
                  <a:lnTo>
                    <a:pt x="489" y="314"/>
                  </a:lnTo>
                  <a:lnTo>
                    <a:pt x="406" y="337"/>
                  </a:lnTo>
                  <a:lnTo>
                    <a:pt x="403" y="356"/>
                  </a:lnTo>
                  <a:lnTo>
                    <a:pt x="428" y="379"/>
                  </a:lnTo>
                  <a:lnTo>
                    <a:pt x="417" y="414"/>
                  </a:lnTo>
                  <a:lnTo>
                    <a:pt x="386" y="452"/>
                  </a:lnTo>
                  <a:lnTo>
                    <a:pt x="338" y="518"/>
                  </a:lnTo>
                  <a:lnTo>
                    <a:pt x="288" y="576"/>
                  </a:lnTo>
                  <a:lnTo>
                    <a:pt x="318" y="693"/>
                  </a:lnTo>
                  <a:lnTo>
                    <a:pt x="304" y="794"/>
                  </a:lnTo>
                  <a:lnTo>
                    <a:pt x="289" y="920"/>
                  </a:lnTo>
                  <a:lnTo>
                    <a:pt x="255" y="960"/>
                  </a:lnTo>
                  <a:lnTo>
                    <a:pt x="212" y="998"/>
                  </a:lnTo>
                  <a:lnTo>
                    <a:pt x="162" y="1036"/>
                  </a:lnTo>
                  <a:lnTo>
                    <a:pt x="50" y="780"/>
                  </a:lnTo>
                  <a:lnTo>
                    <a:pt x="57" y="576"/>
                  </a:lnTo>
                  <a:lnTo>
                    <a:pt x="43" y="442"/>
                  </a:lnTo>
                  <a:lnTo>
                    <a:pt x="43" y="442"/>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2" name="Google Shape;672;p15"/>
            <p:cNvSpPr/>
            <p:nvPr/>
          </p:nvSpPr>
          <p:spPr>
            <a:xfrm>
              <a:off x="2028" y="2249"/>
              <a:ext cx="64" cy="298"/>
            </a:xfrm>
            <a:custGeom>
              <a:rect b="b" l="l" r="r" t="t"/>
              <a:pathLst>
                <a:path extrusionOk="0" h="567" w="128">
                  <a:moveTo>
                    <a:pt x="42" y="0"/>
                  </a:moveTo>
                  <a:lnTo>
                    <a:pt x="128" y="159"/>
                  </a:lnTo>
                  <a:lnTo>
                    <a:pt x="103" y="372"/>
                  </a:lnTo>
                  <a:lnTo>
                    <a:pt x="13" y="567"/>
                  </a:lnTo>
                  <a:lnTo>
                    <a:pt x="0" y="220"/>
                  </a:lnTo>
                  <a:lnTo>
                    <a:pt x="42" y="0"/>
                  </a:lnTo>
                  <a:lnTo>
                    <a:pt x="42" y="0"/>
                  </a:lnTo>
                  <a:close/>
                </a:path>
              </a:pathLst>
            </a:custGeom>
            <a:solidFill>
              <a:srgbClr val="FFF2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3" name="Google Shape;673;p15"/>
            <p:cNvSpPr/>
            <p:nvPr/>
          </p:nvSpPr>
          <p:spPr>
            <a:xfrm>
              <a:off x="1848" y="2636"/>
              <a:ext cx="181" cy="1036"/>
            </a:xfrm>
            <a:custGeom>
              <a:rect b="b" l="l" r="r" t="t"/>
              <a:pathLst>
                <a:path extrusionOk="0" h="1969" w="364">
                  <a:moveTo>
                    <a:pt x="364" y="14"/>
                  </a:moveTo>
                  <a:lnTo>
                    <a:pt x="324" y="204"/>
                  </a:lnTo>
                  <a:lnTo>
                    <a:pt x="227" y="312"/>
                  </a:lnTo>
                  <a:lnTo>
                    <a:pt x="161" y="1969"/>
                  </a:lnTo>
                  <a:lnTo>
                    <a:pt x="0" y="1859"/>
                  </a:lnTo>
                  <a:lnTo>
                    <a:pt x="76" y="0"/>
                  </a:lnTo>
                  <a:lnTo>
                    <a:pt x="364" y="14"/>
                  </a:lnTo>
                  <a:lnTo>
                    <a:pt x="364" y="14"/>
                  </a:lnTo>
                  <a:close/>
                </a:path>
              </a:pathLst>
            </a:custGeom>
            <a:solidFill>
              <a:srgbClr val="66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4" name="Google Shape;674;p15"/>
            <p:cNvSpPr/>
            <p:nvPr/>
          </p:nvSpPr>
          <p:spPr>
            <a:xfrm>
              <a:off x="1751" y="3533"/>
              <a:ext cx="147" cy="211"/>
            </a:xfrm>
            <a:custGeom>
              <a:rect b="b" l="l" r="r" t="t"/>
              <a:pathLst>
                <a:path extrusionOk="0" h="399" w="293">
                  <a:moveTo>
                    <a:pt x="0" y="120"/>
                  </a:moveTo>
                  <a:lnTo>
                    <a:pt x="0" y="15"/>
                  </a:lnTo>
                  <a:lnTo>
                    <a:pt x="131" y="0"/>
                  </a:lnTo>
                  <a:lnTo>
                    <a:pt x="201" y="24"/>
                  </a:lnTo>
                  <a:lnTo>
                    <a:pt x="273" y="127"/>
                  </a:lnTo>
                  <a:lnTo>
                    <a:pt x="293" y="298"/>
                  </a:lnTo>
                  <a:lnTo>
                    <a:pt x="254" y="399"/>
                  </a:lnTo>
                  <a:lnTo>
                    <a:pt x="81" y="329"/>
                  </a:lnTo>
                  <a:lnTo>
                    <a:pt x="0" y="120"/>
                  </a:lnTo>
                  <a:lnTo>
                    <a:pt x="0" y="120"/>
                  </a:lnTo>
                  <a:close/>
                </a:path>
              </a:pathLst>
            </a:custGeom>
            <a:solidFill>
              <a:srgbClr val="A3A3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5" name="Google Shape;675;p15"/>
            <p:cNvSpPr/>
            <p:nvPr/>
          </p:nvSpPr>
          <p:spPr>
            <a:xfrm>
              <a:off x="2498" y="2416"/>
              <a:ext cx="111" cy="142"/>
            </a:xfrm>
            <a:custGeom>
              <a:rect b="b" l="l" r="r" t="t"/>
              <a:pathLst>
                <a:path extrusionOk="0" h="268" w="221">
                  <a:moveTo>
                    <a:pt x="0" y="258"/>
                  </a:moveTo>
                  <a:lnTo>
                    <a:pt x="135" y="66"/>
                  </a:lnTo>
                  <a:lnTo>
                    <a:pt x="221" y="0"/>
                  </a:lnTo>
                  <a:lnTo>
                    <a:pt x="93" y="268"/>
                  </a:lnTo>
                  <a:lnTo>
                    <a:pt x="0" y="258"/>
                  </a:lnTo>
                  <a:lnTo>
                    <a:pt x="0" y="258"/>
                  </a:lnTo>
                  <a:close/>
                </a:path>
              </a:pathLst>
            </a:custGeom>
            <a:solidFill>
              <a:srgbClr val="008C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6" name="Google Shape;676;p15"/>
            <p:cNvSpPr/>
            <p:nvPr/>
          </p:nvSpPr>
          <p:spPr>
            <a:xfrm>
              <a:off x="2353" y="2609"/>
              <a:ext cx="138" cy="190"/>
            </a:xfrm>
            <a:custGeom>
              <a:rect b="b" l="l" r="r" t="t"/>
              <a:pathLst>
                <a:path extrusionOk="0" h="359" w="277">
                  <a:moveTo>
                    <a:pt x="171" y="0"/>
                  </a:moveTo>
                  <a:lnTo>
                    <a:pt x="277" y="71"/>
                  </a:lnTo>
                  <a:lnTo>
                    <a:pt x="175" y="206"/>
                  </a:lnTo>
                  <a:lnTo>
                    <a:pt x="0" y="359"/>
                  </a:lnTo>
                  <a:lnTo>
                    <a:pt x="70" y="228"/>
                  </a:lnTo>
                  <a:lnTo>
                    <a:pt x="171" y="0"/>
                  </a:lnTo>
                  <a:lnTo>
                    <a:pt x="171" y="0"/>
                  </a:lnTo>
                  <a:close/>
                </a:path>
              </a:pathLst>
            </a:custGeom>
            <a:solidFill>
              <a:srgbClr val="008C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7" name="Google Shape;677;p15"/>
            <p:cNvSpPr/>
            <p:nvPr/>
          </p:nvSpPr>
          <p:spPr>
            <a:xfrm>
              <a:off x="1362" y="2098"/>
              <a:ext cx="142" cy="311"/>
            </a:xfrm>
            <a:custGeom>
              <a:rect b="b" l="l" r="r" t="t"/>
              <a:pathLst>
                <a:path extrusionOk="0" h="594" w="284">
                  <a:moveTo>
                    <a:pt x="230" y="463"/>
                  </a:moveTo>
                  <a:lnTo>
                    <a:pt x="140" y="353"/>
                  </a:lnTo>
                  <a:lnTo>
                    <a:pt x="95" y="213"/>
                  </a:lnTo>
                  <a:lnTo>
                    <a:pt x="82" y="107"/>
                  </a:lnTo>
                  <a:lnTo>
                    <a:pt x="61" y="63"/>
                  </a:lnTo>
                  <a:lnTo>
                    <a:pt x="14" y="34"/>
                  </a:lnTo>
                  <a:lnTo>
                    <a:pt x="0" y="13"/>
                  </a:lnTo>
                  <a:lnTo>
                    <a:pt x="21" y="0"/>
                  </a:lnTo>
                  <a:lnTo>
                    <a:pt x="124" y="75"/>
                  </a:lnTo>
                  <a:lnTo>
                    <a:pt x="165" y="203"/>
                  </a:lnTo>
                  <a:lnTo>
                    <a:pt x="192" y="288"/>
                  </a:lnTo>
                  <a:lnTo>
                    <a:pt x="232" y="370"/>
                  </a:lnTo>
                  <a:lnTo>
                    <a:pt x="273" y="433"/>
                  </a:lnTo>
                  <a:lnTo>
                    <a:pt x="284" y="466"/>
                  </a:lnTo>
                  <a:lnTo>
                    <a:pt x="217" y="541"/>
                  </a:lnTo>
                  <a:lnTo>
                    <a:pt x="131" y="594"/>
                  </a:lnTo>
                  <a:lnTo>
                    <a:pt x="115" y="564"/>
                  </a:lnTo>
                  <a:lnTo>
                    <a:pt x="230" y="463"/>
                  </a:lnTo>
                  <a:lnTo>
                    <a:pt x="230" y="4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8" name="Google Shape;678;p15"/>
            <p:cNvSpPr/>
            <p:nvPr/>
          </p:nvSpPr>
          <p:spPr>
            <a:xfrm>
              <a:off x="1339" y="2398"/>
              <a:ext cx="126" cy="101"/>
            </a:xfrm>
            <a:custGeom>
              <a:rect b="b" l="l" r="r" t="t"/>
              <a:pathLst>
                <a:path extrusionOk="0" h="192" w="252">
                  <a:moveTo>
                    <a:pt x="221" y="169"/>
                  </a:moveTo>
                  <a:lnTo>
                    <a:pt x="111" y="192"/>
                  </a:lnTo>
                  <a:lnTo>
                    <a:pt x="0" y="183"/>
                  </a:lnTo>
                  <a:lnTo>
                    <a:pt x="0" y="148"/>
                  </a:lnTo>
                  <a:lnTo>
                    <a:pt x="187" y="122"/>
                  </a:lnTo>
                  <a:lnTo>
                    <a:pt x="192" y="29"/>
                  </a:lnTo>
                  <a:lnTo>
                    <a:pt x="189" y="3"/>
                  </a:lnTo>
                  <a:lnTo>
                    <a:pt x="216" y="0"/>
                  </a:lnTo>
                  <a:lnTo>
                    <a:pt x="252" y="82"/>
                  </a:lnTo>
                  <a:lnTo>
                    <a:pt x="221" y="169"/>
                  </a:lnTo>
                  <a:lnTo>
                    <a:pt x="221" y="16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9" name="Google Shape;679;p15"/>
            <p:cNvSpPr/>
            <p:nvPr/>
          </p:nvSpPr>
          <p:spPr>
            <a:xfrm>
              <a:off x="1318" y="2398"/>
              <a:ext cx="81" cy="87"/>
            </a:xfrm>
            <a:custGeom>
              <a:rect b="b" l="l" r="r" t="t"/>
              <a:pathLst>
                <a:path extrusionOk="0" h="166" w="162">
                  <a:moveTo>
                    <a:pt x="87" y="16"/>
                  </a:moveTo>
                  <a:lnTo>
                    <a:pt x="150" y="0"/>
                  </a:lnTo>
                  <a:lnTo>
                    <a:pt x="162" y="31"/>
                  </a:lnTo>
                  <a:lnTo>
                    <a:pt x="112" y="52"/>
                  </a:lnTo>
                  <a:lnTo>
                    <a:pt x="74" y="99"/>
                  </a:lnTo>
                  <a:lnTo>
                    <a:pt x="44" y="155"/>
                  </a:lnTo>
                  <a:lnTo>
                    <a:pt x="13" y="166"/>
                  </a:lnTo>
                  <a:lnTo>
                    <a:pt x="0" y="136"/>
                  </a:lnTo>
                  <a:lnTo>
                    <a:pt x="38" y="71"/>
                  </a:lnTo>
                  <a:lnTo>
                    <a:pt x="87" y="16"/>
                  </a:lnTo>
                  <a:lnTo>
                    <a:pt x="87"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0" name="Google Shape;680;p15"/>
            <p:cNvSpPr/>
            <p:nvPr/>
          </p:nvSpPr>
          <p:spPr>
            <a:xfrm>
              <a:off x="1243" y="2484"/>
              <a:ext cx="203" cy="297"/>
            </a:xfrm>
            <a:custGeom>
              <a:rect b="b" l="l" r="r" t="t"/>
              <a:pathLst>
                <a:path extrusionOk="0" h="565" w="407">
                  <a:moveTo>
                    <a:pt x="376" y="9"/>
                  </a:moveTo>
                  <a:lnTo>
                    <a:pt x="373" y="115"/>
                  </a:lnTo>
                  <a:lnTo>
                    <a:pt x="407" y="192"/>
                  </a:lnTo>
                  <a:lnTo>
                    <a:pt x="396" y="263"/>
                  </a:lnTo>
                  <a:lnTo>
                    <a:pt x="351" y="309"/>
                  </a:lnTo>
                  <a:lnTo>
                    <a:pt x="223" y="370"/>
                  </a:lnTo>
                  <a:lnTo>
                    <a:pt x="112" y="448"/>
                  </a:lnTo>
                  <a:lnTo>
                    <a:pt x="32" y="558"/>
                  </a:lnTo>
                  <a:lnTo>
                    <a:pt x="9" y="565"/>
                  </a:lnTo>
                  <a:lnTo>
                    <a:pt x="0" y="542"/>
                  </a:lnTo>
                  <a:lnTo>
                    <a:pt x="32" y="472"/>
                  </a:lnTo>
                  <a:lnTo>
                    <a:pt x="74" y="406"/>
                  </a:lnTo>
                  <a:lnTo>
                    <a:pt x="124" y="349"/>
                  </a:lnTo>
                  <a:lnTo>
                    <a:pt x="189" y="305"/>
                  </a:lnTo>
                  <a:lnTo>
                    <a:pt x="295" y="256"/>
                  </a:lnTo>
                  <a:lnTo>
                    <a:pt x="373" y="195"/>
                  </a:lnTo>
                  <a:lnTo>
                    <a:pt x="338" y="118"/>
                  </a:lnTo>
                  <a:lnTo>
                    <a:pt x="346" y="24"/>
                  </a:lnTo>
                  <a:lnTo>
                    <a:pt x="353" y="0"/>
                  </a:lnTo>
                  <a:lnTo>
                    <a:pt x="376" y="9"/>
                  </a:lnTo>
                  <a:lnTo>
                    <a:pt x="376"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1" name="Google Shape;681;p15"/>
            <p:cNvSpPr/>
            <p:nvPr/>
          </p:nvSpPr>
          <p:spPr>
            <a:xfrm>
              <a:off x="1043" y="2242"/>
              <a:ext cx="89" cy="170"/>
            </a:xfrm>
            <a:custGeom>
              <a:rect b="b" l="l" r="r" t="t"/>
              <a:pathLst>
                <a:path extrusionOk="0" h="325" w="178">
                  <a:moveTo>
                    <a:pt x="55" y="272"/>
                  </a:moveTo>
                  <a:lnTo>
                    <a:pt x="0" y="105"/>
                  </a:lnTo>
                  <a:lnTo>
                    <a:pt x="14" y="56"/>
                  </a:lnTo>
                  <a:lnTo>
                    <a:pt x="55" y="19"/>
                  </a:lnTo>
                  <a:lnTo>
                    <a:pt x="161" y="0"/>
                  </a:lnTo>
                  <a:lnTo>
                    <a:pt x="178" y="19"/>
                  </a:lnTo>
                  <a:lnTo>
                    <a:pt x="156" y="33"/>
                  </a:lnTo>
                  <a:lnTo>
                    <a:pt x="52" y="103"/>
                  </a:lnTo>
                  <a:lnTo>
                    <a:pt x="66" y="175"/>
                  </a:lnTo>
                  <a:lnTo>
                    <a:pt x="93" y="239"/>
                  </a:lnTo>
                  <a:lnTo>
                    <a:pt x="169" y="297"/>
                  </a:lnTo>
                  <a:lnTo>
                    <a:pt x="174" y="320"/>
                  </a:lnTo>
                  <a:lnTo>
                    <a:pt x="149" y="325"/>
                  </a:lnTo>
                  <a:lnTo>
                    <a:pt x="55" y="272"/>
                  </a:lnTo>
                  <a:lnTo>
                    <a:pt x="55" y="2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2" name="Google Shape;682;p15"/>
            <p:cNvSpPr/>
            <p:nvPr/>
          </p:nvSpPr>
          <p:spPr>
            <a:xfrm>
              <a:off x="1134" y="2172"/>
              <a:ext cx="103" cy="199"/>
            </a:xfrm>
            <a:custGeom>
              <a:rect b="b" l="l" r="r" t="t"/>
              <a:pathLst>
                <a:path extrusionOk="0" h="377" w="205">
                  <a:moveTo>
                    <a:pt x="155" y="110"/>
                  </a:moveTo>
                  <a:lnTo>
                    <a:pt x="187" y="149"/>
                  </a:lnTo>
                  <a:lnTo>
                    <a:pt x="164" y="203"/>
                  </a:lnTo>
                  <a:lnTo>
                    <a:pt x="182" y="318"/>
                  </a:lnTo>
                  <a:lnTo>
                    <a:pt x="112" y="363"/>
                  </a:lnTo>
                  <a:lnTo>
                    <a:pt x="31" y="377"/>
                  </a:lnTo>
                  <a:lnTo>
                    <a:pt x="0" y="313"/>
                  </a:lnTo>
                  <a:lnTo>
                    <a:pt x="2" y="222"/>
                  </a:lnTo>
                  <a:lnTo>
                    <a:pt x="15" y="198"/>
                  </a:lnTo>
                  <a:lnTo>
                    <a:pt x="38" y="210"/>
                  </a:lnTo>
                  <a:lnTo>
                    <a:pt x="65" y="297"/>
                  </a:lnTo>
                  <a:lnTo>
                    <a:pt x="67" y="314"/>
                  </a:lnTo>
                  <a:lnTo>
                    <a:pt x="126" y="290"/>
                  </a:lnTo>
                  <a:lnTo>
                    <a:pt x="103" y="187"/>
                  </a:lnTo>
                  <a:lnTo>
                    <a:pt x="137" y="145"/>
                  </a:lnTo>
                  <a:lnTo>
                    <a:pt x="119" y="133"/>
                  </a:lnTo>
                  <a:lnTo>
                    <a:pt x="124" y="89"/>
                  </a:lnTo>
                  <a:lnTo>
                    <a:pt x="164" y="41"/>
                  </a:lnTo>
                  <a:lnTo>
                    <a:pt x="119" y="34"/>
                  </a:lnTo>
                  <a:lnTo>
                    <a:pt x="119" y="0"/>
                  </a:lnTo>
                  <a:lnTo>
                    <a:pt x="205" y="35"/>
                  </a:lnTo>
                  <a:lnTo>
                    <a:pt x="155" y="110"/>
                  </a:lnTo>
                  <a:lnTo>
                    <a:pt x="155" y="1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3" name="Google Shape;683;p15"/>
            <p:cNvSpPr/>
            <p:nvPr/>
          </p:nvSpPr>
          <p:spPr>
            <a:xfrm>
              <a:off x="1245" y="2086"/>
              <a:ext cx="90" cy="96"/>
            </a:xfrm>
            <a:custGeom>
              <a:rect b="b" l="l" r="r" t="t"/>
              <a:pathLst>
                <a:path extrusionOk="0" h="181" w="180">
                  <a:moveTo>
                    <a:pt x="86" y="41"/>
                  </a:moveTo>
                  <a:lnTo>
                    <a:pt x="129" y="26"/>
                  </a:lnTo>
                  <a:lnTo>
                    <a:pt x="149" y="0"/>
                  </a:lnTo>
                  <a:lnTo>
                    <a:pt x="180" y="17"/>
                  </a:lnTo>
                  <a:lnTo>
                    <a:pt x="163" y="54"/>
                  </a:lnTo>
                  <a:lnTo>
                    <a:pt x="153" y="64"/>
                  </a:lnTo>
                  <a:lnTo>
                    <a:pt x="102" y="69"/>
                  </a:lnTo>
                  <a:lnTo>
                    <a:pt x="34" y="174"/>
                  </a:lnTo>
                  <a:lnTo>
                    <a:pt x="7" y="181"/>
                  </a:lnTo>
                  <a:lnTo>
                    <a:pt x="0" y="157"/>
                  </a:lnTo>
                  <a:lnTo>
                    <a:pt x="37" y="95"/>
                  </a:lnTo>
                  <a:lnTo>
                    <a:pt x="86" y="41"/>
                  </a:lnTo>
                  <a:lnTo>
                    <a:pt x="86"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4" name="Google Shape;684;p15"/>
            <p:cNvSpPr/>
            <p:nvPr/>
          </p:nvSpPr>
          <p:spPr>
            <a:xfrm>
              <a:off x="1160" y="1968"/>
              <a:ext cx="307" cy="153"/>
            </a:xfrm>
            <a:custGeom>
              <a:rect b="b" l="l" r="r" t="t"/>
              <a:pathLst>
                <a:path extrusionOk="0" h="289" w="614">
                  <a:moveTo>
                    <a:pt x="485" y="259"/>
                  </a:moveTo>
                  <a:lnTo>
                    <a:pt x="567" y="170"/>
                  </a:lnTo>
                  <a:lnTo>
                    <a:pt x="501" y="115"/>
                  </a:lnTo>
                  <a:lnTo>
                    <a:pt x="418" y="73"/>
                  </a:lnTo>
                  <a:lnTo>
                    <a:pt x="260" y="43"/>
                  </a:lnTo>
                  <a:lnTo>
                    <a:pt x="96" y="45"/>
                  </a:lnTo>
                  <a:lnTo>
                    <a:pt x="8" y="61"/>
                  </a:lnTo>
                  <a:lnTo>
                    <a:pt x="0" y="26"/>
                  </a:lnTo>
                  <a:lnTo>
                    <a:pt x="220" y="0"/>
                  </a:lnTo>
                  <a:lnTo>
                    <a:pt x="438" y="26"/>
                  </a:lnTo>
                  <a:lnTo>
                    <a:pt x="535" y="80"/>
                  </a:lnTo>
                  <a:lnTo>
                    <a:pt x="614" y="150"/>
                  </a:lnTo>
                  <a:lnTo>
                    <a:pt x="600" y="219"/>
                  </a:lnTo>
                  <a:lnTo>
                    <a:pt x="531" y="272"/>
                  </a:lnTo>
                  <a:lnTo>
                    <a:pt x="470" y="289"/>
                  </a:lnTo>
                  <a:lnTo>
                    <a:pt x="485" y="259"/>
                  </a:lnTo>
                  <a:lnTo>
                    <a:pt x="485" y="25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5" name="Google Shape;685;p15"/>
            <p:cNvSpPr/>
            <p:nvPr/>
          </p:nvSpPr>
          <p:spPr>
            <a:xfrm>
              <a:off x="901" y="2002"/>
              <a:ext cx="191" cy="537"/>
            </a:xfrm>
            <a:custGeom>
              <a:rect b="b" l="l" r="r" t="t"/>
              <a:pathLst>
                <a:path extrusionOk="0" h="1020" w="382">
                  <a:moveTo>
                    <a:pt x="382" y="33"/>
                  </a:moveTo>
                  <a:lnTo>
                    <a:pt x="204" y="91"/>
                  </a:lnTo>
                  <a:lnTo>
                    <a:pt x="38" y="218"/>
                  </a:lnTo>
                  <a:lnTo>
                    <a:pt x="20" y="286"/>
                  </a:lnTo>
                  <a:lnTo>
                    <a:pt x="43" y="356"/>
                  </a:lnTo>
                  <a:lnTo>
                    <a:pt x="81" y="495"/>
                  </a:lnTo>
                  <a:lnTo>
                    <a:pt x="60" y="638"/>
                  </a:lnTo>
                  <a:lnTo>
                    <a:pt x="81" y="781"/>
                  </a:lnTo>
                  <a:lnTo>
                    <a:pt x="105" y="834"/>
                  </a:lnTo>
                  <a:lnTo>
                    <a:pt x="150" y="930"/>
                  </a:lnTo>
                  <a:lnTo>
                    <a:pt x="159" y="1020"/>
                  </a:lnTo>
                  <a:lnTo>
                    <a:pt x="69" y="909"/>
                  </a:lnTo>
                  <a:lnTo>
                    <a:pt x="20" y="769"/>
                  </a:lnTo>
                  <a:lnTo>
                    <a:pt x="25" y="481"/>
                  </a:lnTo>
                  <a:lnTo>
                    <a:pt x="24" y="408"/>
                  </a:lnTo>
                  <a:lnTo>
                    <a:pt x="0" y="338"/>
                  </a:lnTo>
                  <a:lnTo>
                    <a:pt x="11" y="197"/>
                  </a:lnTo>
                  <a:lnTo>
                    <a:pt x="79" y="129"/>
                  </a:lnTo>
                  <a:lnTo>
                    <a:pt x="173" y="65"/>
                  </a:lnTo>
                  <a:lnTo>
                    <a:pt x="277" y="18"/>
                  </a:lnTo>
                  <a:lnTo>
                    <a:pt x="373" y="0"/>
                  </a:lnTo>
                  <a:lnTo>
                    <a:pt x="382" y="33"/>
                  </a:lnTo>
                  <a:lnTo>
                    <a:pt x="38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6" name="Google Shape;686;p15"/>
            <p:cNvSpPr/>
            <p:nvPr/>
          </p:nvSpPr>
          <p:spPr>
            <a:xfrm>
              <a:off x="1014" y="2430"/>
              <a:ext cx="75" cy="157"/>
            </a:xfrm>
            <a:custGeom>
              <a:rect b="b" l="l" r="r" t="t"/>
              <a:pathLst>
                <a:path extrusionOk="0" h="296" w="151">
                  <a:moveTo>
                    <a:pt x="151" y="1"/>
                  </a:moveTo>
                  <a:lnTo>
                    <a:pt x="132" y="108"/>
                  </a:lnTo>
                  <a:lnTo>
                    <a:pt x="97" y="207"/>
                  </a:lnTo>
                  <a:lnTo>
                    <a:pt x="29" y="296"/>
                  </a:lnTo>
                  <a:lnTo>
                    <a:pt x="0" y="277"/>
                  </a:lnTo>
                  <a:lnTo>
                    <a:pt x="78" y="141"/>
                  </a:lnTo>
                  <a:lnTo>
                    <a:pt x="117" y="0"/>
                  </a:lnTo>
                  <a:lnTo>
                    <a:pt x="151" y="1"/>
                  </a:lnTo>
                  <a:lnTo>
                    <a:pt x="151"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7" name="Google Shape;687;p15"/>
            <p:cNvSpPr/>
            <p:nvPr/>
          </p:nvSpPr>
          <p:spPr>
            <a:xfrm>
              <a:off x="983" y="2595"/>
              <a:ext cx="179" cy="244"/>
            </a:xfrm>
            <a:custGeom>
              <a:rect b="b" l="l" r="r" t="t"/>
              <a:pathLst>
                <a:path extrusionOk="0" h="462" w="358">
                  <a:moveTo>
                    <a:pt x="36" y="12"/>
                  </a:moveTo>
                  <a:lnTo>
                    <a:pt x="79" y="99"/>
                  </a:lnTo>
                  <a:lnTo>
                    <a:pt x="157" y="207"/>
                  </a:lnTo>
                  <a:lnTo>
                    <a:pt x="245" y="309"/>
                  </a:lnTo>
                  <a:lnTo>
                    <a:pt x="351" y="434"/>
                  </a:lnTo>
                  <a:lnTo>
                    <a:pt x="358" y="457"/>
                  </a:lnTo>
                  <a:lnTo>
                    <a:pt x="333" y="462"/>
                  </a:lnTo>
                  <a:lnTo>
                    <a:pt x="228" y="394"/>
                  </a:lnTo>
                  <a:lnTo>
                    <a:pt x="128" y="275"/>
                  </a:lnTo>
                  <a:lnTo>
                    <a:pt x="47" y="143"/>
                  </a:lnTo>
                  <a:lnTo>
                    <a:pt x="0" y="24"/>
                  </a:lnTo>
                  <a:lnTo>
                    <a:pt x="13" y="0"/>
                  </a:lnTo>
                  <a:lnTo>
                    <a:pt x="36" y="12"/>
                  </a:lnTo>
                  <a:lnTo>
                    <a:pt x="36"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8" name="Google Shape;688;p15"/>
            <p:cNvSpPr/>
            <p:nvPr/>
          </p:nvSpPr>
          <p:spPr>
            <a:xfrm>
              <a:off x="948" y="2575"/>
              <a:ext cx="94" cy="848"/>
            </a:xfrm>
            <a:custGeom>
              <a:rect b="b" l="l" r="r" t="t"/>
              <a:pathLst>
                <a:path extrusionOk="0" h="1610" w="189">
                  <a:moveTo>
                    <a:pt x="131" y="49"/>
                  </a:moveTo>
                  <a:lnTo>
                    <a:pt x="122" y="276"/>
                  </a:lnTo>
                  <a:lnTo>
                    <a:pt x="151" y="461"/>
                  </a:lnTo>
                  <a:lnTo>
                    <a:pt x="189" y="867"/>
                  </a:lnTo>
                  <a:lnTo>
                    <a:pt x="167" y="1009"/>
                  </a:lnTo>
                  <a:lnTo>
                    <a:pt x="120" y="1246"/>
                  </a:lnTo>
                  <a:lnTo>
                    <a:pt x="70" y="1478"/>
                  </a:lnTo>
                  <a:lnTo>
                    <a:pt x="36" y="1610"/>
                  </a:lnTo>
                  <a:lnTo>
                    <a:pt x="0" y="1605"/>
                  </a:lnTo>
                  <a:lnTo>
                    <a:pt x="23" y="1361"/>
                  </a:lnTo>
                  <a:lnTo>
                    <a:pt x="70" y="1091"/>
                  </a:lnTo>
                  <a:lnTo>
                    <a:pt x="90" y="552"/>
                  </a:lnTo>
                  <a:lnTo>
                    <a:pt x="61" y="23"/>
                  </a:lnTo>
                  <a:lnTo>
                    <a:pt x="110" y="0"/>
                  </a:lnTo>
                  <a:lnTo>
                    <a:pt x="131" y="49"/>
                  </a:lnTo>
                  <a:lnTo>
                    <a:pt x="131"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9" name="Google Shape;689;p15"/>
            <p:cNvSpPr/>
            <p:nvPr/>
          </p:nvSpPr>
          <p:spPr>
            <a:xfrm>
              <a:off x="833" y="2569"/>
              <a:ext cx="136" cy="241"/>
            </a:xfrm>
            <a:custGeom>
              <a:rect b="b" l="l" r="r" t="t"/>
              <a:pathLst>
                <a:path extrusionOk="0" h="457" w="274">
                  <a:moveTo>
                    <a:pt x="274" y="38"/>
                  </a:moveTo>
                  <a:lnTo>
                    <a:pt x="189" y="215"/>
                  </a:lnTo>
                  <a:lnTo>
                    <a:pt x="144" y="302"/>
                  </a:lnTo>
                  <a:lnTo>
                    <a:pt x="96" y="384"/>
                  </a:lnTo>
                  <a:lnTo>
                    <a:pt x="31" y="457"/>
                  </a:lnTo>
                  <a:lnTo>
                    <a:pt x="0" y="440"/>
                  </a:lnTo>
                  <a:lnTo>
                    <a:pt x="35" y="351"/>
                  </a:lnTo>
                  <a:lnTo>
                    <a:pt x="78" y="265"/>
                  </a:lnTo>
                  <a:lnTo>
                    <a:pt x="123" y="180"/>
                  </a:lnTo>
                  <a:lnTo>
                    <a:pt x="171" y="94"/>
                  </a:lnTo>
                  <a:lnTo>
                    <a:pt x="224" y="12"/>
                  </a:lnTo>
                  <a:lnTo>
                    <a:pt x="263" y="0"/>
                  </a:lnTo>
                  <a:lnTo>
                    <a:pt x="274" y="38"/>
                  </a:lnTo>
                  <a:lnTo>
                    <a:pt x="27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0" name="Google Shape;690;p15"/>
            <p:cNvSpPr/>
            <p:nvPr/>
          </p:nvSpPr>
          <p:spPr>
            <a:xfrm>
              <a:off x="830" y="2838"/>
              <a:ext cx="76" cy="205"/>
            </a:xfrm>
            <a:custGeom>
              <a:rect b="b" l="l" r="r" t="t"/>
              <a:pathLst>
                <a:path extrusionOk="0" h="391" w="153">
                  <a:moveTo>
                    <a:pt x="34" y="2"/>
                  </a:moveTo>
                  <a:lnTo>
                    <a:pt x="131" y="112"/>
                  </a:lnTo>
                  <a:lnTo>
                    <a:pt x="153" y="243"/>
                  </a:lnTo>
                  <a:lnTo>
                    <a:pt x="92" y="316"/>
                  </a:lnTo>
                  <a:lnTo>
                    <a:pt x="31" y="391"/>
                  </a:lnTo>
                  <a:lnTo>
                    <a:pt x="0" y="372"/>
                  </a:lnTo>
                  <a:lnTo>
                    <a:pt x="86" y="208"/>
                  </a:lnTo>
                  <a:lnTo>
                    <a:pt x="95" y="154"/>
                  </a:lnTo>
                  <a:lnTo>
                    <a:pt x="76" y="107"/>
                  </a:lnTo>
                  <a:lnTo>
                    <a:pt x="7" y="25"/>
                  </a:lnTo>
                  <a:lnTo>
                    <a:pt x="9" y="0"/>
                  </a:lnTo>
                  <a:lnTo>
                    <a:pt x="34" y="2"/>
                  </a:lnTo>
                  <a:lnTo>
                    <a:pt x="34"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1" name="Google Shape;691;p15"/>
            <p:cNvSpPr/>
            <p:nvPr/>
          </p:nvSpPr>
          <p:spPr>
            <a:xfrm>
              <a:off x="671" y="2873"/>
              <a:ext cx="299" cy="585"/>
            </a:xfrm>
            <a:custGeom>
              <a:rect b="b" l="l" r="r" t="t"/>
              <a:pathLst>
                <a:path extrusionOk="0" h="1112" w="600">
                  <a:moveTo>
                    <a:pt x="463" y="893"/>
                  </a:moveTo>
                  <a:lnTo>
                    <a:pt x="544" y="926"/>
                  </a:lnTo>
                  <a:lnTo>
                    <a:pt x="598" y="1011"/>
                  </a:lnTo>
                  <a:lnTo>
                    <a:pt x="600" y="1112"/>
                  </a:lnTo>
                  <a:lnTo>
                    <a:pt x="544" y="1046"/>
                  </a:lnTo>
                  <a:lnTo>
                    <a:pt x="483" y="978"/>
                  </a:lnTo>
                  <a:lnTo>
                    <a:pt x="398" y="1001"/>
                  </a:lnTo>
                  <a:lnTo>
                    <a:pt x="312" y="1062"/>
                  </a:lnTo>
                  <a:lnTo>
                    <a:pt x="258" y="1048"/>
                  </a:lnTo>
                  <a:lnTo>
                    <a:pt x="269" y="992"/>
                  </a:lnTo>
                  <a:lnTo>
                    <a:pt x="319" y="936"/>
                  </a:lnTo>
                  <a:lnTo>
                    <a:pt x="373" y="884"/>
                  </a:lnTo>
                  <a:lnTo>
                    <a:pt x="368" y="765"/>
                  </a:lnTo>
                  <a:lnTo>
                    <a:pt x="341" y="655"/>
                  </a:lnTo>
                  <a:lnTo>
                    <a:pt x="299" y="551"/>
                  </a:lnTo>
                  <a:lnTo>
                    <a:pt x="251" y="441"/>
                  </a:lnTo>
                  <a:lnTo>
                    <a:pt x="180" y="277"/>
                  </a:lnTo>
                  <a:lnTo>
                    <a:pt x="141" y="198"/>
                  </a:lnTo>
                  <a:lnTo>
                    <a:pt x="92" y="123"/>
                  </a:lnTo>
                  <a:lnTo>
                    <a:pt x="45" y="73"/>
                  </a:lnTo>
                  <a:lnTo>
                    <a:pt x="2" y="24"/>
                  </a:lnTo>
                  <a:lnTo>
                    <a:pt x="0" y="0"/>
                  </a:lnTo>
                  <a:lnTo>
                    <a:pt x="26" y="0"/>
                  </a:lnTo>
                  <a:lnTo>
                    <a:pt x="191" y="190"/>
                  </a:lnTo>
                  <a:lnTo>
                    <a:pt x="261" y="314"/>
                  </a:lnTo>
                  <a:lnTo>
                    <a:pt x="312" y="416"/>
                  </a:lnTo>
                  <a:lnTo>
                    <a:pt x="463" y="893"/>
                  </a:lnTo>
                  <a:lnTo>
                    <a:pt x="463" y="8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2" name="Google Shape;692;p15"/>
            <p:cNvSpPr/>
            <p:nvPr/>
          </p:nvSpPr>
          <p:spPr>
            <a:xfrm>
              <a:off x="951" y="3312"/>
              <a:ext cx="293" cy="173"/>
            </a:xfrm>
            <a:custGeom>
              <a:rect b="b" l="l" r="r" t="t"/>
              <a:pathLst>
                <a:path extrusionOk="0" h="328" w="587">
                  <a:moveTo>
                    <a:pt x="0" y="288"/>
                  </a:moveTo>
                  <a:lnTo>
                    <a:pt x="72" y="208"/>
                  </a:lnTo>
                  <a:lnTo>
                    <a:pt x="180" y="156"/>
                  </a:lnTo>
                  <a:lnTo>
                    <a:pt x="405" y="88"/>
                  </a:lnTo>
                  <a:lnTo>
                    <a:pt x="490" y="40"/>
                  </a:lnTo>
                  <a:lnTo>
                    <a:pt x="569" y="0"/>
                  </a:lnTo>
                  <a:lnTo>
                    <a:pt x="587" y="30"/>
                  </a:lnTo>
                  <a:lnTo>
                    <a:pt x="509" y="88"/>
                  </a:lnTo>
                  <a:lnTo>
                    <a:pt x="425" y="136"/>
                  </a:lnTo>
                  <a:lnTo>
                    <a:pt x="222" y="194"/>
                  </a:lnTo>
                  <a:lnTo>
                    <a:pt x="52" y="318"/>
                  </a:lnTo>
                  <a:lnTo>
                    <a:pt x="11" y="328"/>
                  </a:lnTo>
                  <a:lnTo>
                    <a:pt x="0" y="288"/>
                  </a:lnTo>
                  <a:lnTo>
                    <a:pt x="0" y="2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3" name="Google Shape;693;p15"/>
            <p:cNvSpPr/>
            <p:nvPr/>
          </p:nvSpPr>
          <p:spPr>
            <a:xfrm>
              <a:off x="512" y="2598"/>
              <a:ext cx="432" cy="205"/>
            </a:xfrm>
            <a:custGeom>
              <a:rect b="b" l="l" r="r" t="t"/>
              <a:pathLst>
                <a:path extrusionOk="0" h="391" w="864">
                  <a:moveTo>
                    <a:pt x="864" y="26"/>
                  </a:moveTo>
                  <a:lnTo>
                    <a:pt x="792" y="93"/>
                  </a:lnTo>
                  <a:lnTo>
                    <a:pt x="684" y="173"/>
                  </a:lnTo>
                  <a:lnTo>
                    <a:pt x="567" y="244"/>
                  </a:lnTo>
                  <a:lnTo>
                    <a:pt x="475" y="286"/>
                  </a:lnTo>
                  <a:lnTo>
                    <a:pt x="392" y="307"/>
                  </a:lnTo>
                  <a:lnTo>
                    <a:pt x="239" y="342"/>
                  </a:lnTo>
                  <a:lnTo>
                    <a:pt x="11" y="391"/>
                  </a:lnTo>
                  <a:lnTo>
                    <a:pt x="0" y="358"/>
                  </a:lnTo>
                  <a:lnTo>
                    <a:pt x="95" y="318"/>
                  </a:lnTo>
                  <a:lnTo>
                    <a:pt x="219" y="279"/>
                  </a:lnTo>
                  <a:lnTo>
                    <a:pt x="453" y="216"/>
                  </a:lnTo>
                  <a:lnTo>
                    <a:pt x="608" y="154"/>
                  </a:lnTo>
                  <a:lnTo>
                    <a:pt x="752" y="68"/>
                  </a:lnTo>
                  <a:lnTo>
                    <a:pt x="842" y="0"/>
                  </a:lnTo>
                  <a:lnTo>
                    <a:pt x="864" y="26"/>
                  </a:lnTo>
                  <a:lnTo>
                    <a:pt x="864"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4" name="Google Shape;694;p15"/>
            <p:cNvSpPr/>
            <p:nvPr/>
          </p:nvSpPr>
          <p:spPr>
            <a:xfrm>
              <a:off x="432" y="2781"/>
              <a:ext cx="97" cy="667"/>
            </a:xfrm>
            <a:custGeom>
              <a:rect b="b" l="l" r="r" t="t"/>
              <a:pathLst>
                <a:path extrusionOk="0" h="1264" w="192">
                  <a:moveTo>
                    <a:pt x="192" y="31"/>
                  </a:moveTo>
                  <a:lnTo>
                    <a:pt x="135" y="155"/>
                  </a:lnTo>
                  <a:lnTo>
                    <a:pt x="61" y="612"/>
                  </a:lnTo>
                  <a:lnTo>
                    <a:pt x="61" y="837"/>
                  </a:lnTo>
                  <a:lnTo>
                    <a:pt x="61" y="893"/>
                  </a:lnTo>
                  <a:lnTo>
                    <a:pt x="61" y="949"/>
                  </a:lnTo>
                  <a:lnTo>
                    <a:pt x="61" y="956"/>
                  </a:lnTo>
                  <a:lnTo>
                    <a:pt x="61" y="963"/>
                  </a:lnTo>
                  <a:lnTo>
                    <a:pt x="61" y="977"/>
                  </a:lnTo>
                  <a:lnTo>
                    <a:pt x="61" y="1005"/>
                  </a:lnTo>
                  <a:lnTo>
                    <a:pt x="61" y="1060"/>
                  </a:lnTo>
                  <a:lnTo>
                    <a:pt x="70" y="1261"/>
                  </a:lnTo>
                  <a:lnTo>
                    <a:pt x="34" y="1264"/>
                  </a:lnTo>
                  <a:lnTo>
                    <a:pt x="0" y="607"/>
                  </a:lnTo>
                  <a:lnTo>
                    <a:pt x="46" y="296"/>
                  </a:lnTo>
                  <a:lnTo>
                    <a:pt x="93" y="120"/>
                  </a:lnTo>
                  <a:lnTo>
                    <a:pt x="122" y="54"/>
                  </a:lnTo>
                  <a:lnTo>
                    <a:pt x="151" y="9"/>
                  </a:lnTo>
                  <a:lnTo>
                    <a:pt x="183" y="0"/>
                  </a:lnTo>
                  <a:lnTo>
                    <a:pt x="192" y="31"/>
                  </a:lnTo>
                  <a:lnTo>
                    <a:pt x="192"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5" name="Google Shape;695;p15"/>
            <p:cNvSpPr/>
            <p:nvPr/>
          </p:nvSpPr>
          <p:spPr>
            <a:xfrm>
              <a:off x="1034" y="2824"/>
              <a:ext cx="259" cy="147"/>
            </a:xfrm>
            <a:custGeom>
              <a:rect b="b" l="l" r="r" t="t"/>
              <a:pathLst>
                <a:path extrusionOk="0" h="279" w="518">
                  <a:moveTo>
                    <a:pt x="0" y="244"/>
                  </a:moveTo>
                  <a:lnTo>
                    <a:pt x="28" y="197"/>
                  </a:lnTo>
                  <a:lnTo>
                    <a:pt x="79" y="131"/>
                  </a:lnTo>
                  <a:lnTo>
                    <a:pt x="134" y="70"/>
                  </a:lnTo>
                  <a:lnTo>
                    <a:pt x="174" y="37"/>
                  </a:lnTo>
                  <a:lnTo>
                    <a:pt x="298" y="0"/>
                  </a:lnTo>
                  <a:lnTo>
                    <a:pt x="512" y="65"/>
                  </a:lnTo>
                  <a:lnTo>
                    <a:pt x="518" y="87"/>
                  </a:lnTo>
                  <a:lnTo>
                    <a:pt x="493" y="93"/>
                  </a:lnTo>
                  <a:lnTo>
                    <a:pt x="352" y="61"/>
                  </a:lnTo>
                  <a:lnTo>
                    <a:pt x="206" y="93"/>
                  </a:lnTo>
                  <a:lnTo>
                    <a:pt x="118" y="173"/>
                  </a:lnTo>
                  <a:lnTo>
                    <a:pt x="45" y="269"/>
                  </a:lnTo>
                  <a:lnTo>
                    <a:pt x="9" y="279"/>
                  </a:lnTo>
                  <a:lnTo>
                    <a:pt x="0" y="244"/>
                  </a:lnTo>
                  <a:lnTo>
                    <a:pt x="0" y="2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6" name="Google Shape;696;p15"/>
            <p:cNvSpPr/>
            <p:nvPr/>
          </p:nvSpPr>
          <p:spPr>
            <a:xfrm>
              <a:off x="1137" y="2846"/>
              <a:ext cx="102" cy="368"/>
            </a:xfrm>
            <a:custGeom>
              <a:rect b="b" l="l" r="r" t="t"/>
              <a:pathLst>
                <a:path extrusionOk="0" h="699" w="203">
                  <a:moveTo>
                    <a:pt x="45" y="14"/>
                  </a:moveTo>
                  <a:lnTo>
                    <a:pt x="147" y="283"/>
                  </a:lnTo>
                  <a:lnTo>
                    <a:pt x="203" y="567"/>
                  </a:lnTo>
                  <a:lnTo>
                    <a:pt x="187" y="699"/>
                  </a:lnTo>
                  <a:lnTo>
                    <a:pt x="153" y="699"/>
                  </a:lnTo>
                  <a:lnTo>
                    <a:pt x="136" y="574"/>
                  </a:lnTo>
                  <a:lnTo>
                    <a:pt x="97" y="380"/>
                  </a:lnTo>
                  <a:lnTo>
                    <a:pt x="54" y="188"/>
                  </a:lnTo>
                  <a:lnTo>
                    <a:pt x="0" y="31"/>
                  </a:lnTo>
                  <a:lnTo>
                    <a:pt x="12" y="0"/>
                  </a:lnTo>
                  <a:lnTo>
                    <a:pt x="45" y="14"/>
                  </a:lnTo>
                  <a:lnTo>
                    <a:pt x="45"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7" name="Google Shape;697;p15"/>
            <p:cNvSpPr/>
            <p:nvPr/>
          </p:nvSpPr>
          <p:spPr>
            <a:xfrm>
              <a:off x="1112" y="2835"/>
              <a:ext cx="125" cy="282"/>
            </a:xfrm>
            <a:custGeom>
              <a:rect b="b" l="l" r="r" t="t"/>
              <a:pathLst>
                <a:path extrusionOk="0" h="536" w="250">
                  <a:moveTo>
                    <a:pt x="250" y="30"/>
                  </a:moveTo>
                  <a:lnTo>
                    <a:pt x="227" y="106"/>
                  </a:lnTo>
                  <a:lnTo>
                    <a:pt x="180" y="218"/>
                  </a:lnTo>
                  <a:lnTo>
                    <a:pt x="132" y="330"/>
                  </a:lnTo>
                  <a:lnTo>
                    <a:pt x="96" y="410"/>
                  </a:lnTo>
                  <a:lnTo>
                    <a:pt x="34" y="536"/>
                  </a:lnTo>
                  <a:lnTo>
                    <a:pt x="0" y="523"/>
                  </a:lnTo>
                  <a:lnTo>
                    <a:pt x="38" y="387"/>
                  </a:lnTo>
                  <a:lnTo>
                    <a:pt x="58" y="342"/>
                  </a:lnTo>
                  <a:lnTo>
                    <a:pt x="110" y="237"/>
                  </a:lnTo>
                  <a:lnTo>
                    <a:pt x="159" y="133"/>
                  </a:lnTo>
                  <a:lnTo>
                    <a:pt x="205" y="16"/>
                  </a:lnTo>
                  <a:lnTo>
                    <a:pt x="236" y="0"/>
                  </a:lnTo>
                  <a:lnTo>
                    <a:pt x="250" y="30"/>
                  </a:lnTo>
                  <a:lnTo>
                    <a:pt x="25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8" name="Google Shape;698;p15"/>
            <p:cNvSpPr/>
            <p:nvPr/>
          </p:nvSpPr>
          <p:spPr>
            <a:xfrm>
              <a:off x="1014" y="2972"/>
              <a:ext cx="178" cy="378"/>
            </a:xfrm>
            <a:custGeom>
              <a:rect b="b" l="l" r="r" t="t"/>
              <a:pathLst>
                <a:path extrusionOk="0" h="719" w="354">
                  <a:moveTo>
                    <a:pt x="27" y="3"/>
                  </a:moveTo>
                  <a:lnTo>
                    <a:pt x="124" y="113"/>
                  </a:lnTo>
                  <a:lnTo>
                    <a:pt x="218" y="284"/>
                  </a:lnTo>
                  <a:lnTo>
                    <a:pt x="293" y="460"/>
                  </a:lnTo>
                  <a:lnTo>
                    <a:pt x="342" y="588"/>
                  </a:lnTo>
                  <a:lnTo>
                    <a:pt x="354" y="680"/>
                  </a:lnTo>
                  <a:lnTo>
                    <a:pt x="335" y="708"/>
                  </a:lnTo>
                  <a:lnTo>
                    <a:pt x="311" y="719"/>
                  </a:lnTo>
                  <a:lnTo>
                    <a:pt x="207" y="378"/>
                  </a:lnTo>
                  <a:lnTo>
                    <a:pt x="148" y="242"/>
                  </a:lnTo>
                  <a:lnTo>
                    <a:pt x="70" y="115"/>
                  </a:lnTo>
                  <a:lnTo>
                    <a:pt x="0" y="24"/>
                  </a:lnTo>
                  <a:lnTo>
                    <a:pt x="2" y="0"/>
                  </a:lnTo>
                  <a:lnTo>
                    <a:pt x="27" y="3"/>
                  </a:lnTo>
                  <a:lnTo>
                    <a:pt x="2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9" name="Google Shape;699;p15"/>
            <p:cNvSpPr/>
            <p:nvPr/>
          </p:nvSpPr>
          <p:spPr>
            <a:xfrm>
              <a:off x="1168" y="2860"/>
              <a:ext cx="116" cy="453"/>
            </a:xfrm>
            <a:custGeom>
              <a:rect b="b" l="l" r="r" t="t"/>
              <a:pathLst>
                <a:path extrusionOk="0" h="860" w="230">
                  <a:moveTo>
                    <a:pt x="181" y="14"/>
                  </a:moveTo>
                  <a:lnTo>
                    <a:pt x="230" y="295"/>
                  </a:lnTo>
                  <a:lnTo>
                    <a:pt x="228" y="457"/>
                  </a:lnTo>
                  <a:lnTo>
                    <a:pt x="201" y="578"/>
                  </a:lnTo>
                  <a:lnTo>
                    <a:pt x="133" y="719"/>
                  </a:lnTo>
                  <a:lnTo>
                    <a:pt x="93" y="787"/>
                  </a:lnTo>
                  <a:lnTo>
                    <a:pt x="45" y="851"/>
                  </a:lnTo>
                  <a:lnTo>
                    <a:pt x="9" y="860"/>
                  </a:lnTo>
                  <a:lnTo>
                    <a:pt x="0" y="825"/>
                  </a:lnTo>
                  <a:lnTo>
                    <a:pt x="70" y="689"/>
                  </a:lnTo>
                  <a:lnTo>
                    <a:pt x="140" y="553"/>
                  </a:lnTo>
                  <a:lnTo>
                    <a:pt x="180" y="344"/>
                  </a:lnTo>
                  <a:lnTo>
                    <a:pt x="163" y="128"/>
                  </a:lnTo>
                  <a:lnTo>
                    <a:pt x="147" y="19"/>
                  </a:lnTo>
                  <a:lnTo>
                    <a:pt x="162" y="0"/>
                  </a:lnTo>
                  <a:lnTo>
                    <a:pt x="181" y="14"/>
                  </a:lnTo>
                  <a:lnTo>
                    <a:pt x="18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0" name="Google Shape;700;p15"/>
            <p:cNvSpPr/>
            <p:nvPr/>
          </p:nvSpPr>
          <p:spPr>
            <a:xfrm>
              <a:off x="1257" y="2756"/>
              <a:ext cx="140" cy="323"/>
            </a:xfrm>
            <a:custGeom>
              <a:rect b="b" l="l" r="r" t="t"/>
              <a:pathLst>
                <a:path extrusionOk="0" h="614" w="281">
                  <a:moveTo>
                    <a:pt x="45" y="4"/>
                  </a:moveTo>
                  <a:lnTo>
                    <a:pt x="146" y="140"/>
                  </a:lnTo>
                  <a:lnTo>
                    <a:pt x="227" y="290"/>
                  </a:lnTo>
                  <a:lnTo>
                    <a:pt x="257" y="443"/>
                  </a:lnTo>
                  <a:lnTo>
                    <a:pt x="281" y="595"/>
                  </a:lnTo>
                  <a:lnTo>
                    <a:pt x="266" y="614"/>
                  </a:lnTo>
                  <a:lnTo>
                    <a:pt x="245" y="600"/>
                  </a:lnTo>
                  <a:lnTo>
                    <a:pt x="203" y="468"/>
                  </a:lnTo>
                  <a:lnTo>
                    <a:pt x="157" y="314"/>
                  </a:lnTo>
                  <a:lnTo>
                    <a:pt x="124" y="241"/>
                  </a:lnTo>
                  <a:lnTo>
                    <a:pt x="86" y="173"/>
                  </a:lnTo>
                  <a:lnTo>
                    <a:pt x="0" y="40"/>
                  </a:lnTo>
                  <a:lnTo>
                    <a:pt x="4" y="0"/>
                  </a:lnTo>
                  <a:lnTo>
                    <a:pt x="45" y="4"/>
                  </a:lnTo>
                  <a:lnTo>
                    <a:pt x="45"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1" name="Google Shape;701;p15"/>
            <p:cNvSpPr/>
            <p:nvPr/>
          </p:nvSpPr>
          <p:spPr>
            <a:xfrm>
              <a:off x="1384" y="2821"/>
              <a:ext cx="156" cy="367"/>
            </a:xfrm>
            <a:custGeom>
              <a:rect b="b" l="l" r="r" t="t"/>
              <a:pathLst>
                <a:path extrusionOk="0" h="696" w="311">
                  <a:moveTo>
                    <a:pt x="0" y="671"/>
                  </a:moveTo>
                  <a:lnTo>
                    <a:pt x="45" y="570"/>
                  </a:lnTo>
                  <a:lnTo>
                    <a:pt x="99" y="469"/>
                  </a:lnTo>
                  <a:lnTo>
                    <a:pt x="212" y="150"/>
                  </a:lnTo>
                  <a:lnTo>
                    <a:pt x="255" y="21"/>
                  </a:lnTo>
                  <a:lnTo>
                    <a:pt x="291" y="0"/>
                  </a:lnTo>
                  <a:lnTo>
                    <a:pt x="311" y="33"/>
                  </a:lnTo>
                  <a:lnTo>
                    <a:pt x="275" y="169"/>
                  </a:lnTo>
                  <a:lnTo>
                    <a:pt x="239" y="265"/>
                  </a:lnTo>
                  <a:lnTo>
                    <a:pt x="196" y="370"/>
                  </a:lnTo>
                  <a:lnTo>
                    <a:pt x="149" y="473"/>
                  </a:lnTo>
                  <a:lnTo>
                    <a:pt x="104" y="565"/>
                  </a:lnTo>
                  <a:lnTo>
                    <a:pt x="32" y="687"/>
                  </a:lnTo>
                  <a:lnTo>
                    <a:pt x="9" y="696"/>
                  </a:lnTo>
                  <a:lnTo>
                    <a:pt x="0" y="671"/>
                  </a:lnTo>
                  <a:lnTo>
                    <a:pt x="0" y="6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2" name="Google Shape;702;p15"/>
            <p:cNvSpPr/>
            <p:nvPr/>
          </p:nvSpPr>
          <p:spPr>
            <a:xfrm>
              <a:off x="1521" y="2812"/>
              <a:ext cx="62" cy="70"/>
            </a:xfrm>
            <a:custGeom>
              <a:rect b="b" l="l" r="r" t="t"/>
              <a:pathLst>
                <a:path extrusionOk="0" h="133" w="124">
                  <a:moveTo>
                    <a:pt x="56" y="119"/>
                  </a:moveTo>
                  <a:lnTo>
                    <a:pt x="20" y="63"/>
                  </a:lnTo>
                  <a:lnTo>
                    <a:pt x="0" y="39"/>
                  </a:lnTo>
                  <a:lnTo>
                    <a:pt x="13" y="0"/>
                  </a:lnTo>
                  <a:lnTo>
                    <a:pt x="52" y="11"/>
                  </a:lnTo>
                  <a:lnTo>
                    <a:pt x="60" y="39"/>
                  </a:lnTo>
                  <a:lnTo>
                    <a:pt x="94" y="79"/>
                  </a:lnTo>
                  <a:lnTo>
                    <a:pt x="119" y="103"/>
                  </a:lnTo>
                  <a:lnTo>
                    <a:pt x="124" y="128"/>
                  </a:lnTo>
                  <a:lnTo>
                    <a:pt x="101" y="133"/>
                  </a:lnTo>
                  <a:lnTo>
                    <a:pt x="56" y="119"/>
                  </a:lnTo>
                  <a:lnTo>
                    <a:pt x="56" y="1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3" name="Google Shape;703;p15"/>
            <p:cNvSpPr/>
            <p:nvPr/>
          </p:nvSpPr>
          <p:spPr>
            <a:xfrm>
              <a:off x="1436" y="2837"/>
              <a:ext cx="197" cy="303"/>
            </a:xfrm>
            <a:custGeom>
              <a:rect b="b" l="l" r="r" t="t"/>
              <a:pathLst>
                <a:path extrusionOk="0" h="575" w="392">
                  <a:moveTo>
                    <a:pt x="0" y="575"/>
                  </a:moveTo>
                  <a:lnTo>
                    <a:pt x="36" y="518"/>
                  </a:lnTo>
                  <a:lnTo>
                    <a:pt x="106" y="406"/>
                  </a:lnTo>
                  <a:lnTo>
                    <a:pt x="182" y="291"/>
                  </a:lnTo>
                  <a:lnTo>
                    <a:pt x="229" y="218"/>
                  </a:lnTo>
                  <a:lnTo>
                    <a:pt x="342" y="15"/>
                  </a:lnTo>
                  <a:lnTo>
                    <a:pt x="376" y="0"/>
                  </a:lnTo>
                  <a:lnTo>
                    <a:pt x="392" y="31"/>
                  </a:lnTo>
                  <a:lnTo>
                    <a:pt x="345" y="122"/>
                  </a:lnTo>
                  <a:lnTo>
                    <a:pt x="299" y="200"/>
                  </a:lnTo>
                  <a:lnTo>
                    <a:pt x="245" y="289"/>
                  </a:lnTo>
                  <a:lnTo>
                    <a:pt x="189" y="376"/>
                  </a:lnTo>
                  <a:lnTo>
                    <a:pt x="139" y="455"/>
                  </a:lnTo>
                  <a:lnTo>
                    <a:pt x="74" y="542"/>
                  </a:lnTo>
                  <a:lnTo>
                    <a:pt x="27" y="573"/>
                  </a:lnTo>
                  <a:lnTo>
                    <a:pt x="0" y="575"/>
                  </a:lnTo>
                  <a:lnTo>
                    <a:pt x="0" y="5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4" name="Google Shape;704;p15"/>
            <p:cNvSpPr/>
            <p:nvPr/>
          </p:nvSpPr>
          <p:spPr>
            <a:xfrm>
              <a:off x="1622" y="2837"/>
              <a:ext cx="263" cy="281"/>
            </a:xfrm>
            <a:custGeom>
              <a:rect b="b" l="l" r="r" t="t"/>
              <a:pathLst>
                <a:path extrusionOk="0" h="533" w="527">
                  <a:moveTo>
                    <a:pt x="37" y="0"/>
                  </a:moveTo>
                  <a:lnTo>
                    <a:pt x="176" y="120"/>
                  </a:lnTo>
                  <a:lnTo>
                    <a:pt x="289" y="263"/>
                  </a:lnTo>
                  <a:lnTo>
                    <a:pt x="408" y="396"/>
                  </a:lnTo>
                  <a:lnTo>
                    <a:pt x="520" y="469"/>
                  </a:lnTo>
                  <a:lnTo>
                    <a:pt x="527" y="509"/>
                  </a:lnTo>
                  <a:lnTo>
                    <a:pt x="504" y="533"/>
                  </a:lnTo>
                  <a:lnTo>
                    <a:pt x="342" y="443"/>
                  </a:lnTo>
                  <a:lnTo>
                    <a:pt x="217" y="307"/>
                  </a:lnTo>
                  <a:lnTo>
                    <a:pt x="167" y="233"/>
                  </a:lnTo>
                  <a:lnTo>
                    <a:pt x="118" y="167"/>
                  </a:lnTo>
                  <a:lnTo>
                    <a:pt x="64" y="102"/>
                  </a:lnTo>
                  <a:lnTo>
                    <a:pt x="3" y="38"/>
                  </a:lnTo>
                  <a:lnTo>
                    <a:pt x="0" y="1"/>
                  </a:lnTo>
                  <a:lnTo>
                    <a:pt x="37" y="0"/>
                  </a:lnTo>
                  <a:lnTo>
                    <a:pt x="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5" name="Google Shape;705;p15"/>
            <p:cNvSpPr/>
            <p:nvPr/>
          </p:nvSpPr>
          <p:spPr>
            <a:xfrm>
              <a:off x="1969" y="3157"/>
              <a:ext cx="110" cy="68"/>
            </a:xfrm>
            <a:custGeom>
              <a:rect b="b" l="l" r="r" t="t"/>
              <a:pathLst>
                <a:path extrusionOk="0" h="128" w="220">
                  <a:moveTo>
                    <a:pt x="26" y="0"/>
                  </a:moveTo>
                  <a:lnTo>
                    <a:pt x="204" y="84"/>
                  </a:lnTo>
                  <a:lnTo>
                    <a:pt x="220" y="114"/>
                  </a:lnTo>
                  <a:lnTo>
                    <a:pt x="189" y="128"/>
                  </a:lnTo>
                  <a:lnTo>
                    <a:pt x="92" y="108"/>
                  </a:lnTo>
                  <a:lnTo>
                    <a:pt x="9" y="68"/>
                  </a:lnTo>
                  <a:lnTo>
                    <a:pt x="0" y="21"/>
                  </a:lnTo>
                  <a:lnTo>
                    <a:pt x="26"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6" name="Google Shape;706;p15"/>
            <p:cNvSpPr/>
            <p:nvPr/>
          </p:nvSpPr>
          <p:spPr>
            <a:xfrm>
              <a:off x="1945" y="3206"/>
              <a:ext cx="136" cy="142"/>
            </a:xfrm>
            <a:custGeom>
              <a:rect b="b" l="l" r="r" t="t"/>
              <a:pathLst>
                <a:path extrusionOk="0" h="268" w="272">
                  <a:moveTo>
                    <a:pt x="2" y="233"/>
                  </a:moveTo>
                  <a:lnTo>
                    <a:pt x="61" y="174"/>
                  </a:lnTo>
                  <a:lnTo>
                    <a:pt x="122" y="117"/>
                  </a:lnTo>
                  <a:lnTo>
                    <a:pt x="183" y="57"/>
                  </a:lnTo>
                  <a:lnTo>
                    <a:pt x="243" y="0"/>
                  </a:lnTo>
                  <a:lnTo>
                    <a:pt x="272" y="21"/>
                  </a:lnTo>
                  <a:lnTo>
                    <a:pt x="182" y="169"/>
                  </a:lnTo>
                  <a:lnTo>
                    <a:pt x="113" y="218"/>
                  </a:lnTo>
                  <a:lnTo>
                    <a:pt x="34" y="268"/>
                  </a:lnTo>
                  <a:lnTo>
                    <a:pt x="0" y="267"/>
                  </a:lnTo>
                  <a:lnTo>
                    <a:pt x="2" y="233"/>
                  </a:lnTo>
                  <a:lnTo>
                    <a:pt x="2" y="2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7" name="Google Shape;707;p15"/>
            <p:cNvSpPr/>
            <p:nvPr/>
          </p:nvSpPr>
          <p:spPr>
            <a:xfrm>
              <a:off x="1550" y="3027"/>
              <a:ext cx="319" cy="302"/>
            </a:xfrm>
            <a:custGeom>
              <a:rect b="b" l="l" r="r" t="t"/>
              <a:pathLst>
                <a:path extrusionOk="0" h="573" w="639">
                  <a:moveTo>
                    <a:pt x="577" y="488"/>
                  </a:moveTo>
                  <a:lnTo>
                    <a:pt x="406" y="341"/>
                  </a:lnTo>
                  <a:lnTo>
                    <a:pt x="318" y="204"/>
                  </a:lnTo>
                  <a:lnTo>
                    <a:pt x="243" y="59"/>
                  </a:lnTo>
                  <a:lnTo>
                    <a:pt x="124" y="87"/>
                  </a:lnTo>
                  <a:lnTo>
                    <a:pt x="25" y="151"/>
                  </a:lnTo>
                  <a:lnTo>
                    <a:pt x="0" y="146"/>
                  </a:lnTo>
                  <a:lnTo>
                    <a:pt x="57" y="80"/>
                  </a:lnTo>
                  <a:lnTo>
                    <a:pt x="160" y="12"/>
                  </a:lnTo>
                  <a:lnTo>
                    <a:pt x="262" y="0"/>
                  </a:lnTo>
                  <a:lnTo>
                    <a:pt x="358" y="137"/>
                  </a:lnTo>
                  <a:lnTo>
                    <a:pt x="412" y="237"/>
                  </a:lnTo>
                  <a:lnTo>
                    <a:pt x="455" y="305"/>
                  </a:lnTo>
                  <a:lnTo>
                    <a:pt x="558" y="375"/>
                  </a:lnTo>
                  <a:lnTo>
                    <a:pt x="637" y="430"/>
                  </a:lnTo>
                  <a:lnTo>
                    <a:pt x="639" y="490"/>
                  </a:lnTo>
                  <a:lnTo>
                    <a:pt x="615" y="546"/>
                  </a:lnTo>
                  <a:lnTo>
                    <a:pt x="592" y="573"/>
                  </a:lnTo>
                  <a:lnTo>
                    <a:pt x="594" y="553"/>
                  </a:lnTo>
                  <a:lnTo>
                    <a:pt x="577" y="488"/>
                  </a:lnTo>
                  <a:lnTo>
                    <a:pt x="577" y="4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8" name="Google Shape;708;p15"/>
            <p:cNvSpPr/>
            <p:nvPr/>
          </p:nvSpPr>
          <p:spPr>
            <a:xfrm>
              <a:off x="1255" y="3058"/>
              <a:ext cx="178" cy="227"/>
            </a:xfrm>
            <a:custGeom>
              <a:rect b="b" l="l" r="r" t="t"/>
              <a:pathLst>
                <a:path extrusionOk="0" h="429" w="357">
                  <a:moveTo>
                    <a:pt x="335" y="33"/>
                  </a:moveTo>
                  <a:lnTo>
                    <a:pt x="267" y="49"/>
                  </a:lnTo>
                  <a:lnTo>
                    <a:pt x="224" y="91"/>
                  </a:lnTo>
                  <a:lnTo>
                    <a:pt x="166" y="214"/>
                  </a:lnTo>
                  <a:lnTo>
                    <a:pt x="101" y="354"/>
                  </a:lnTo>
                  <a:lnTo>
                    <a:pt x="67" y="391"/>
                  </a:lnTo>
                  <a:lnTo>
                    <a:pt x="29" y="429"/>
                  </a:lnTo>
                  <a:lnTo>
                    <a:pt x="0" y="410"/>
                  </a:lnTo>
                  <a:lnTo>
                    <a:pt x="40" y="321"/>
                  </a:lnTo>
                  <a:lnTo>
                    <a:pt x="83" y="225"/>
                  </a:lnTo>
                  <a:lnTo>
                    <a:pt x="146" y="106"/>
                  </a:lnTo>
                  <a:lnTo>
                    <a:pt x="188" y="54"/>
                  </a:lnTo>
                  <a:lnTo>
                    <a:pt x="234" y="16"/>
                  </a:lnTo>
                  <a:lnTo>
                    <a:pt x="342" y="0"/>
                  </a:lnTo>
                  <a:lnTo>
                    <a:pt x="357" y="19"/>
                  </a:lnTo>
                  <a:lnTo>
                    <a:pt x="335" y="33"/>
                  </a:lnTo>
                  <a:lnTo>
                    <a:pt x="33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9" name="Google Shape;709;p15"/>
            <p:cNvSpPr/>
            <p:nvPr/>
          </p:nvSpPr>
          <p:spPr>
            <a:xfrm>
              <a:off x="1351" y="3091"/>
              <a:ext cx="240" cy="115"/>
            </a:xfrm>
            <a:custGeom>
              <a:rect b="b" l="l" r="r" t="t"/>
              <a:pathLst>
                <a:path extrusionOk="0" h="218" w="481">
                  <a:moveTo>
                    <a:pt x="0" y="206"/>
                  </a:moveTo>
                  <a:lnTo>
                    <a:pt x="79" y="144"/>
                  </a:lnTo>
                  <a:lnTo>
                    <a:pt x="169" y="92"/>
                  </a:lnTo>
                  <a:lnTo>
                    <a:pt x="254" y="19"/>
                  </a:lnTo>
                  <a:lnTo>
                    <a:pt x="358" y="0"/>
                  </a:lnTo>
                  <a:lnTo>
                    <a:pt x="455" y="47"/>
                  </a:lnTo>
                  <a:lnTo>
                    <a:pt x="481" y="118"/>
                  </a:lnTo>
                  <a:lnTo>
                    <a:pt x="454" y="218"/>
                  </a:lnTo>
                  <a:lnTo>
                    <a:pt x="412" y="193"/>
                  </a:lnTo>
                  <a:lnTo>
                    <a:pt x="418" y="113"/>
                  </a:lnTo>
                  <a:lnTo>
                    <a:pt x="355" y="66"/>
                  </a:lnTo>
                  <a:lnTo>
                    <a:pt x="198" y="106"/>
                  </a:lnTo>
                  <a:lnTo>
                    <a:pt x="61" y="207"/>
                  </a:lnTo>
                  <a:lnTo>
                    <a:pt x="0" y="206"/>
                  </a:lnTo>
                  <a:lnTo>
                    <a:pt x="0" y="2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0" name="Google Shape;710;p15"/>
            <p:cNvSpPr/>
            <p:nvPr/>
          </p:nvSpPr>
          <p:spPr>
            <a:xfrm>
              <a:off x="1421" y="3169"/>
              <a:ext cx="187" cy="110"/>
            </a:xfrm>
            <a:custGeom>
              <a:rect b="b" l="l" r="r" t="t"/>
              <a:pathLst>
                <a:path extrusionOk="0" h="211" w="375">
                  <a:moveTo>
                    <a:pt x="375" y="119"/>
                  </a:moveTo>
                  <a:lnTo>
                    <a:pt x="321" y="211"/>
                  </a:lnTo>
                  <a:lnTo>
                    <a:pt x="287" y="203"/>
                  </a:lnTo>
                  <a:lnTo>
                    <a:pt x="301" y="112"/>
                  </a:lnTo>
                  <a:lnTo>
                    <a:pt x="258" y="46"/>
                  </a:lnTo>
                  <a:lnTo>
                    <a:pt x="179" y="32"/>
                  </a:lnTo>
                  <a:lnTo>
                    <a:pt x="15" y="65"/>
                  </a:lnTo>
                  <a:lnTo>
                    <a:pt x="0" y="33"/>
                  </a:lnTo>
                  <a:lnTo>
                    <a:pt x="99" y="2"/>
                  </a:lnTo>
                  <a:lnTo>
                    <a:pt x="216" y="0"/>
                  </a:lnTo>
                  <a:lnTo>
                    <a:pt x="319" y="35"/>
                  </a:lnTo>
                  <a:lnTo>
                    <a:pt x="375" y="119"/>
                  </a:lnTo>
                  <a:lnTo>
                    <a:pt x="375" y="1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1" name="Google Shape;711;p15"/>
            <p:cNvSpPr/>
            <p:nvPr/>
          </p:nvSpPr>
          <p:spPr>
            <a:xfrm>
              <a:off x="1492" y="3228"/>
              <a:ext cx="89" cy="81"/>
            </a:xfrm>
            <a:custGeom>
              <a:rect b="b" l="l" r="r" t="t"/>
              <a:pathLst>
                <a:path extrusionOk="0" h="153" w="178">
                  <a:moveTo>
                    <a:pt x="19" y="0"/>
                  </a:moveTo>
                  <a:lnTo>
                    <a:pt x="151" y="75"/>
                  </a:lnTo>
                  <a:lnTo>
                    <a:pt x="165" y="92"/>
                  </a:lnTo>
                  <a:lnTo>
                    <a:pt x="178" y="137"/>
                  </a:lnTo>
                  <a:lnTo>
                    <a:pt x="172" y="153"/>
                  </a:lnTo>
                  <a:lnTo>
                    <a:pt x="149" y="148"/>
                  </a:lnTo>
                  <a:lnTo>
                    <a:pt x="12" y="33"/>
                  </a:lnTo>
                  <a:lnTo>
                    <a:pt x="0" y="12"/>
                  </a:lnTo>
                  <a:lnTo>
                    <a:pt x="19" y="0"/>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2" name="Google Shape;712;p15"/>
            <p:cNvSpPr/>
            <p:nvPr/>
          </p:nvSpPr>
          <p:spPr>
            <a:xfrm>
              <a:off x="2401" y="3307"/>
              <a:ext cx="126" cy="140"/>
            </a:xfrm>
            <a:custGeom>
              <a:rect b="b" l="l" r="r" t="t"/>
              <a:pathLst>
                <a:path extrusionOk="0" h="265" w="252">
                  <a:moveTo>
                    <a:pt x="42" y="3"/>
                  </a:moveTo>
                  <a:lnTo>
                    <a:pt x="83" y="43"/>
                  </a:lnTo>
                  <a:lnTo>
                    <a:pt x="151" y="111"/>
                  </a:lnTo>
                  <a:lnTo>
                    <a:pt x="216" y="178"/>
                  </a:lnTo>
                  <a:lnTo>
                    <a:pt x="252" y="216"/>
                  </a:lnTo>
                  <a:lnTo>
                    <a:pt x="249" y="265"/>
                  </a:lnTo>
                  <a:lnTo>
                    <a:pt x="198" y="261"/>
                  </a:lnTo>
                  <a:lnTo>
                    <a:pt x="153" y="214"/>
                  </a:lnTo>
                  <a:lnTo>
                    <a:pt x="94" y="150"/>
                  </a:lnTo>
                  <a:lnTo>
                    <a:pt x="0" y="36"/>
                  </a:lnTo>
                  <a:lnTo>
                    <a:pt x="4" y="0"/>
                  </a:lnTo>
                  <a:lnTo>
                    <a:pt x="42" y="3"/>
                  </a:lnTo>
                  <a:lnTo>
                    <a:pt x="4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3" name="Google Shape;713;p15"/>
            <p:cNvSpPr/>
            <p:nvPr/>
          </p:nvSpPr>
          <p:spPr>
            <a:xfrm>
              <a:off x="2341" y="3420"/>
              <a:ext cx="191" cy="386"/>
            </a:xfrm>
            <a:custGeom>
              <a:rect b="b" l="l" r="r" t="t"/>
              <a:pathLst>
                <a:path extrusionOk="0" h="733" w="383">
                  <a:moveTo>
                    <a:pt x="383" y="58"/>
                  </a:moveTo>
                  <a:lnTo>
                    <a:pt x="331" y="147"/>
                  </a:lnTo>
                  <a:lnTo>
                    <a:pt x="277" y="234"/>
                  </a:lnTo>
                  <a:lnTo>
                    <a:pt x="178" y="414"/>
                  </a:lnTo>
                  <a:lnTo>
                    <a:pt x="34" y="733"/>
                  </a:lnTo>
                  <a:lnTo>
                    <a:pt x="0" y="721"/>
                  </a:lnTo>
                  <a:lnTo>
                    <a:pt x="46" y="551"/>
                  </a:lnTo>
                  <a:lnTo>
                    <a:pt x="95" y="380"/>
                  </a:lnTo>
                  <a:lnTo>
                    <a:pt x="129" y="309"/>
                  </a:lnTo>
                  <a:lnTo>
                    <a:pt x="196" y="196"/>
                  </a:lnTo>
                  <a:lnTo>
                    <a:pt x="266" y="82"/>
                  </a:lnTo>
                  <a:lnTo>
                    <a:pt x="313" y="12"/>
                  </a:lnTo>
                  <a:lnTo>
                    <a:pt x="370" y="0"/>
                  </a:lnTo>
                  <a:lnTo>
                    <a:pt x="383" y="58"/>
                  </a:lnTo>
                  <a:lnTo>
                    <a:pt x="383"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4" name="Google Shape;714;p15"/>
            <p:cNvSpPr/>
            <p:nvPr/>
          </p:nvSpPr>
          <p:spPr>
            <a:xfrm>
              <a:off x="2200" y="3381"/>
              <a:ext cx="98" cy="330"/>
            </a:xfrm>
            <a:custGeom>
              <a:rect b="b" l="l" r="r" t="t"/>
              <a:pathLst>
                <a:path extrusionOk="0" h="626" w="194">
                  <a:moveTo>
                    <a:pt x="194" y="45"/>
                  </a:moveTo>
                  <a:lnTo>
                    <a:pt x="144" y="221"/>
                  </a:lnTo>
                  <a:lnTo>
                    <a:pt x="90" y="459"/>
                  </a:lnTo>
                  <a:lnTo>
                    <a:pt x="34" y="626"/>
                  </a:lnTo>
                  <a:lnTo>
                    <a:pt x="0" y="621"/>
                  </a:lnTo>
                  <a:lnTo>
                    <a:pt x="0" y="577"/>
                  </a:lnTo>
                  <a:lnTo>
                    <a:pt x="0" y="532"/>
                  </a:lnTo>
                  <a:lnTo>
                    <a:pt x="0" y="488"/>
                  </a:lnTo>
                  <a:lnTo>
                    <a:pt x="2" y="443"/>
                  </a:lnTo>
                  <a:lnTo>
                    <a:pt x="18" y="368"/>
                  </a:lnTo>
                  <a:lnTo>
                    <a:pt x="54" y="235"/>
                  </a:lnTo>
                  <a:lnTo>
                    <a:pt x="95" y="101"/>
                  </a:lnTo>
                  <a:lnTo>
                    <a:pt x="122" y="24"/>
                  </a:lnTo>
                  <a:lnTo>
                    <a:pt x="169" y="0"/>
                  </a:lnTo>
                  <a:lnTo>
                    <a:pt x="194" y="45"/>
                  </a:lnTo>
                  <a:lnTo>
                    <a:pt x="194"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5" name="Google Shape;715;p15"/>
            <p:cNvSpPr/>
            <p:nvPr/>
          </p:nvSpPr>
          <p:spPr>
            <a:xfrm>
              <a:off x="1735" y="3523"/>
              <a:ext cx="152" cy="224"/>
            </a:xfrm>
            <a:custGeom>
              <a:rect b="b" l="l" r="r" t="t"/>
              <a:pathLst>
                <a:path extrusionOk="0" h="425" w="305">
                  <a:moveTo>
                    <a:pt x="238" y="340"/>
                  </a:moveTo>
                  <a:lnTo>
                    <a:pt x="285" y="322"/>
                  </a:lnTo>
                  <a:lnTo>
                    <a:pt x="305" y="352"/>
                  </a:lnTo>
                  <a:lnTo>
                    <a:pt x="296" y="395"/>
                  </a:lnTo>
                  <a:lnTo>
                    <a:pt x="261" y="425"/>
                  </a:lnTo>
                  <a:lnTo>
                    <a:pt x="134" y="397"/>
                  </a:lnTo>
                  <a:lnTo>
                    <a:pt x="40" y="291"/>
                  </a:lnTo>
                  <a:lnTo>
                    <a:pt x="0" y="155"/>
                  </a:lnTo>
                  <a:lnTo>
                    <a:pt x="33" y="34"/>
                  </a:lnTo>
                  <a:lnTo>
                    <a:pt x="85" y="1"/>
                  </a:lnTo>
                  <a:lnTo>
                    <a:pt x="148" y="0"/>
                  </a:lnTo>
                  <a:lnTo>
                    <a:pt x="240" y="57"/>
                  </a:lnTo>
                  <a:lnTo>
                    <a:pt x="215" y="95"/>
                  </a:lnTo>
                  <a:lnTo>
                    <a:pt x="180" y="101"/>
                  </a:lnTo>
                  <a:lnTo>
                    <a:pt x="141" y="62"/>
                  </a:lnTo>
                  <a:lnTo>
                    <a:pt x="87" y="73"/>
                  </a:lnTo>
                  <a:lnTo>
                    <a:pt x="74" y="144"/>
                  </a:lnTo>
                  <a:lnTo>
                    <a:pt x="105" y="235"/>
                  </a:lnTo>
                  <a:lnTo>
                    <a:pt x="166" y="312"/>
                  </a:lnTo>
                  <a:lnTo>
                    <a:pt x="238" y="340"/>
                  </a:lnTo>
                  <a:lnTo>
                    <a:pt x="238" y="3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6" name="Google Shape;716;p15"/>
            <p:cNvSpPr/>
            <p:nvPr/>
          </p:nvSpPr>
          <p:spPr>
            <a:xfrm>
              <a:off x="1835" y="3581"/>
              <a:ext cx="36" cy="33"/>
            </a:xfrm>
            <a:custGeom>
              <a:rect b="b" l="l" r="r" t="t"/>
              <a:pathLst>
                <a:path extrusionOk="0" h="65" w="72">
                  <a:moveTo>
                    <a:pt x="7" y="18"/>
                  </a:moveTo>
                  <a:lnTo>
                    <a:pt x="24" y="0"/>
                  </a:lnTo>
                  <a:lnTo>
                    <a:pt x="72" y="9"/>
                  </a:lnTo>
                  <a:lnTo>
                    <a:pt x="65" y="56"/>
                  </a:lnTo>
                  <a:lnTo>
                    <a:pt x="43" y="65"/>
                  </a:lnTo>
                  <a:lnTo>
                    <a:pt x="0" y="58"/>
                  </a:lnTo>
                  <a:lnTo>
                    <a:pt x="7" y="18"/>
                  </a:lnTo>
                  <a:lnTo>
                    <a:pt x="7"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7" name="Google Shape;717;p15"/>
            <p:cNvSpPr/>
            <p:nvPr/>
          </p:nvSpPr>
          <p:spPr>
            <a:xfrm>
              <a:off x="1839" y="3628"/>
              <a:ext cx="66" cy="39"/>
            </a:xfrm>
            <a:custGeom>
              <a:rect b="b" l="l" r="r" t="t"/>
              <a:pathLst>
                <a:path extrusionOk="0" h="75" w="134">
                  <a:moveTo>
                    <a:pt x="58" y="75"/>
                  </a:moveTo>
                  <a:lnTo>
                    <a:pt x="17" y="49"/>
                  </a:lnTo>
                  <a:lnTo>
                    <a:pt x="0" y="18"/>
                  </a:lnTo>
                  <a:lnTo>
                    <a:pt x="35" y="0"/>
                  </a:lnTo>
                  <a:lnTo>
                    <a:pt x="107" y="14"/>
                  </a:lnTo>
                  <a:lnTo>
                    <a:pt x="134" y="46"/>
                  </a:lnTo>
                  <a:lnTo>
                    <a:pt x="103" y="70"/>
                  </a:lnTo>
                  <a:lnTo>
                    <a:pt x="58" y="75"/>
                  </a:lnTo>
                  <a:lnTo>
                    <a:pt x="58" y="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8" name="Google Shape;718;p15"/>
            <p:cNvSpPr/>
            <p:nvPr/>
          </p:nvSpPr>
          <p:spPr>
            <a:xfrm>
              <a:off x="1685" y="2126"/>
              <a:ext cx="379" cy="285"/>
            </a:xfrm>
            <a:custGeom>
              <a:rect b="b" l="l" r="r" t="t"/>
              <a:pathLst>
                <a:path extrusionOk="0" h="542" w="757">
                  <a:moveTo>
                    <a:pt x="0" y="512"/>
                  </a:moveTo>
                  <a:lnTo>
                    <a:pt x="55" y="476"/>
                  </a:lnTo>
                  <a:lnTo>
                    <a:pt x="203" y="350"/>
                  </a:lnTo>
                  <a:lnTo>
                    <a:pt x="351" y="228"/>
                  </a:lnTo>
                  <a:lnTo>
                    <a:pt x="608" y="78"/>
                  </a:lnTo>
                  <a:lnTo>
                    <a:pt x="703" y="20"/>
                  </a:lnTo>
                  <a:lnTo>
                    <a:pt x="756" y="0"/>
                  </a:lnTo>
                  <a:lnTo>
                    <a:pt x="757" y="26"/>
                  </a:lnTo>
                  <a:lnTo>
                    <a:pt x="684" y="113"/>
                  </a:lnTo>
                  <a:lnTo>
                    <a:pt x="592" y="179"/>
                  </a:lnTo>
                  <a:lnTo>
                    <a:pt x="390" y="289"/>
                  </a:lnTo>
                  <a:lnTo>
                    <a:pt x="97" y="500"/>
                  </a:lnTo>
                  <a:lnTo>
                    <a:pt x="18" y="542"/>
                  </a:lnTo>
                  <a:lnTo>
                    <a:pt x="0" y="512"/>
                  </a:lnTo>
                  <a:lnTo>
                    <a:pt x="0" y="5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9" name="Google Shape;719;p15"/>
            <p:cNvSpPr/>
            <p:nvPr/>
          </p:nvSpPr>
          <p:spPr>
            <a:xfrm>
              <a:off x="2036" y="2248"/>
              <a:ext cx="84" cy="322"/>
            </a:xfrm>
            <a:custGeom>
              <a:rect b="b" l="l" r="r" t="t"/>
              <a:pathLst>
                <a:path extrusionOk="0" h="612" w="169">
                  <a:moveTo>
                    <a:pt x="64" y="3"/>
                  </a:moveTo>
                  <a:lnTo>
                    <a:pt x="140" y="125"/>
                  </a:lnTo>
                  <a:lnTo>
                    <a:pt x="169" y="263"/>
                  </a:lnTo>
                  <a:lnTo>
                    <a:pt x="127" y="418"/>
                  </a:lnTo>
                  <a:lnTo>
                    <a:pt x="77" y="561"/>
                  </a:lnTo>
                  <a:lnTo>
                    <a:pt x="30" y="612"/>
                  </a:lnTo>
                  <a:lnTo>
                    <a:pt x="0" y="596"/>
                  </a:lnTo>
                  <a:lnTo>
                    <a:pt x="50" y="425"/>
                  </a:lnTo>
                  <a:lnTo>
                    <a:pt x="100" y="256"/>
                  </a:lnTo>
                  <a:lnTo>
                    <a:pt x="86" y="134"/>
                  </a:lnTo>
                  <a:lnTo>
                    <a:pt x="36" y="24"/>
                  </a:lnTo>
                  <a:lnTo>
                    <a:pt x="39" y="0"/>
                  </a:lnTo>
                  <a:lnTo>
                    <a:pt x="64" y="3"/>
                  </a:lnTo>
                  <a:lnTo>
                    <a:pt x="6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0" name="Google Shape;720;p15"/>
            <p:cNvSpPr/>
            <p:nvPr/>
          </p:nvSpPr>
          <p:spPr>
            <a:xfrm>
              <a:off x="1720" y="2264"/>
              <a:ext cx="278" cy="214"/>
            </a:xfrm>
            <a:custGeom>
              <a:rect b="b" l="l" r="r" t="t"/>
              <a:pathLst>
                <a:path extrusionOk="0" h="405" w="556">
                  <a:moveTo>
                    <a:pt x="0" y="377"/>
                  </a:moveTo>
                  <a:lnTo>
                    <a:pt x="97" y="312"/>
                  </a:lnTo>
                  <a:lnTo>
                    <a:pt x="236" y="202"/>
                  </a:lnTo>
                  <a:lnTo>
                    <a:pt x="380" y="96"/>
                  </a:lnTo>
                  <a:lnTo>
                    <a:pt x="536" y="0"/>
                  </a:lnTo>
                  <a:lnTo>
                    <a:pt x="556" y="28"/>
                  </a:lnTo>
                  <a:lnTo>
                    <a:pt x="417" y="148"/>
                  </a:lnTo>
                  <a:lnTo>
                    <a:pt x="210" y="286"/>
                  </a:lnTo>
                  <a:lnTo>
                    <a:pt x="83" y="366"/>
                  </a:lnTo>
                  <a:lnTo>
                    <a:pt x="18" y="405"/>
                  </a:lnTo>
                  <a:lnTo>
                    <a:pt x="0" y="377"/>
                  </a:lnTo>
                  <a:lnTo>
                    <a:pt x="0" y="3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1" name="Google Shape;721;p15"/>
            <p:cNvSpPr/>
            <p:nvPr/>
          </p:nvSpPr>
          <p:spPr>
            <a:xfrm>
              <a:off x="2074" y="2149"/>
              <a:ext cx="115" cy="248"/>
            </a:xfrm>
            <a:custGeom>
              <a:rect b="b" l="l" r="r" t="t"/>
              <a:pathLst>
                <a:path extrusionOk="0" h="471" w="230">
                  <a:moveTo>
                    <a:pt x="34" y="14"/>
                  </a:moveTo>
                  <a:lnTo>
                    <a:pt x="69" y="114"/>
                  </a:lnTo>
                  <a:lnTo>
                    <a:pt x="122" y="195"/>
                  </a:lnTo>
                  <a:lnTo>
                    <a:pt x="175" y="276"/>
                  </a:lnTo>
                  <a:lnTo>
                    <a:pt x="230" y="448"/>
                  </a:lnTo>
                  <a:lnTo>
                    <a:pt x="220" y="471"/>
                  </a:lnTo>
                  <a:lnTo>
                    <a:pt x="198" y="461"/>
                  </a:lnTo>
                  <a:lnTo>
                    <a:pt x="144" y="365"/>
                  </a:lnTo>
                  <a:lnTo>
                    <a:pt x="78" y="243"/>
                  </a:lnTo>
                  <a:lnTo>
                    <a:pt x="0" y="19"/>
                  </a:lnTo>
                  <a:lnTo>
                    <a:pt x="15" y="0"/>
                  </a:lnTo>
                  <a:lnTo>
                    <a:pt x="34" y="14"/>
                  </a:lnTo>
                  <a:lnTo>
                    <a:pt x="34"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2" name="Google Shape;722;p15"/>
            <p:cNvSpPr/>
            <p:nvPr/>
          </p:nvSpPr>
          <p:spPr>
            <a:xfrm>
              <a:off x="2144" y="2392"/>
              <a:ext cx="45" cy="221"/>
            </a:xfrm>
            <a:custGeom>
              <a:rect b="b" l="l" r="r" t="t"/>
              <a:pathLst>
                <a:path extrusionOk="0" h="419" w="90">
                  <a:moveTo>
                    <a:pt x="90" y="4"/>
                  </a:moveTo>
                  <a:lnTo>
                    <a:pt x="76" y="238"/>
                  </a:lnTo>
                  <a:lnTo>
                    <a:pt x="49" y="419"/>
                  </a:lnTo>
                  <a:lnTo>
                    <a:pt x="13" y="419"/>
                  </a:lnTo>
                  <a:lnTo>
                    <a:pt x="0" y="231"/>
                  </a:lnTo>
                  <a:lnTo>
                    <a:pt x="26" y="117"/>
                  </a:lnTo>
                  <a:lnTo>
                    <a:pt x="56" y="0"/>
                  </a:lnTo>
                  <a:lnTo>
                    <a:pt x="90" y="4"/>
                  </a:lnTo>
                  <a:lnTo>
                    <a:pt x="9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3" name="Google Shape;723;p15"/>
            <p:cNvSpPr/>
            <p:nvPr/>
          </p:nvSpPr>
          <p:spPr>
            <a:xfrm>
              <a:off x="2014" y="2186"/>
              <a:ext cx="42" cy="430"/>
            </a:xfrm>
            <a:custGeom>
              <a:rect b="b" l="l" r="r" t="t"/>
              <a:pathLst>
                <a:path extrusionOk="0" h="814" w="83">
                  <a:moveTo>
                    <a:pt x="83" y="0"/>
                  </a:moveTo>
                  <a:lnTo>
                    <a:pt x="76" y="444"/>
                  </a:lnTo>
                  <a:lnTo>
                    <a:pt x="83" y="636"/>
                  </a:lnTo>
                  <a:lnTo>
                    <a:pt x="62" y="814"/>
                  </a:lnTo>
                  <a:lnTo>
                    <a:pt x="27" y="814"/>
                  </a:lnTo>
                  <a:lnTo>
                    <a:pt x="0" y="444"/>
                  </a:lnTo>
                  <a:lnTo>
                    <a:pt x="22" y="223"/>
                  </a:lnTo>
                  <a:lnTo>
                    <a:pt x="49" y="0"/>
                  </a:lnTo>
                  <a:lnTo>
                    <a:pt x="83" y="0"/>
                  </a:lnTo>
                  <a:lnTo>
                    <a:pt x="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4" name="Google Shape;724;p15"/>
            <p:cNvSpPr/>
            <p:nvPr/>
          </p:nvSpPr>
          <p:spPr>
            <a:xfrm>
              <a:off x="1307" y="2817"/>
              <a:ext cx="162" cy="112"/>
            </a:xfrm>
            <a:custGeom>
              <a:rect b="b" l="l" r="r" t="t"/>
              <a:pathLst>
                <a:path extrusionOk="0" h="213" w="324">
                  <a:moveTo>
                    <a:pt x="38" y="4"/>
                  </a:moveTo>
                  <a:lnTo>
                    <a:pt x="101" y="39"/>
                  </a:lnTo>
                  <a:lnTo>
                    <a:pt x="192" y="96"/>
                  </a:lnTo>
                  <a:lnTo>
                    <a:pt x="300" y="140"/>
                  </a:lnTo>
                  <a:lnTo>
                    <a:pt x="324" y="190"/>
                  </a:lnTo>
                  <a:lnTo>
                    <a:pt x="304" y="211"/>
                  </a:lnTo>
                  <a:lnTo>
                    <a:pt x="272" y="213"/>
                  </a:lnTo>
                  <a:lnTo>
                    <a:pt x="50" y="105"/>
                  </a:lnTo>
                  <a:lnTo>
                    <a:pt x="0" y="33"/>
                  </a:lnTo>
                  <a:lnTo>
                    <a:pt x="3" y="0"/>
                  </a:lnTo>
                  <a:lnTo>
                    <a:pt x="38" y="4"/>
                  </a:lnTo>
                  <a:lnTo>
                    <a:pt x="38"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5" name="Google Shape;725;p15"/>
            <p:cNvSpPr/>
            <p:nvPr/>
          </p:nvSpPr>
          <p:spPr>
            <a:xfrm>
              <a:off x="1697" y="2886"/>
              <a:ext cx="187" cy="62"/>
            </a:xfrm>
            <a:custGeom>
              <a:rect b="b" l="l" r="r" t="t"/>
              <a:pathLst>
                <a:path extrusionOk="0" h="117" w="372">
                  <a:moveTo>
                    <a:pt x="21" y="75"/>
                  </a:moveTo>
                  <a:lnTo>
                    <a:pt x="205" y="33"/>
                  </a:lnTo>
                  <a:lnTo>
                    <a:pt x="362" y="0"/>
                  </a:lnTo>
                  <a:lnTo>
                    <a:pt x="372" y="33"/>
                  </a:lnTo>
                  <a:lnTo>
                    <a:pt x="293" y="70"/>
                  </a:lnTo>
                  <a:lnTo>
                    <a:pt x="218" y="99"/>
                  </a:lnTo>
                  <a:lnTo>
                    <a:pt x="23" y="117"/>
                  </a:lnTo>
                  <a:lnTo>
                    <a:pt x="0" y="97"/>
                  </a:lnTo>
                  <a:lnTo>
                    <a:pt x="21" y="75"/>
                  </a:lnTo>
                  <a:lnTo>
                    <a:pt x="21" y="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6" name="Google Shape;726;p15"/>
            <p:cNvSpPr/>
            <p:nvPr/>
          </p:nvSpPr>
          <p:spPr>
            <a:xfrm>
              <a:off x="2038" y="2716"/>
              <a:ext cx="205" cy="281"/>
            </a:xfrm>
            <a:custGeom>
              <a:rect b="b" l="l" r="r" t="t"/>
              <a:pathLst>
                <a:path extrusionOk="0" h="536" w="410">
                  <a:moveTo>
                    <a:pt x="331" y="96"/>
                  </a:moveTo>
                  <a:lnTo>
                    <a:pt x="259" y="133"/>
                  </a:lnTo>
                  <a:lnTo>
                    <a:pt x="166" y="182"/>
                  </a:lnTo>
                  <a:lnTo>
                    <a:pt x="70" y="231"/>
                  </a:lnTo>
                  <a:lnTo>
                    <a:pt x="0" y="262"/>
                  </a:lnTo>
                  <a:lnTo>
                    <a:pt x="4" y="199"/>
                  </a:lnTo>
                  <a:lnTo>
                    <a:pt x="94" y="157"/>
                  </a:lnTo>
                  <a:lnTo>
                    <a:pt x="198" y="96"/>
                  </a:lnTo>
                  <a:lnTo>
                    <a:pt x="295" y="37"/>
                  </a:lnTo>
                  <a:lnTo>
                    <a:pt x="356" y="2"/>
                  </a:lnTo>
                  <a:lnTo>
                    <a:pt x="396" y="0"/>
                  </a:lnTo>
                  <a:lnTo>
                    <a:pt x="410" y="37"/>
                  </a:lnTo>
                  <a:lnTo>
                    <a:pt x="398" y="499"/>
                  </a:lnTo>
                  <a:lnTo>
                    <a:pt x="365" y="536"/>
                  </a:lnTo>
                  <a:lnTo>
                    <a:pt x="344" y="513"/>
                  </a:lnTo>
                  <a:lnTo>
                    <a:pt x="331" y="96"/>
                  </a:lnTo>
                  <a:lnTo>
                    <a:pt x="331" y="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7" name="Google Shape;727;p15"/>
            <p:cNvSpPr/>
            <p:nvPr/>
          </p:nvSpPr>
          <p:spPr>
            <a:xfrm>
              <a:off x="2002" y="2994"/>
              <a:ext cx="218" cy="200"/>
            </a:xfrm>
            <a:custGeom>
              <a:rect b="b" l="l" r="r" t="t"/>
              <a:pathLst>
                <a:path extrusionOk="0" h="380" w="435">
                  <a:moveTo>
                    <a:pt x="99" y="296"/>
                  </a:moveTo>
                  <a:lnTo>
                    <a:pt x="166" y="228"/>
                  </a:lnTo>
                  <a:lnTo>
                    <a:pt x="245" y="145"/>
                  </a:lnTo>
                  <a:lnTo>
                    <a:pt x="326" y="64"/>
                  </a:lnTo>
                  <a:lnTo>
                    <a:pt x="396" y="0"/>
                  </a:lnTo>
                  <a:lnTo>
                    <a:pt x="435" y="23"/>
                  </a:lnTo>
                  <a:lnTo>
                    <a:pt x="381" y="89"/>
                  </a:lnTo>
                  <a:lnTo>
                    <a:pt x="315" y="174"/>
                  </a:lnTo>
                  <a:lnTo>
                    <a:pt x="243" y="256"/>
                  </a:lnTo>
                  <a:lnTo>
                    <a:pt x="180" y="312"/>
                  </a:lnTo>
                  <a:lnTo>
                    <a:pt x="74" y="380"/>
                  </a:lnTo>
                  <a:lnTo>
                    <a:pt x="0" y="373"/>
                  </a:lnTo>
                  <a:lnTo>
                    <a:pt x="4" y="342"/>
                  </a:lnTo>
                  <a:lnTo>
                    <a:pt x="99" y="296"/>
                  </a:lnTo>
                  <a:lnTo>
                    <a:pt x="99" y="2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8" name="Google Shape;728;p15"/>
            <p:cNvSpPr/>
            <p:nvPr/>
          </p:nvSpPr>
          <p:spPr>
            <a:xfrm>
              <a:off x="2227" y="2737"/>
              <a:ext cx="91" cy="191"/>
            </a:xfrm>
            <a:custGeom>
              <a:rect b="b" l="l" r="r" t="t"/>
              <a:pathLst>
                <a:path extrusionOk="0" h="363" w="184">
                  <a:moveTo>
                    <a:pt x="38" y="13"/>
                  </a:moveTo>
                  <a:lnTo>
                    <a:pt x="83" y="112"/>
                  </a:lnTo>
                  <a:lnTo>
                    <a:pt x="131" y="191"/>
                  </a:lnTo>
                  <a:lnTo>
                    <a:pt x="184" y="342"/>
                  </a:lnTo>
                  <a:lnTo>
                    <a:pt x="175" y="363"/>
                  </a:lnTo>
                  <a:lnTo>
                    <a:pt x="151" y="355"/>
                  </a:lnTo>
                  <a:lnTo>
                    <a:pt x="103" y="281"/>
                  </a:lnTo>
                  <a:lnTo>
                    <a:pt x="63" y="218"/>
                  </a:lnTo>
                  <a:lnTo>
                    <a:pt x="25" y="124"/>
                  </a:lnTo>
                  <a:lnTo>
                    <a:pt x="0" y="27"/>
                  </a:lnTo>
                  <a:lnTo>
                    <a:pt x="16" y="0"/>
                  </a:lnTo>
                  <a:lnTo>
                    <a:pt x="38" y="13"/>
                  </a:lnTo>
                  <a:lnTo>
                    <a:pt x="38"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9" name="Google Shape;729;p15"/>
            <p:cNvSpPr/>
            <p:nvPr/>
          </p:nvSpPr>
          <p:spPr>
            <a:xfrm>
              <a:off x="2227" y="2932"/>
              <a:ext cx="68" cy="46"/>
            </a:xfrm>
            <a:custGeom>
              <a:rect b="b" l="l" r="r" t="t"/>
              <a:pathLst>
                <a:path extrusionOk="0" h="89" w="135">
                  <a:moveTo>
                    <a:pt x="75" y="70"/>
                  </a:moveTo>
                  <a:lnTo>
                    <a:pt x="39" y="87"/>
                  </a:lnTo>
                  <a:lnTo>
                    <a:pt x="2" y="89"/>
                  </a:lnTo>
                  <a:lnTo>
                    <a:pt x="0" y="33"/>
                  </a:lnTo>
                  <a:lnTo>
                    <a:pt x="50" y="28"/>
                  </a:lnTo>
                  <a:lnTo>
                    <a:pt x="119" y="0"/>
                  </a:lnTo>
                  <a:lnTo>
                    <a:pt x="135" y="32"/>
                  </a:lnTo>
                  <a:lnTo>
                    <a:pt x="75" y="70"/>
                  </a:lnTo>
                  <a:lnTo>
                    <a:pt x="75" y="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0" name="Google Shape;730;p15"/>
            <p:cNvSpPr/>
            <p:nvPr/>
          </p:nvSpPr>
          <p:spPr>
            <a:xfrm>
              <a:off x="2482" y="2404"/>
              <a:ext cx="139" cy="159"/>
            </a:xfrm>
            <a:custGeom>
              <a:rect b="b" l="l" r="r" t="t"/>
              <a:pathLst>
                <a:path extrusionOk="0" h="302" w="277">
                  <a:moveTo>
                    <a:pt x="241" y="42"/>
                  </a:moveTo>
                  <a:lnTo>
                    <a:pt x="69" y="213"/>
                  </a:lnTo>
                  <a:lnTo>
                    <a:pt x="27" y="267"/>
                  </a:lnTo>
                  <a:lnTo>
                    <a:pt x="0" y="244"/>
                  </a:lnTo>
                  <a:lnTo>
                    <a:pt x="45" y="183"/>
                  </a:lnTo>
                  <a:lnTo>
                    <a:pt x="110" y="110"/>
                  </a:lnTo>
                  <a:lnTo>
                    <a:pt x="180" y="44"/>
                  </a:lnTo>
                  <a:lnTo>
                    <a:pt x="243" y="0"/>
                  </a:lnTo>
                  <a:lnTo>
                    <a:pt x="268" y="7"/>
                  </a:lnTo>
                  <a:lnTo>
                    <a:pt x="277" y="44"/>
                  </a:lnTo>
                  <a:lnTo>
                    <a:pt x="268" y="82"/>
                  </a:lnTo>
                  <a:lnTo>
                    <a:pt x="227" y="148"/>
                  </a:lnTo>
                  <a:lnTo>
                    <a:pt x="139" y="288"/>
                  </a:lnTo>
                  <a:lnTo>
                    <a:pt x="97" y="302"/>
                  </a:lnTo>
                  <a:lnTo>
                    <a:pt x="85" y="262"/>
                  </a:lnTo>
                  <a:lnTo>
                    <a:pt x="117" y="206"/>
                  </a:lnTo>
                  <a:lnTo>
                    <a:pt x="169" y="134"/>
                  </a:lnTo>
                  <a:lnTo>
                    <a:pt x="241" y="42"/>
                  </a:lnTo>
                  <a:lnTo>
                    <a:pt x="241"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1" name="Google Shape;731;p15"/>
            <p:cNvSpPr/>
            <p:nvPr/>
          </p:nvSpPr>
          <p:spPr>
            <a:xfrm>
              <a:off x="2310" y="2617"/>
              <a:ext cx="141" cy="222"/>
            </a:xfrm>
            <a:custGeom>
              <a:rect b="b" l="l" r="r" t="t"/>
              <a:pathLst>
                <a:path extrusionOk="0" h="422" w="281">
                  <a:moveTo>
                    <a:pt x="281" y="26"/>
                  </a:moveTo>
                  <a:lnTo>
                    <a:pt x="224" y="122"/>
                  </a:lnTo>
                  <a:lnTo>
                    <a:pt x="155" y="214"/>
                  </a:lnTo>
                  <a:lnTo>
                    <a:pt x="85" y="345"/>
                  </a:lnTo>
                  <a:lnTo>
                    <a:pt x="40" y="415"/>
                  </a:lnTo>
                  <a:lnTo>
                    <a:pt x="8" y="422"/>
                  </a:lnTo>
                  <a:lnTo>
                    <a:pt x="0" y="390"/>
                  </a:lnTo>
                  <a:lnTo>
                    <a:pt x="38" y="322"/>
                  </a:lnTo>
                  <a:lnTo>
                    <a:pt x="126" y="178"/>
                  </a:lnTo>
                  <a:lnTo>
                    <a:pt x="173" y="108"/>
                  </a:lnTo>
                  <a:lnTo>
                    <a:pt x="220" y="38"/>
                  </a:lnTo>
                  <a:lnTo>
                    <a:pt x="240" y="7"/>
                  </a:lnTo>
                  <a:lnTo>
                    <a:pt x="270" y="0"/>
                  </a:lnTo>
                  <a:lnTo>
                    <a:pt x="281" y="26"/>
                  </a:lnTo>
                  <a:lnTo>
                    <a:pt x="281"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2" name="Google Shape;732;p15"/>
            <p:cNvSpPr/>
            <p:nvPr/>
          </p:nvSpPr>
          <p:spPr>
            <a:xfrm>
              <a:off x="2328" y="2631"/>
              <a:ext cx="158" cy="193"/>
            </a:xfrm>
            <a:custGeom>
              <a:rect b="b" l="l" r="r" t="t"/>
              <a:pathLst>
                <a:path extrusionOk="0" h="368" w="315">
                  <a:moveTo>
                    <a:pt x="315" y="52"/>
                  </a:moveTo>
                  <a:lnTo>
                    <a:pt x="135" y="267"/>
                  </a:lnTo>
                  <a:lnTo>
                    <a:pt x="83" y="321"/>
                  </a:lnTo>
                  <a:lnTo>
                    <a:pt x="24" y="368"/>
                  </a:lnTo>
                  <a:lnTo>
                    <a:pt x="0" y="342"/>
                  </a:lnTo>
                  <a:lnTo>
                    <a:pt x="99" y="239"/>
                  </a:lnTo>
                  <a:lnTo>
                    <a:pt x="179" y="141"/>
                  </a:lnTo>
                  <a:lnTo>
                    <a:pt x="252" y="42"/>
                  </a:lnTo>
                  <a:lnTo>
                    <a:pt x="281" y="0"/>
                  </a:lnTo>
                  <a:lnTo>
                    <a:pt x="315" y="52"/>
                  </a:lnTo>
                  <a:lnTo>
                    <a:pt x="315"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3" name="Google Shape;733;p15"/>
            <p:cNvSpPr/>
            <p:nvPr/>
          </p:nvSpPr>
          <p:spPr>
            <a:xfrm>
              <a:off x="2409" y="2586"/>
              <a:ext cx="183" cy="77"/>
            </a:xfrm>
            <a:custGeom>
              <a:rect b="b" l="l" r="r" t="t"/>
              <a:pathLst>
                <a:path extrusionOk="0" h="147" w="366">
                  <a:moveTo>
                    <a:pt x="24" y="34"/>
                  </a:moveTo>
                  <a:lnTo>
                    <a:pt x="101" y="58"/>
                  </a:lnTo>
                  <a:lnTo>
                    <a:pt x="182" y="70"/>
                  </a:lnTo>
                  <a:lnTo>
                    <a:pt x="344" y="0"/>
                  </a:lnTo>
                  <a:lnTo>
                    <a:pt x="366" y="28"/>
                  </a:lnTo>
                  <a:lnTo>
                    <a:pt x="283" y="96"/>
                  </a:lnTo>
                  <a:lnTo>
                    <a:pt x="231" y="131"/>
                  </a:lnTo>
                  <a:lnTo>
                    <a:pt x="191" y="147"/>
                  </a:lnTo>
                  <a:lnTo>
                    <a:pt x="99" y="114"/>
                  </a:lnTo>
                  <a:lnTo>
                    <a:pt x="9" y="63"/>
                  </a:lnTo>
                  <a:lnTo>
                    <a:pt x="0" y="41"/>
                  </a:lnTo>
                  <a:lnTo>
                    <a:pt x="24" y="34"/>
                  </a:lnTo>
                  <a:lnTo>
                    <a:pt x="24"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4" name="Google Shape;734;p15"/>
            <p:cNvSpPr/>
            <p:nvPr/>
          </p:nvSpPr>
          <p:spPr>
            <a:xfrm>
              <a:off x="2234" y="2518"/>
              <a:ext cx="328" cy="235"/>
            </a:xfrm>
            <a:custGeom>
              <a:rect b="b" l="l" r="r" t="t"/>
              <a:pathLst>
                <a:path extrusionOk="0" h="445" w="657">
                  <a:moveTo>
                    <a:pt x="4" y="412"/>
                  </a:moveTo>
                  <a:lnTo>
                    <a:pt x="117" y="295"/>
                  </a:lnTo>
                  <a:lnTo>
                    <a:pt x="177" y="180"/>
                  </a:lnTo>
                  <a:lnTo>
                    <a:pt x="242" y="67"/>
                  </a:lnTo>
                  <a:lnTo>
                    <a:pt x="290" y="21"/>
                  </a:lnTo>
                  <a:lnTo>
                    <a:pt x="342" y="0"/>
                  </a:lnTo>
                  <a:lnTo>
                    <a:pt x="461" y="16"/>
                  </a:lnTo>
                  <a:lnTo>
                    <a:pt x="657" y="61"/>
                  </a:lnTo>
                  <a:lnTo>
                    <a:pt x="654" y="95"/>
                  </a:lnTo>
                  <a:lnTo>
                    <a:pt x="458" y="70"/>
                  </a:lnTo>
                  <a:lnTo>
                    <a:pt x="288" y="105"/>
                  </a:lnTo>
                  <a:lnTo>
                    <a:pt x="215" y="208"/>
                  </a:lnTo>
                  <a:lnTo>
                    <a:pt x="146" y="316"/>
                  </a:lnTo>
                  <a:lnTo>
                    <a:pt x="108" y="354"/>
                  </a:lnTo>
                  <a:lnTo>
                    <a:pt x="47" y="412"/>
                  </a:lnTo>
                  <a:lnTo>
                    <a:pt x="0" y="445"/>
                  </a:lnTo>
                  <a:lnTo>
                    <a:pt x="4" y="412"/>
                  </a:lnTo>
                  <a:lnTo>
                    <a:pt x="4" y="4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5" name="Google Shape;735;p15"/>
            <p:cNvSpPr/>
            <p:nvPr/>
          </p:nvSpPr>
          <p:spPr>
            <a:xfrm>
              <a:off x="2308" y="2708"/>
              <a:ext cx="78" cy="42"/>
            </a:xfrm>
            <a:custGeom>
              <a:rect b="b" l="l" r="r" t="t"/>
              <a:pathLst>
                <a:path extrusionOk="0" h="79" w="155">
                  <a:moveTo>
                    <a:pt x="0" y="30"/>
                  </a:moveTo>
                  <a:lnTo>
                    <a:pt x="140" y="0"/>
                  </a:lnTo>
                  <a:lnTo>
                    <a:pt x="155" y="30"/>
                  </a:lnTo>
                  <a:lnTo>
                    <a:pt x="74" y="79"/>
                  </a:lnTo>
                  <a:lnTo>
                    <a:pt x="0" y="68"/>
                  </a:lnTo>
                  <a:lnTo>
                    <a:pt x="0" y="30"/>
                  </a:lnTo>
                  <a:lnTo>
                    <a:pt x="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6" name="Google Shape;736;p15"/>
            <p:cNvSpPr/>
            <p:nvPr/>
          </p:nvSpPr>
          <p:spPr>
            <a:xfrm>
              <a:off x="2311" y="2803"/>
              <a:ext cx="101" cy="87"/>
            </a:xfrm>
            <a:custGeom>
              <a:rect b="b" l="l" r="r" t="t"/>
              <a:pathLst>
                <a:path extrusionOk="0" h="166" w="202">
                  <a:moveTo>
                    <a:pt x="7" y="115"/>
                  </a:moveTo>
                  <a:lnTo>
                    <a:pt x="76" y="70"/>
                  </a:lnTo>
                  <a:lnTo>
                    <a:pt x="177" y="0"/>
                  </a:lnTo>
                  <a:lnTo>
                    <a:pt x="202" y="24"/>
                  </a:lnTo>
                  <a:lnTo>
                    <a:pt x="130" y="99"/>
                  </a:lnTo>
                  <a:lnTo>
                    <a:pt x="45" y="166"/>
                  </a:lnTo>
                  <a:lnTo>
                    <a:pt x="0" y="162"/>
                  </a:lnTo>
                  <a:lnTo>
                    <a:pt x="7" y="115"/>
                  </a:lnTo>
                  <a:lnTo>
                    <a:pt x="7" y="1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7" name="Google Shape;737;p15"/>
            <p:cNvSpPr/>
            <p:nvPr/>
          </p:nvSpPr>
          <p:spPr>
            <a:xfrm>
              <a:off x="2380" y="2756"/>
              <a:ext cx="139" cy="68"/>
            </a:xfrm>
            <a:custGeom>
              <a:rect b="b" l="l" r="r" t="t"/>
              <a:pathLst>
                <a:path extrusionOk="0" h="131" w="277">
                  <a:moveTo>
                    <a:pt x="25" y="72"/>
                  </a:moveTo>
                  <a:lnTo>
                    <a:pt x="252" y="0"/>
                  </a:lnTo>
                  <a:lnTo>
                    <a:pt x="277" y="24"/>
                  </a:lnTo>
                  <a:lnTo>
                    <a:pt x="214" y="84"/>
                  </a:lnTo>
                  <a:lnTo>
                    <a:pt x="147" y="131"/>
                  </a:lnTo>
                  <a:lnTo>
                    <a:pt x="23" y="117"/>
                  </a:lnTo>
                  <a:lnTo>
                    <a:pt x="0" y="93"/>
                  </a:lnTo>
                  <a:lnTo>
                    <a:pt x="25" y="72"/>
                  </a:lnTo>
                  <a:lnTo>
                    <a:pt x="25" y="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8" name="Google Shape;738;p15"/>
            <p:cNvSpPr/>
            <p:nvPr/>
          </p:nvSpPr>
          <p:spPr>
            <a:xfrm>
              <a:off x="2505" y="2703"/>
              <a:ext cx="144" cy="71"/>
            </a:xfrm>
            <a:custGeom>
              <a:rect b="b" l="l" r="r" t="t"/>
              <a:pathLst>
                <a:path extrusionOk="0" h="132" w="288">
                  <a:moveTo>
                    <a:pt x="32" y="0"/>
                  </a:moveTo>
                  <a:lnTo>
                    <a:pt x="85" y="55"/>
                  </a:lnTo>
                  <a:lnTo>
                    <a:pt x="142" y="78"/>
                  </a:lnTo>
                  <a:lnTo>
                    <a:pt x="196" y="45"/>
                  </a:lnTo>
                  <a:lnTo>
                    <a:pt x="259" y="8"/>
                  </a:lnTo>
                  <a:lnTo>
                    <a:pt x="288" y="29"/>
                  </a:lnTo>
                  <a:lnTo>
                    <a:pt x="259" y="73"/>
                  </a:lnTo>
                  <a:lnTo>
                    <a:pt x="225" y="111"/>
                  </a:lnTo>
                  <a:lnTo>
                    <a:pt x="160" y="130"/>
                  </a:lnTo>
                  <a:lnTo>
                    <a:pt x="83" y="132"/>
                  </a:lnTo>
                  <a:lnTo>
                    <a:pt x="31" y="83"/>
                  </a:lnTo>
                  <a:lnTo>
                    <a:pt x="0" y="28"/>
                  </a:lnTo>
                  <a:lnTo>
                    <a:pt x="2" y="5"/>
                  </a:lnTo>
                  <a:lnTo>
                    <a:pt x="32" y="0"/>
                  </a:lnTo>
                  <a:lnTo>
                    <a:pt x="3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9" name="Google Shape;739;p15"/>
            <p:cNvSpPr/>
            <p:nvPr/>
          </p:nvSpPr>
          <p:spPr>
            <a:xfrm>
              <a:off x="2512" y="2617"/>
              <a:ext cx="173" cy="101"/>
            </a:xfrm>
            <a:custGeom>
              <a:rect b="b" l="l" r="r" t="t"/>
              <a:pathLst>
                <a:path extrusionOk="0" h="192" w="345">
                  <a:moveTo>
                    <a:pt x="345" y="104"/>
                  </a:moveTo>
                  <a:lnTo>
                    <a:pt x="302" y="155"/>
                  </a:lnTo>
                  <a:lnTo>
                    <a:pt x="260" y="186"/>
                  </a:lnTo>
                  <a:lnTo>
                    <a:pt x="120" y="192"/>
                  </a:lnTo>
                  <a:lnTo>
                    <a:pt x="59" y="155"/>
                  </a:lnTo>
                  <a:lnTo>
                    <a:pt x="0" y="115"/>
                  </a:lnTo>
                  <a:lnTo>
                    <a:pt x="1" y="87"/>
                  </a:lnTo>
                  <a:lnTo>
                    <a:pt x="37" y="75"/>
                  </a:lnTo>
                  <a:lnTo>
                    <a:pt x="149" y="139"/>
                  </a:lnTo>
                  <a:lnTo>
                    <a:pt x="266" y="134"/>
                  </a:lnTo>
                  <a:lnTo>
                    <a:pt x="264" y="94"/>
                  </a:lnTo>
                  <a:lnTo>
                    <a:pt x="232" y="31"/>
                  </a:lnTo>
                  <a:lnTo>
                    <a:pt x="234" y="0"/>
                  </a:lnTo>
                  <a:lnTo>
                    <a:pt x="277" y="12"/>
                  </a:lnTo>
                  <a:lnTo>
                    <a:pt x="345" y="104"/>
                  </a:lnTo>
                  <a:lnTo>
                    <a:pt x="345"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0" name="Google Shape;740;p15"/>
            <p:cNvSpPr/>
            <p:nvPr/>
          </p:nvSpPr>
          <p:spPr>
            <a:xfrm>
              <a:off x="2532" y="2608"/>
              <a:ext cx="285" cy="58"/>
            </a:xfrm>
            <a:custGeom>
              <a:rect b="b" l="l" r="r" t="t"/>
              <a:pathLst>
                <a:path extrusionOk="0" h="108" w="569">
                  <a:moveTo>
                    <a:pt x="90" y="14"/>
                  </a:moveTo>
                  <a:lnTo>
                    <a:pt x="237" y="0"/>
                  </a:lnTo>
                  <a:lnTo>
                    <a:pt x="389" y="28"/>
                  </a:lnTo>
                  <a:lnTo>
                    <a:pt x="567" y="77"/>
                  </a:lnTo>
                  <a:lnTo>
                    <a:pt x="569" y="96"/>
                  </a:lnTo>
                  <a:lnTo>
                    <a:pt x="536" y="108"/>
                  </a:lnTo>
                  <a:lnTo>
                    <a:pt x="394" y="80"/>
                  </a:lnTo>
                  <a:lnTo>
                    <a:pt x="133" y="59"/>
                  </a:lnTo>
                  <a:lnTo>
                    <a:pt x="0" y="63"/>
                  </a:lnTo>
                  <a:lnTo>
                    <a:pt x="27" y="42"/>
                  </a:lnTo>
                  <a:lnTo>
                    <a:pt x="90" y="14"/>
                  </a:lnTo>
                  <a:lnTo>
                    <a:pt x="9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1" name="Google Shape;741;p15"/>
            <p:cNvSpPr/>
            <p:nvPr/>
          </p:nvSpPr>
          <p:spPr>
            <a:xfrm>
              <a:off x="2648" y="2547"/>
              <a:ext cx="172" cy="84"/>
            </a:xfrm>
            <a:custGeom>
              <a:rect b="b" l="l" r="r" t="t"/>
              <a:pathLst>
                <a:path extrusionOk="0" h="157" w="344">
                  <a:moveTo>
                    <a:pt x="24" y="0"/>
                  </a:moveTo>
                  <a:lnTo>
                    <a:pt x="85" y="19"/>
                  </a:lnTo>
                  <a:lnTo>
                    <a:pt x="211" y="58"/>
                  </a:lnTo>
                  <a:lnTo>
                    <a:pt x="328" y="117"/>
                  </a:lnTo>
                  <a:lnTo>
                    <a:pt x="344" y="157"/>
                  </a:lnTo>
                  <a:lnTo>
                    <a:pt x="234" y="114"/>
                  </a:lnTo>
                  <a:lnTo>
                    <a:pt x="121" y="75"/>
                  </a:lnTo>
                  <a:lnTo>
                    <a:pt x="11" y="32"/>
                  </a:lnTo>
                  <a:lnTo>
                    <a:pt x="0" y="11"/>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2" name="Google Shape;742;p15"/>
            <p:cNvSpPr/>
            <p:nvPr/>
          </p:nvSpPr>
          <p:spPr>
            <a:xfrm>
              <a:off x="2613" y="2513"/>
              <a:ext cx="156" cy="74"/>
            </a:xfrm>
            <a:custGeom>
              <a:rect b="b" l="l" r="r" t="t"/>
              <a:pathLst>
                <a:path extrusionOk="0" h="141" w="313">
                  <a:moveTo>
                    <a:pt x="0" y="110"/>
                  </a:moveTo>
                  <a:lnTo>
                    <a:pt x="67" y="71"/>
                  </a:lnTo>
                  <a:lnTo>
                    <a:pt x="135" y="36"/>
                  </a:lnTo>
                  <a:lnTo>
                    <a:pt x="304" y="0"/>
                  </a:lnTo>
                  <a:lnTo>
                    <a:pt x="313" y="33"/>
                  </a:lnTo>
                  <a:lnTo>
                    <a:pt x="160" y="91"/>
                  </a:lnTo>
                  <a:lnTo>
                    <a:pt x="13" y="141"/>
                  </a:lnTo>
                  <a:lnTo>
                    <a:pt x="0" y="110"/>
                  </a:lnTo>
                  <a:lnTo>
                    <a:pt x="0" y="1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3" name="Google Shape;743;p15"/>
            <p:cNvSpPr/>
            <p:nvPr/>
          </p:nvSpPr>
          <p:spPr>
            <a:xfrm>
              <a:off x="2570" y="2459"/>
              <a:ext cx="205" cy="65"/>
            </a:xfrm>
            <a:custGeom>
              <a:rect b="b" l="l" r="r" t="t"/>
              <a:pathLst>
                <a:path extrusionOk="0" h="124" w="410">
                  <a:moveTo>
                    <a:pt x="363" y="49"/>
                  </a:moveTo>
                  <a:lnTo>
                    <a:pt x="106" y="97"/>
                  </a:lnTo>
                  <a:lnTo>
                    <a:pt x="10" y="124"/>
                  </a:lnTo>
                  <a:lnTo>
                    <a:pt x="0" y="92"/>
                  </a:lnTo>
                  <a:lnTo>
                    <a:pt x="81" y="59"/>
                  </a:lnTo>
                  <a:lnTo>
                    <a:pt x="179" y="29"/>
                  </a:lnTo>
                  <a:lnTo>
                    <a:pt x="367" y="0"/>
                  </a:lnTo>
                  <a:lnTo>
                    <a:pt x="410" y="43"/>
                  </a:lnTo>
                  <a:lnTo>
                    <a:pt x="403" y="62"/>
                  </a:lnTo>
                  <a:lnTo>
                    <a:pt x="363" y="49"/>
                  </a:lnTo>
                  <a:lnTo>
                    <a:pt x="363"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4" name="Google Shape;744;p15"/>
            <p:cNvSpPr/>
            <p:nvPr/>
          </p:nvSpPr>
          <p:spPr>
            <a:xfrm>
              <a:off x="1147" y="2250"/>
              <a:ext cx="200" cy="65"/>
            </a:xfrm>
            <a:custGeom>
              <a:rect b="b" l="l" r="r" t="t"/>
              <a:pathLst>
                <a:path extrusionOk="0" h="124" w="402">
                  <a:moveTo>
                    <a:pt x="24" y="0"/>
                  </a:moveTo>
                  <a:lnTo>
                    <a:pt x="99" y="19"/>
                  </a:lnTo>
                  <a:lnTo>
                    <a:pt x="380" y="78"/>
                  </a:lnTo>
                  <a:lnTo>
                    <a:pt x="402" y="115"/>
                  </a:lnTo>
                  <a:lnTo>
                    <a:pt x="351" y="124"/>
                  </a:lnTo>
                  <a:lnTo>
                    <a:pt x="58" y="47"/>
                  </a:lnTo>
                  <a:lnTo>
                    <a:pt x="13" y="33"/>
                  </a:lnTo>
                  <a:lnTo>
                    <a:pt x="0" y="10"/>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5" name="Google Shape;745;p15"/>
            <p:cNvSpPr/>
            <p:nvPr/>
          </p:nvSpPr>
          <p:spPr>
            <a:xfrm>
              <a:off x="1331" y="2299"/>
              <a:ext cx="125" cy="83"/>
            </a:xfrm>
            <a:custGeom>
              <a:rect b="b" l="l" r="r" t="t"/>
              <a:pathLst>
                <a:path extrusionOk="0" h="159" w="251">
                  <a:moveTo>
                    <a:pt x="35" y="20"/>
                  </a:moveTo>
                  <a:lnTo>
                    <a:pt x="54" y="67"/>
                  </a:lnTo>
                  <a:lnTo>
                    <a:pt x="99" y="86"/>
                  </a:lnTo>
                  <a:lnTo>
                    <a:pt x="186" y="7"/>
                  </a:lnTo>
                  <a:lnTo>
                    <a:pt x="243" y="0"/>
                  </a:lnTo>
                  <a:lnTo>
                    <a:pt x="251" y="56"/>
                  </a:lnTo>
                  <a:lnTo>
                    <a:pt x="211" y="107"/>
                  </a:lnTo>
                  <a:lnTo>
                    <a:pt x="161" y="142"/>
                  </a:lnTo>
                  <a:lnTo>
                    <a:pt x="99" y="159"/>
                  </a:lnTo>
                  <a:lnTo>
                    <a:pt x="22" y="112"/>
                  </a:lnTo>
                  <a:lnTo>
                    <a:pt x="0" y="20"/>
                  </a:lnTo>
                  <a:lnTo>
                    <a:pt x="35" y="20"/>
                  </a:lnTo>
                  <a:lnTo>
                    <a:pt x="35"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6" name="Google Shape;746;p15"/>
            <p:cNvSpPr/>
            <p:nvPr/>
          </p:nvSpPr>
          <p:spPr>
            <a:xfrm>
              <a:off x="1469" y="2321"/>
              <a:ext cx="102" cy="87"/>
            </a:xfrm>
            <a:custGeom>
              <a:rect b="b" l="l" r="r" t="t"/>
              <a:pathLst>
                <a:path extrusionOk="0" h="166" w="203">
                  <a:moveTo>
                    <a:pt x="29" y="88"/>
                  </a:moveTo>
                  <a:lnTo>
                    <a:pt x="61" y="115"/>
                  </a:lnTo>
                  <a:lnTo>
                    <a:pt x="122" y="84"/>
                  </a:lnTo>
                  <a:lnTo>
                    <a:pt x="156" y="0"/>
                  </a:lnTo>
                  <a:lnTo>
                    <a:pt x="203" y="0"/>
                  </a:lnTo>
                  <a:lnTo>
                    <a:pt x="196" y="65"/>
                  </a:lnTo>
                  <a:lnTo>
                    <a:pt x="165" y="124"/>
                  </a:lnTo>
                  <a:lnTo>
                    <a:pt x="117" y="154"/>
                  </a:lnTo>
                  <a:lnTo>
                    <a:pt x="61" y="166"/>
                  </a:lnTo>
                  <a:lnTo>
                    <a:pt x="0" y="105"/>
                  </a:lnTo>
                  <a:lnTo>
                    <a:pt x="5" y="82"/>
                  </a:lnTo>
                  <a:lnTo>
                    <a:pt x="29" y="88"/>
                  </a:lnTo>
                  <a:lnTo>
                    <a:pt x="29"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7" name="Google Shape;747;p15"/>
            <p:cNvSpPr/>
            <p:nvPr/>
          </p:nvSpPr>
          <p:spPr>
            <a:xfrm>
              <a:off x="1466" y="2275"/>
              <a:ext cx="95" cy="48"/>
            </a:xfrm>
            <a:custGeom>
              <a:rect b="b" l="l" r="r" t="t"/>
              <a:pathLst>
                <a:path extrusionOk="0" h="93" w="189">
                  <a:moveTo>
                    <a:pt x="26" y="0"/>
                  </a:moveTo>
                  <a:lnTo>
                    <a:pt x="177" y="59"/>
                  </a:lnTo>
                  <a:lnTo>
                    <a:pt x="189" y="80"/>
                  </a:lnTo>
                  <a:lnTo>
                    <a:pt x="168" y="93"/>
                  </a:lnTo>
                  <a:lnTo>
                    <a:pt x="107" y="82"/>
                  </a:lnTo>
                  <a:lnTo>
                    <a:pt x="2" y="26"/>
                  </a:lnTo>
                  <a:lnTo>
                    <a:pt x="0" y="2"/>
                  </a:lnTo>
                  <a:lnTo>
                    <a:pt x="26"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8" name="Google Shape;748;p15"/>
            <p:cNvSpPr/>
            <p:nvPr/>
          </p:nvSpPr>
          <p:spPr>
            <a:xfrm>
              <a:off x="1324" y="2226"/>
              <a:ext cx="77" cy="46"/>
            </a:xfrm>
            <a:custGeom>
              <a:rect b="b" l="l" r="r" t="t"/>
              <a:pathLst>
                <a:path extrusionOk="0" h="89" w="155">
                  <a:moveTo>
                    <a:pt x="0" y="66"/>
                  </a:moveTo>
                  <a:lnTo>
                    <a:pt x="36" y="15"/>
                  </a:lnTo>
                  <a:lnTo>
                    <a:pt x="95" y="3"/>
                  </a:lnTo>
                  <a:lnTo>
                    <a:pt x="106" y="0"/>
                  </a:lnTo>
                  <a:lnTo>
                    <a:pt x="155" y="21"/>
                  </a:lnTo>
                  <a:lnTo>
                    <a:pt x="133" y="69"/>
                  </a:lnTo>
                  <a:lnTo>
                    <a:pt x="74" y="59"/>
                  </a:lnTo>
                  <a:lnTo>
                    <a:pt x="32" y="82"/>
                  </a:lnTo>
                  <a:lnTo>
                    <a:pt x="7" y="89"/>
                  </a:lnTo>
                  <a:lnTo>
                    <a:pt x="0" y="66"/>
                  </a:lnTo>
                  <a:lnTo>
                    <a:pt x="0"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9" name="Google Shape;749;p15"/>
            <p:cNvSpPr/>
            <p:nvPr/>
          </p:nvSpPr>
          <p:spPr>
            <a:xfrm>
              <a:off x="1293" y="2164"/>
              <a:ext cx="84" cy="81"/>
            </a:xfrm>
            <a:custGeom>
              <a:rect b="b" l="l" r="r" t="t"/>
              <a:pathLst>
                <a:path extrusionOk="0" h="153" w="167">
                  <a:moveTo>
                    <a:pt x="0" y="129"/>
                  </a:moveTo>
                  <a:lnTo>
                    <a:pt x="63" y="50"/>
                  </a:lnTo>
                  <a:lnTo>
                    <a:pt x="126" y="5"/>
                  </a:lnTo>
                  <a:lnTo>
                    <a:pt x="164" y="0"/>
                  </a:lnTo>
                  <a:lnTo>
                    <a:pt x="167" y="35"/>
                  </a:lnTo>
                  <a:lnTo>
                    <a:pt x="133" y="78"/>
                  </a:lnTo>
                  <a:lnTo>
                    <a:pt x="66" y="87"/>
                  </a:lnTo>
                  <a:lnTo>
                    <a:pt x="30" y="146"/>
                  </a:lnTo>
                  <a:lnTo>
                    <a:pt x="5" y="153"/>
                  </a:lnTo>
                  <a:lnTo>
                    <a:pt x="0" y="129"/>
                  </a:lnTo>
                  <a:lnTo>
                    <a:pt x="0" y="1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0" name="Google Shape;750;p15"/>
            <p:cNvSpPr/>
            <p:nvPr/>
          </p:nvSpPr>
          <p:spPr>
            <a:xfrm>
              <a:off x="1234" y="3297"/>
              <a:ext cx="621" cy="72"/>
            </a:xfrm>
            <a:custGeom>
              <a:rect b="b" l="l" r="r" t="t"/>
              <a:pathLst>
                <a:path extrusionOk="0" h="136" w="1242">
                  <a:moveTo>
                    <a:pt x="1236" y="63"/>
                  </a:moveTo>
                  <a:lnTo>
                    <a:pt x="556" y="67"/>
                  </a:lnTo>
                  <a:lnTo>
                    <a:pt x="9" y="136"/>
                  </a:lnTo>
                  <a:lnTo>
                    <a:pt x="0" y="103"/>
                  </a:lnTo>
                  <a:lnTo>
                    <a:pt x="225" y="61"/>
                  </a:lnTo>
                  <a:lnTo>
                    <a:pt x="531" y="32"/>
                  </a:lnTo>
                  <a:lnTo>
                    <a:pt x="1242" y="0"/>
                  </a:lnTo>
                  <a:lnTo>
                    <a:pt x="1236" y="63"/>
                  </a:lnTo>
                  <a:lnTo>
                    <a:pt x="1236"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1" name="Google Shape;751;p15"/>
            <p:cNvSpPr/>
            <p:nvPr/>
          </p:nvSpPr>
          <p:spPr>
            <a:xfrm>
              <a:off x="1934" y="3295"/>
              <a:ext cx="421" cy="50"/>
            </a:xfrm>
            <a:custGeom>
              <a:rect b="b" l="l" r="r" t="t"/>
              <a:pathLst>
                <a:path extrusionOk="0" h="94" w="842">
                  <a:moveTo>
                    <a:pt x="7" y="0"/>
                  </a:moveTo>
                  <a:lnTo>
                    <a:pt x="500" y="0"/>
                  </a:lnTo>
                  <a:lnTo>
                    <a:pt x="796" y="3"/>
                  </a:lnTo>
                  <a:lnTo>
                    <a:pt x="842" y="49"/>
                  </a:lnTo>
                  <a:lnTo>
                    <a:pt x="830" y="80"/>
                  </a:lnTo>
                  <a:lnTo>
                    <a:pt x="796" y="94"/>
                  </a:lnTo>
                  <a:lnTo>
                    <a:pt x="0" y="71"/>
                  </a:lnTo>
                  <a:lnTo>
                    <a:pt x="7" y="0"/>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2" name="Google Shape;752;p15"/>
            <p:cNvSpPr/>
            <p:nvPr/>
          </p:nvSpPr>
          <p:spPr>
            <a:xfrm>
              <a:off x="1928" y="2635"/>
              <a:ext cx="101" cy="1050"/>
            </a:xfrm>
            <a:custGeom>
              <a:rect b="b" l="l" r="r" t="t"/>
              <a:pathLst>
                <a:path extrusionOk="0" h="1994" w="203">
                  <a:moveTo>
                    <a:pt x="203" y="16"/>
                  </a:moveTo>
                  <a:lnTo>
                    <a:pt x="176" y="586"/>
                  </a:lnTo>
                  <a:lnTo>
                    <a:pt x="109" y="1153"/>
                  </a:lnTo>
                  <a:lnTo>
                    <a:pt x="63" y="1938"/>
                  </a:lnTo>
                  <a:lnTo>
                    <a:pt x="30" y="1994"/>
                  </a:lnTo>
                  <a:lnTo>
                    <a:pt x="0" y="1971"/>
                  </a:lnTo>
                  <a:lnTo>
                    <a:pt x="34" y="1376"/>
                  </a:lnTo>
                  <a:lnTo>
                    <a:pt x="70" y="1059"/>
                  </a:lnTo>
                  <a:lnTo>
                    <a:pt x="108" y="783"/>
                  </a:lnTo>
                  <a:lnTo>
                    <a:pt x="135" y="410"/>
                  </a:lnTo>
                  <a:lnTo>
                    <a:pt x="133" y="389"/>
                  </a:lnTo>
                  <a:lnTo>
                    <a:pt x="133" y="366"/>
                  </a:lnTo>
                  <a:lnTo>
                    <a:pt x="133" y="361"/>
                  </a:lnTo>
                  <a:lnTo>
                    <a:pt x="133" y="356"/>
                  </a:lnTo>
                  <a:lnTo>
                    <a:pt x="133" y="345"/>
                  </a:lnTo>
                  <a:lnTo>
                    <a:pt x="133" y="333"/>
                  </a:lnTo>
                  <a:lnTo>
                    <a:pt x="133" y="323"/>
                  </a:lnTo>
                  <a:lnTo>
                    <a:pt x="133" y="277"/>
                  </a:lnTo>
                  <a:lnTo>
                    <a:pt x="133" y="270"/>
                  </a:lnTo>
                  <a:lnTo>
                    <a:pt x="133" y="265"/>
                  </a:lnTo>
                  <a:lnTo>
                    <a:pt x="133" y="258"/>
                  </a:lnTo>
                  <a:lnTo>
                    <a:pt x="131" y="253"/>
                  </a:lnTo>
                  <a:lnTo>
                    <a:pt x="131" y="241"/>
                  </a:lnTo>
                  <a:lnTo>
                    <a:pt x="131" y="228"/>
                  </a:lnTo>
                  <a:lnTo>
                    <a:pt x="133" y="14"/>
                  </a:lnTo>
                  <a:lnTo>
                    <a:pt x="169" y="0"/>
                  </a:lnTo>
                  <a:lnTo>
                    <a:pt x="203" y="16"/>
                  </a:lnTo>
                  <a:lnTo>
                    <a:pt x="203"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3" name="Google Shape;753;p15"/>
            <p:cNvSpPr/>
            <p:nvPr/>
          </p:nvSpPr>
          <p:spPr>
            <a:xfrm>
              <a:off x="1836" y="2628"/>
              <a:ext cx="67" cy="935"/>
            </a:xfrm>
            <a:custGeom>
              <a:rect b="b" l="l" r="r" t="t"/>
              <a:pathLst>
                <a:path extrusionOk="0" h="1774" w="135">
                  <a:moveTo>
                    <a:pt x="135" y="22"/>
                  </a:moveTo>
                  <a:lnTo>
                    <a:pt x="36" y="1774"/>
                  </a:lnTo>
                  <a:lnTo>
                    <a:pt x="0" y="1770"/>
                  </a:lnTo>
                  <a:lnTo>
                    <a:pt x="36" y="891"/>
                  </a:lnTo>
                  <a:lnTo>
                    <a:pt x="99" y="14"/>
                  </a:lnTo>
                  <a:lnTo>
                    <a:pt x="119" y="0"/>
                  </a:lnTo>
                  <a:lnTo>
                    <a:pt x="135" y="22"/>
                  </a:lnTo>
                  <a:lnTo>
                    <a:pt x="135" y="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4" name="Google Shape;754;p15"/>
            <p:cNvSpPr/>
            <p:nvPr/>
          </p:nvSpPr>
          <p:spPr>
            <a:xfrm>
              <a:off x="1894" y="2633"/>
              <a:ext cx="71" cy="1053"/>
            </a:xfrm>
            <a:custGeom>
              <a:rect b="b" l="l" r="r" t="t"/>
              <a:pathLst>
                <a:path extrusionOk="0" h="1999" w="142">
                  <a:moveTo>
                    <a:pt x="135" y="6"/>
                  </a:moveTo>
                  <a:lnTo>
                    <a:pt x="142" y="407"/>
                  </a:lnTo>
                  <a:lnTo>
                    <a:pt x="106" y="1978"/>
                  </a:lnTo>
                  <a:lnTo>
                    <a:pt x="90" y="1999"/>
                  </a:lnTo>
                  <a:lnTo>
                    <a:pt x="54" y="1989"/>
                  </a:lnTo>
                  <a:lnTo>
                    <a:pt x="0" y="1922"/>
                  </a:lnTo>
                  <a:lnTo>
                    <a:pt x="27" y="1614"/>
                  </a:lnTo>
                  <a:lnTo>
                    <a:pt x="69" y="1003"/>
                  </a:lnTo>
                  <a:lnTo>
                    <a:pt x="99" y="393"/>
                  </a:lnTo>
                  <a:lnTo>
                    <a:pt x="94" y="199"/>
                  </a:lnTo>
                  <a:lnTo>
                    <a:pt x="96" y="18"/>
                  </a:lnTo>
                  <a:lnTo>
                    <a:pt x="117" y="0"/>
                  </a:lnTo>
                  <a:lnTo>
                    <a:pt x="135" y="6"/>
                  </a:lnTo>
                  <a:lnTo>
                    <a:pt x="135"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5" name="Google Shape;755;p15"/>
            <p:cNvSpPr/>
            <p:nvPr/>
          </p:nvSpPr>
          <p:spPr>
            <a:xfrm>
              <a:off x="1669" y="2405"/>
              <a:ext cx="481" cy="247"/>
            </a:xfrm>
            <a:custGeom>
              <a:rect b="b" l="l" r="r" t="t"/>
              <a:pathLst>
                <a:path extrusionOk="0" h="467" w="963">
                  <a:moveTo>
                    <a:pt x="22" y="0"/>
                  </a:moveTo>
                  <a:lnTo>
                    <a:pt x="60" y="31"/>
                  </a:lnTo>
                  <a:lnTo>
                    <a:pt x="72" y="380"/>
                  </a:lnTo>
                  <a:lnTo>
                    <a:pt x="519" y="387"/>
                  </a:lnTo>
                  <a:lnTo>
                    <a:pt x="740" y="384"/>
                  </a:lnTo>
                  <a:lnTo>
                    <a:pt x="963" y="420"/>
                  </a:lnTo>
                  <a:lnTo>
                    <a:pt x="934" y="443"/>
                  </a:lnTo>
                  <a:lnTo>
                    <a:pt x="679" y="467"/>
                  </a:lnTo>
                  <a:lnTo>
                    <a:pt x="445" y="467"/>
                  </a:lnTo>
                  <a:lnTo>
                    <a:pt x="49" y="427"/>
                  </a:lnTo>
                  <a:lnTo>
                    <a:pt x="0" y="390"/>
                  </a:lnTo>
                  <a:lnTo>
                    <a:pt x="22" y="0"/>
                  </a:lnTo>
                  <a:lnTo>
                    <a:pt x="2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6" name="Google Shape;756;p15"/>
            <p:cNvSpPr/>
            <p:nvPr/>
          </p:nvSpPr>
          <p:spPr>
            <a:xfrm>
              <a:off x="950" y="3606"/>
              <a:ext cx="313" cy="182"/>
            </a:xfrm>
            <a:custGeom>
              <a:rect b="b" l="l" r="r" t="t"/>
              <a:pathLst>
                <a:path extrusionOk="0" h="348" w="627">
                  <a:moveTo>
                    <a:pt x="96" y="297"/>
                  </a:moveTo>
                  <a:lnTo>
                    <a:pt x="351" y="177"/>
                  </a:lnTo>
                  <a:lnTo>
                    <a:pt x="556" y="0"/>
                  </a:lnTo>
                  <a:lnTo>
                    <a:pt x="627" y="311"/>
                  </a:lnTo>
                  <a:lnTo>
                    <a:pt x="0" y="348"/>
                  </a:lnTo>
                  <a:lnTo>
                    <a:pt x="96" y="297"/>
                  </a:lnTo>
                  <a:lnTo>
                    <a:pt x="96" y="297"/>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7" name="Google Shape;757;p15"/>
            <p:cNvSpPr/>
            <p:nvPr/>
          </p:nvSpPr>
          <p:spPr>
            <a:xfrm>
              <a:off x="477" y="3135"/>
              <a:ext cx="520" cy="731"/>
            </a:xfrm>
            <a:custGeom>
              <a:rect b="b" l="l" r="r" t="t"/>
              <a:pathLst>
                <a:path extrusionOk="0" h="1387" w="1040">
                  <a:moveTo>
                    <a:pt x="36" y="4"/>
                  </a:moveTo>
                  <a:lnTo>
                    <a:pt x="59" y="269"/>
                  </a:lnTo>
                  <a:lnTo>
                    <a:pt x="93" y="473"/>
                  </a:lnTo>
                  <a:lnTo>
                    <a:pt x="135" y="695"/>
                  </a:lnTo>
                  <a:lnTo>
                    <a:pt x="181" y="913"/>
                  </a:lnTo>
                  <a:lnTo>
                    <a:pt x="232" y="1101"/>
                  </a:lnTo>
                  <a:lnTo>
                    <a:pt x="278" y="1241"/>
                  </a:lnTo>
                  <a:lnTo>
                    <a:pt x="322" y="1309"/>
                  </a:lnTo>
                  <a:lnTo>
                    <a:pt x="394" y="1324"/>
                  </a:lnTo>
                  <a:lnTo>
                    <a:pt x="466" y="1303"/>
                  </a:lnTo>
                  <a:lnTo>
                    <a:pt x="538" y="1269"/>
                  </a:lnTo>
                  <a:lnTo>
                    <a:pt x="606" y="1241"/>
                  </a:lnTo>
                  <a:lnTo>
                    <a:pt x="817" y="1190"/>
                  </a:lnTo>
                  <a:lnTo>
                    <a:pt x="1031" y="1157"/>
                  </a:lnTo>
                  <a:lnTo>
                    <a:pt x="1040" y="1190"/>
                  </a:lnTo>
                  <a:lnTo>
                    <a:pt x="977" y="1218"/>
                  </a:lnTo>
                  <a:lnTo>
                    <a:pt x="885" y="1255"/>
                  </a:lnTo>
                  <a:lnTo>
                    <a:pt x="772" y="1293"/>
                  </a:lnTo>
                  <a:lnTo>
                    <a:pt x="651" y="1331"/>
                  </a:lnTo>
                  <a:lnTo>
                    <a:pt x="422" y="1387"/>
                  </a:lnTo>
                  <a:lnTo>
                    <a:pt x="277" y="1384"/>
                  </a:lnTo>
                  <a:lnTo>
                    <a:pt x="210" y="1270"/>
                  </a:lnTo>
                  <a:lnTo>
                    <a:pt x="149" y="1063"/>
                  </a:lnTo>
                  <a:lnTo>
                    <a:pt x="100" y="841"/>
                  </a:lnTo>
                  <a:lnTo>
                    <a:pt x="68" y="686"/>
                  </a:lnTo>
                  <a:lnTo>
                    <a:pt x="7" y="346"/>
                  </a:lnTo>
                  <a:lnTo>
                    <a:pt x="0" y="0"/>
                  </a:lnTo>
                  <a:lnTo>
                    <a:pt x="36" y="4"/>
                  </a:lnTo>
                  <a:lnTo>
                    <a:pt x="36"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8" name="Google Shape;758;p15"/>
            <p:cNvSpPr/>
            <p:nvPr/>
          </p:nvSpPr>
          <p:spPr>
            <a:xfrm>
              <a:off x="1190" y="3381"/>
              <a:ext cx="90" cy="413"/>
            </a:xfrm>
            <a:custGeom>
              <a:rect b="b" l="l" r="r" t="t"/>
              <a:pathLst>
                <a:path extrusionOk="0" h="785" w="180">
                  <a:moveTo>
                    <a:pt x="43" y="19"/>
                  </a:moveTo>
                  <a:lnTo>
                    <a:pt x="101" y="350"/>
                  </a:lnTo>
                  <a:lnTo>
                    <a:pt x="164" y="630"/>
                  </a:lnTo>
                  <a:lnTo>
                    <a:pt x="180" y="762"/>
                  </a:lnTo>
                  <a:lnTo>
                    <a:pt x="167" y="785"/>
                  </a:lnTo>
                  <a:lnTo>
                    <a:pt x="146" y="773"/>
                  </a:lnTo>
                  <a:lnTo>
                    <a:pt x="68" y="572"/>
                  </a:lnTo>
                  <a:lnTo>
                    <a:pt x="27" y="361"/>
                  </a:lnTo>
                  <a:lnTo>
                    <a:pt x="0" y="24"/>
                  </a:lnTo>
                  <a:lnTo>
                    <a:pt x="20" y="0"/>
                  </a:lnTo>
                  <a:lnTo>
                    <a:pt x="43" y="19"/>
                  </a:lnTo>
                  <a:lnTo>
                    <a:pt x="4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9" name="Google Shape;759;p15"/>
            <p:cNvSpPr/>
            <p:nvPr/>
          </p:nvSpPr>
          <p:spPr>
            <a:xfrm>
              <a:off x="861" y="3751"/>
              <a:ext cx="1640" cy="84"/>
            </a:xfrm>
            <a:custGeom>
              <a:rect b="b" l="l" r="r" t="t"/>
              <a:pathLst>
                <a:path extrusionOk="0" h="159" w="3279">
                  <a:moveTo>
                    <a:pt x="0" y="87"/>
                  </a:moveTo>
                  <a:lnTo>
                    <a:pt x="203" y="45"/>
                  </a:lnTo>
                  <a:lnTo>
                    <a:pt x="488" y="19"/>
                  </a:lnTo>
                  <a:lnTo>
                    <a:pt x="1197" y="0"/>
                  </a:lnTo>
                  <a:lnTo>
                    <a:pt x="2449" y="42"/>
                  </a:lnTo>
                  <a:lnTo>
                    <a:pt x="2865" y="92"/>
                  </a:lnTo>
                  <a:lnTo>
                    <a:pt x="3279" y="125"/>
                  </a:lnTo>
                  <a:lnTo>
                    <a:pt x="3279" y="159"/>
                  </a:lnTo>
                  <a:lnTo>
                    <a:pt x="2570" y="131"/>
                  </a:lnTo>
                  <a:lnTo>
                    <a:pt x="1593" y="80"/>
                  </a:lnTo>
                  <a:lnTo>
                    <a:pt x="641" y="59"/>
                  </a:lnTo>
                  <a:lnTo>
                    <a:pt x="11" y="118"/>
                  </a:lnTo>
                  <a:lnTo>
                    <a:pt x="0" y="87"/>
                  </a:lnTo>
                  <a:lnTo>
                    <a:pt x="0" y="8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0" name="Google Shape;760;p15"/>
            <p:cNvSpPr/>
            <p:nvPr/>
          </p:nvSpPr>
          <p:spPr>
            <a:xfrm>
              <a:off x="1081" y="3634"/>
              <a:ext cx="110" cy="90"/>
            </a:xfrm>
            <a:custGeom>
              <a:rect b="b" l="l" r="r" t="t"/>
              <a:pathLst>
                <a:path extrusionOk="0" h="171" w="220">
                  <a:moveTo>
                    <a:pt x="0" y="146"/>
                  </a:moveTo>
                  <a:lnTo>
                    <a:pt x="81" y="68"/>
                  </a:lnTo>
                  <a:lnTo>
                    <a:pt x="171" y="0"/>
                  </a:lnTo>
                  <a:lnTo>
                    <a:pt x="220" y="10"/>
                  </a:lnTo>
                  <a:lnTo>
                    <a:pt x="209" y="57"/>
                  </a:lnTo>
                  <a:lnTo>
                    <a:pt x="88" y="122"/>
                  </a:lnTo>
                  <a:lnTo>
                    <a:pt x="25" y="171"/>
                  </a:lnTo>
                  <a:lnTo>
                    <a:pt x="0" y="146"/>
                  </a:lnTo>
                  <a:lnTo>
                    <a:pt x="0" y="1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767" name="Google Shape;767;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768" name="Google Shape;768;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69" name="Google Shape;769;p16"/>
          <p:cNvSpPr txBox="1"/>
          <p:nvPr/>
        </p:nvSpPr>
        <p:spPr>
          <a:xfrm>
            <a:off x="457200" y="2743200"/>
            <a:ext cx="4114800" cy="34290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0" name="Google Shape;770;p16"/>
          <p:cNvSpPr txBox="1"/>
          <p:nvPr>
            <p:ph type="title"/>
          </p:nvPr>
        </p:nvSpPr>
        <p:spPr>
          <a:xfrm>
            <a:off x="457200" y="381000"/>
            <a:ext cx="8229600" cy="23622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Disadvantages </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of Transparencies</a:t>
            </a:r>
            <a:endParaRPr/>
          </a:p>
        </p:txBody>
      </p:sp>
      <p:grpSp>
        <p:nvGrpSpPr>
          <p:cNvPr id="771" name="Google Shape;771;p16"/>
          <p:cNvGrpSpPr/>
          <p:nvPr/>
        </p:nvGrpSpPr>
        <p:grpSpPr>
          <a:xfrm>
            <a:off x="4572000" y="2743200"/>
            <a:ext cx="4114800" cy="3429000"/>
            <a:chOff x="2880" y="1728"/>
            <a:chExt cx="2592" cy="1728"/>
          </a:xfrm>
        </p:grpSpPr>
        <p:sp>
          <p:nvSpPr>
            <p:cNvPr id="772" name="Google Shape;772;p16"/>
            <p:cNvSpPr txBox="1"/>
            <p:nvPr/>
          </p:nvSpPr>
          <p:spPr>
            <a:xfrm>
              <a:off x="2880" y="1728"/>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Lack of Flexibility</a:t>
              </a:r>
              <a:endParaRPr b="0" i="0" sz="1400" u="none" cap="none" strike="noStrike">
                <a:solidFill>
                  <a:srgbClr val="000000"/>
                </a:solidFill>
                <a:latin typeface="Arial"/>
                <a:ea typeface="Arial"/>
                <a:cs typeface="Arial"/>
                <a:sym typeface="Arial"/>
              </a:endParaRPr>
            </a:p>
          </p:txBody>
        </p:sp>
        <p:sp>
          <p:nvSpPr>
            <p:cNvPr id="773" name="Google Shape;773;p16"/>
            <p:cNvSpPr txBox="1"/>
            <p:nvPr/>
          </p:nvSpPr>
          <p:spPr>
            <a:xfrm>
              <a:off x="2880" y="2304"/>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Fragile Format</a:t>
              </a:r>
              <a:endParaRPr b="0" i="0" sz="1400" u="none" cap="none" strike="noStrike">
                <a:solidFill>
                  <a:srgbClr val="000000"/>
                </a:solidFill>
                <a:latin typeface="Arial"/>
                <a:ea typeface="Arial"/>
                <a:cs typeface="Arial"/>
                <a:sym typeface="Arial"/>
              </a:endParaRPr>
            </a:p>
          </p:txBody>
        </p:sp>
        <p:sp>
          <p:nvSpPr>
            <p:cNvPr id="774" name="Google Shape;774;p16"/>
            <p:cNvSpPr txBox="1"/>
            <p:nvPr/>
          </p:nvSpPr>
          <p:spPr>
            <a:xfrm>
              <a:off x="2880" y="2880"/>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Overhead Projectors</a:t>
              </a:r>
              <a:endParaRPr b="0" i="0" sz="1400" u="none" cap="none" strike="noStrike">
                <a:solidFill>
                  <a:srgbClr val="000000"/>
                </a:solidFill>
                <a:latin typeface="Arial"/>
                <a:ea typeface="Arial"/>
                <a:cs typeface="Arial"/>
                <a:sym typeface="Arial"/>
              </a:endParaRPr>
            </a:p>
          </p:txBody>
        </p:sp>
      </p:grpSp>
      <p:grpSp>
        <p:nvGrpSpPr>
          <p:cNvPr id="775" name="Google Shape;775;p16"/>
          <p:cNvGrpSpPr/>
          <p:nvPr/>
        </p:nvGrpSpPr>
        <p:grpSpPr>
          <a:xfrm>
            <a:off x="685800" y="3124200"/>
            <a:ext cx="3790950" cy="3013075"/>
            <a:chOff x="432" y="1968"/>
            <a:chExt cx="2388" cy="1898"/>
          </a:xfrm>
        </p:grpSpPr>
        <p:sp>
          <p:nvSpPr>
            <p:cNvPr id="776" name="Google Shape;776;p16"/>
            <p:cNvSpPr/>
            <p:nvPr/>
          </p:nvSpPr>
          <p:spPr>
            <a:xfrm>
              <a:off x="493" y="1973"/>
              <a:ext cx="2318" cy="1868"/>
            </a:xfrm>
            <a:custGeom>
              <a:rect b="b" l="l" r="r" t="t"/>
              <a:pathLst>
                <a:path extrusionOk="0" h="3546" w="4636">
                  <a:moveTo>
                    <a:pt x="0" y="1941"/>
                  </a:moveTo>
                  <a:lnTo>
                    <a:pt x="139" y="1674"/>
                  </a:lnTo>
                  <a:lnTo>
                    <a:pt x="513" y="1472"/>
                  </a:lnTo>
                  <a:lnTo>
                    <a:pt x="902" y="1212"/>
                  </a:lnTo>
                  <a:lnTo>
                    <a:pt x="983" y="1041"/>
                  </a:lnTo>
                  <a:lnTo>
                    <a:pt x="902" y="745"/>
                  </a:lnTo>
                  <a:lnTo>
                    <a:pt x="921" y="429"/>
                  </a:lnTo>
                  <a:lnTo>
                    <a:pt x="961" y="331"/>
                  </a:lnTo>
                  <a:lnTo>
                    <a:pt x="1029" y="220"/>
                  </a:lnTo>
                  <a:lnTo>
                    <a:pt x="1092" y="131"/>
                  </a:lnTo>
                  <a:lnTo>
                    <a:pt x="1121" y="92"/>
                  </a:lnTo>
                  <a:lnTo>
                    <a:pt x="1369" y="14"/>
                  </a:lnTo>
                  <a:lnTo>
                    <a:pt x="1650" y="0"/>
                  </a:lnTo>
                  <a:lnTo>
                    <a:pt x="1909" y="119"/>
                  </a:lnTo>
                  <a:lnTo>
                    <a:pt x="1922" y="208"/>
                  </a:lnTo>
                  <a:lnTo>
                    <a:pt x="1803" y="281"/>
                  </a:lnTo>
                  <a:lnTo>
                    <a:pt x="1868" y="419"/>
                  </a:lnTo>
                  <a:lnTo>
                    <a:pt x="1920" y="556"/>
                  </a:lnTo>
                  <a:lnTo>
                    <a:pt x="2154" y="659"/>
                  </a:lnTo>
                  <a:lnTo>
                    <a:pt x="2061" y="757"/>
                  </a:lnTo>
                  <a:lnTo>
                    <a:pt x="2012" y="774"/>
                  </a:lnTo>
                  <a:lnTo>
                    <a:pt x="1980" y="747"/>
                  </a:lnTo>
                  <a:lnTo>
                    <a:pt x="1886" y="792"/>
                  </a:lnTo>
                  <a:lnTo>
                    <a:pt x="1913" y="865"/>
                  </a:lnTo>
                  <a:lnTo>
                    <a:pt x="1899" y="947"/>
                  </a:lnTo>
                  <a:lnTo>
                    <a:pt x="1836" y="972"/>
                  </a:lnTo>
                  <a:lnTo>
                    <a:pt x="1845" y="994"/>
                  </a:lnTo>
                  <a:lnTo>
                    <a:pt x="1872" y="1085"/>
                  </a:lnTo>
                  <a:lnTo>
                    <a:pt x="1873" y="1204"/>
                  </a:lnTo>
                  <a:lnTo>
                    <a:pt x="1792" y="1268"/>
                  </a:lnTo>
                  <a:lnTo>
                    <a:pt x="1639" y="1354"/>
                  </a:lnTo>
                  <a:lnTo>
                    <a:pt x="1542" y="1497"/>
                  </a:lnTo>
                  <a:lnTo>
                    <a:pt x="1639" y="1652"/>
                  </a:lnTo>
                  <a:lnTo>
                    <a:pt x="2016" y="1812"/>
                  </a:lnTo>
                  <a:lnTo>
                    <a:pt x="2097" y="1605"/>
                  </a:lnTo>
                  <a:lnTo>
                    <a:pt x="2194" y="1753"/>
                  </a:lnTo>
                  <a:lnTo>
                    <a:pt x="2294" y="1640"/>
                  </a:lnTo>
                  <a:lnTo>
                    <a:pt x="2455" y="1817"/>
                  </a:lnTo>
                  <a:lnTo>
                    <a:pt x="2744" y="1783"/>
                  </a:lnTo>
                  <a:lnTo>
                    <a:pt x="3059" y="1648"/>
                  </a:lnTo>
                  <a:lnTo>
                    <a:pt x="3446" y="1451"/>
                  </a:lnTo>
                  <a:lnTo>
                    <a:pt x="3569" y="1397"/>
                  </a:lnTo>
                  <a:lnTo>
                    <a:pt x="3660" y="1235"/>
                  </a:lnTo>
                  <a:lnTo>
                    <a:pt x="3788" y="1060"/>
                  </a:lnTo>
                  <a:lnTo>
                    <a:pt x="3986" y="1101"/>
                  </a:lnTo>
                  <a:lnTo>
                    <a:pt x="4089" y="942"/>
                  </a:lnTo>
                  <a:lnTo>
                    <a:pt x="4195" y="863"/>
                  </a:lnTo>
                  <a:lnTo>
                    <a:pt x="4132" y="1026"/>
                  </a:lnTo>
                  <a:lnTo>
                    <a:pt x="4272" y="982"/>
                  </a:lnTo>
                  <a:lnTo>
                    <a:pt x="4490" y="942"/>
                  </a:lnTo>
                  <a:lnTo>
                    <a:pt x="4540" y="952"/>
                  </a:lnTo>
                  <a:lnTo>
                    <a:pt x="4542" y="1024"/>
                  </a:lnTo>
                  <a:lnTo>
                    <a:pt x="4422" y="1040"/>
                  </a:lnTo>
                  <a:lnTo>
                    <a:pt x="4351" y="1139"/>
                  </a:lnTo>
                  <a:lnTo>
                    <a:pt x="4567" y="1200"/>
                  </a:lnTo>
                  <a:lnTo>
                    <a:pt x="4636" y="1207"/>
                  </a:lnTo>
                  <a:lnTo>
                    <a:pt x="4627" y="1265"/>
                  </a:lnTo>
                  <a:lnTo>
                    <a:pt x="4598" y="1280"/>
                  </a:lnTo>
                  <a:lnTo>
                    <a:pt x="4317" y="1235"/>
                  </a:lnTo>
                  <a:lnTo>
                    <a:pt x="4049" y="1458"/>
                  </a:lnTo>
                  <a:lnTo>
                    <a:pt x="3916" y="1589"/>
                  </a:lnTo>
                  <a:lnTo>
                    <a:pt x="3691" y="1683"/>
                  </a:lnTo>
                  <a:lnTo>
                    <a:pt x="3554" y="1753"/>
                  </a:lnTo>
                  <a:lnTo>
                    <a:pt x="3605" y="1842"/>
                  </a:lnTo>
                  <a:lnTo>
                    <a:pt x="3538" y="1870"/>
                  </a:lnTo>
                  <a:lnTo>
                    <a:pt x="3439" y="1872"/>
                  </a:lnTo>
                  <a:lnTo>
                    <a:pt x="3398" y="2025"/>
                  </a:lnTo>
                  <a:lnTo>
                    <a:pt x="3056" y="2287"/>
                  </a:lnTo>
                  <a:lnTo>
                    <a:pt x="3140" y="2376"/>
                  </a:lnTo>
                  <a:lnTo>
                    <a:pt x="3020" y="2513"/>
                  </a:lnTo>
                  <a:lnTo>
                    <a:pt x="3857" y="2536"/>
                  </a:lnTo>
                  <a:lnTo>
                    <a:pt x="4047" y="2770"/>
                  </a:lnTo>
                  <a:lnTo>
                    <a:pt x="3689" y="3490"/>
                  </a:lnTo>
                  <a:lnTo>
                    <a:pt x="1656" y="3408"/>
                  </a:lnTo>
                  <a:lnTo>
                    <a:pt x="738" y="3436"/>
                  </a:lnTo>
                  <a:lnTo>
                    <a:pt x="311" y="3546"/>
                  </a:lnTo>
                  <a:lnTo>
                    <a:pt x="72" y="2602"/>
                  </a:lnTo>
                  <a:lnTo>
                    <a:pt x="0" y="1941"/>
                  </a:lnTo>
                  <a:lnTo>
                    <a:pt x="0" y="194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7" name="Google Shape;777;p16"/>
            <p:cNvSpPr/>
            <p:nvPr/>
          </p:nvSpPr>
          <p:spPr>
            <a:xfrm>
              <a:off x="2242" y="2794"/>
              <a:ext cx="67" cy="166"/>
            </a:xfrm>
            <a:custGeom>
              <a:rect b="b" l="l" r="r" t="t"/>
              <a:pathLst>
                <a:path extrusionOk="0" h="315" w="135">
                  <a:moveTo>
                    <a:pt x="5" y="0"/>
                  </a:moveTo>
                  <a:lnTo>
                    <a:pt x="135" y="268"/>
                  </a:lnTo>
                  <a:lnTo>
                    <a:pt x="0" y="315"/>
                  </a:lnTo>
                  <a:lnTo>
                    <a:pt x="5" y="0"/>
                  </a:lnTo>
                  <a:lnTo>
                    <a:pt x="5" y="0"/>
                  </a:lnTo>
                  <a:close/>
                </a:path>
              </a:pathLst>
            </a:custGeom>
            <a:solidFill>
              <a:srgbClr val="7DE5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8" name="Google Shape;778;p16"/>
            <p:cNvSpPr/>
            <p:nvPr/>
          </p:nvSpPr>
          <p:spPr>
            <a:xfrm>
              <a:off x="1337" y="2291"/>
              <a:ext cx="104" cy="65"/>
            </a:xfrm>
            <a:custGeom>
              <a:rect b="b" l="l" r="r" t="t"/>
              <a:pathLst>
                <a:path extrusionOk="0" h="123" w="209">
                  <a:moveTo>
                    <a:pt x="0" y="0"/>
                  </a:moveTo>
                  <a:lnTo>
                    <a:pt x="209" y="58"/>
                  </a:lnTo>
                  <a:lnTo>
                    <a:pt x="115" y="123"/>
                  </a:lnTo>
                  <a:lnTo>
                    <a:pt x="22" y="100"/>
                  </a:lnTo>
                  <a:lnTo>
                    <a:pt x="0" y="0"/>
                  </a:lnTo>
                  <a:lnTo>
                    <a:pt x="0" y="0"/>
                  </a:lnTo>
                  <a:close/>
                </a:path>
              </a:pathLst>
            </a:custGeom>
            <a:solidFill>
              <a:srgbClr val="B2EC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9" name="Google Shape;779;p16"/>
            <p:cNvSpPr/>
            <p:nvPr/>
          </p:nvSpPr>
          <p:spPr>
            <a:xfrm>
              <a:off x="1483" y="2337"/>
              <a:ext cx="63" cy="64"/>
            </a:xfrm>
            <a:custGeom>
              <a:rect b="b" l="l" r="r" t="t"/>
              <a:pathLst>
                <a:path extrusionOk="0" h="120" w="126">
                  <a:moveTo>
                    <a:pt x="23" y="8"/>
                  </a:moveTo>
                  <a:lnTo>
                    <a:pt x="126" y="0"/>
                  </a:lnTo>
                  <a:lnTo>
                    <a:pt x="126" y="75"/>
                  </a:lnTo>
                  <a:lnTo>
                    <a:pt x="23" y="120"/>
                  </a:lnTo>
                  <a:lnTo>
                    <a:pt x="0" y="56"/>
                  </a:lnTo>
                  <a:lnTo>
                    <a:pt x="23" y="8"/>
                  </a:lnTo>
                  <a:lnTo>
                    <a:pt x="23" y="8"/>
                  </a:lnTo>
                  <a:close/>
                </a:path>
              </a:pathLst>
            </a:custGeom>
            <a:solidFill>
              <a:srgbClr val="B2EC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0" name="Google Shape;780;p16"/>
            <p:cNvSpPr/>
            <p:nvPr/>
          </p:nvSpPr>
          <p:spPr>
            <a:xfrm>
              <a:off x="2025" y="2140"/>
              <a:ext cx="164" cy="487"/>
            </a:xfrm>
            <a:custGeom>
              <a:rect b="b" l="l" r="r" t="t"/>
              <a:pathLst>
                <a:path extrusionOk="0" h="926" w="327">
                  <a:moveTo>
                    <a:pt x="77" y="0"/>
                  </a:moveTo>
                  <a:lnTo>
                    <a:pt x="327" y="483"/>
                  </a:lnTo>
                  <a:lnTo>
                    <a:pt x="250" y="921"/>
                  </a:lnTo>
                  <a:lnTo>
                    <a:pt x="7" y="926"/>
                  </a:lnTo>
                  <a:lnTo>
                    <a:pt x="0" y="207"/>
                  </a:lnTo>
                  <a:lnTo>
                    <a:pt x="77" y="0"/>
                  </a:lnTo>
                  <a:lnTo>
                    <a:pt x="77"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1" name="Google Shape;781;p16"/>
            <p:cNvSpPr/>
            <p:nvPr/>
          </p:nvSpPr>
          <p:spPr>
            <a:xfrm>
              <a:off x="1548" y="3027"/>
              <a:ext cx="303" cy="294"/>
            </a:xfrm>
            <a:custGeom>
              <a:rect b="b" l="l" r="r" t="t"/>
              <a:pathLst>
                <a:path extrusionOk="0" h="560" w="607">
                  <a:moveTo>
                    <a:pt x="0" y="160"/>
                  </a:moveTo>
                  <a:lnTo>
                    <a:pt x="266" y="0"/>
                  </a:lnTo>
                  <a:lnTo>
                    <a:pt x="410" y="341"/>
                  </a:lnTo>
                  <a:lnTo>
                    <a:pt x="607" y="530"/>
                  </a:lnTo>
                  <a:lnTo>
                    <a:pt x="87" y="560"/>
                  </a:lnTo>
                  <a:lnTo>
                    <a:pt x="29" y="493"/>
                  </a:lnTo>
                  <a:lnTo>
                    <a:pt x="83" y="392"/>
                  </a:lnTo>
                  <a:lnTo>
                    <a:pt x="382" y="455"/>
                  </a:lnTo>
                  <a:lnTo>
                    <a:pt x="96" y="293"/>
                  </a:lnTo>
                  <a:lnTo>
                    <a:pt x="245" y="265"/>
                  </a:lnTo>
                  <a:lnTo>
                    <a:pt x="0" y="160"/>
                  </a:lnTo>
                  <a:lnTo>
                    <a:pt x="0" y="160"/>
                  </a:lnTo>
                  <a:close/>
                </a:path>
              </a:pathLst>
            </a:custGeom>
            <a:solidFill>
              <a:srgbClr val="7FAC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2" name="Google Shape;782;p16"/>
            <p:cNvSpPr/>
            <p:nvPr/>
          </p:nvSpPr>
          <p:spPr>
            <a:xfrm>
              <a:off x="1403" y="2895"/>
              <a:ext cx="646" cy="443"/>
            </a:xfrm>
            <a:custGeom>
              <a:rect b="b" l="l" r="r" t="t"/>
              <a:pathLst>
                <a:path extrusionOk="0" h="843" w="1293">
                  <a:moveTo>
                    <a:pt x="0" y="510"/>
                  </a:moveTo>
                  <a:lnTo>
                    <a:pt x="56" y="402"/>
                  </a:lnTo>
                  <a:lnTo>
                    <a:pt x="99" y="318"/>
                  </a:lnTo>
                  <a:lnTo>
                    <a:pt x="146" y="229"/>
                  </a:lnTo>
                  <a:lnTo>
                    <a:pt x="191" y="143"/>
                  </a:lnTo>
                  <a:lnTo>
                    <a:pt x="229" y="70"/>
                  </a:lnTo>
                  <a:lnTo>
                    <a:pt x="267" y="0"/>
                  </a:lnTo>
                  <a:lnTo>
                    <a:pt x="342" y="82"/>
                  </a:lnTo>
                  <a:lnTo>
                    <a:pt x="177" y="360"/>
                  </a:lnTo>
                  <a:lnTo>
                    <a:pt x="475" y="48"/>
                  </a:lnTo>
                  <a:lnTo>
                    <a:pt x="654" y="280"/>
                  </a:lnTo>
                  <a:lnTo>
                    <a:pt x="909" y="534"/>
                  </a:lnTo>
                  <a:lnTo>
                    <a:pt x="1293" y="621"/>
                  </a:lnTo>
                  <a:lnTo>
                    <a:pt x="1141" y="843"/>
                  </a:lnTo>
                  <a:lnTo>
                    <a:pt x="909" y="714"/>
                  </a:lnTo>
                  <a:lnTo>
                    <a:pt x="677" y="534"/>
                  </a:lnTo>
                  <a:lnTo>
                    <a:pt x="528" y="273"/>
                  </a:lnTo>
                  <a:lnTo>
                    <a:pt x="425" y="307"/>
                  </a:lnTo>
                  <a:lnTo>
                    <a:pt x="290" y="412"/>
                  </a:lnTo>
                  <a:lnTo>
                    <a:pt x="141" y="433"/>
                  </a:lnTo>
                  <a:lnTo>
                    <a:pt x="0" y="510"/>
                  </a:lnTo>
                  <a:lnTo>
                    <a:pt x="0" y="510"/>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3" name="Google Shape;783;p16"/>
            <p:cNvSpPr/>
            <p:nvPr/>
          </p:nvSpPr>
          <p:spPr>
            <a:xfrm>
              <a:off x="1233" y="2609"/>
              <a:ext cx="1227" cy="1197"/>
            </a:xfrm>
            <a:custGeom>
              <a:rect b="b" l="l" r="r" t="t"/>
              <a:pathLst>
                <a:path extrusionOk="0" h="2271" w="2455">
                  <a:moveTo>
                    <a:pt x="27" y="1491"/>
                  </a:moveTo>
                  <a:lnTo>
                    <a:pt x="605" y="1409"/>
                  </a:lnTo>
                  <a:lnTo>
                    <a:pt x="1249" y="1421"/>
                  </a:lnTo>
                  <a:lnTo>
                    <a:pt x="1309" y="0"/>
                  </a:lnTo>
                  <a:lnTo>
                    <a:pt x="1525" y="21"/>
                  </a:lnTo>
                  <a:lnTo>
                    <a:pt x="1543" y="697"/>
                  </a:lnTo>
                  <a:lnTo>
                    <a:pt x="1433" y="1420"/>
                  </a:lnTo>
                  <a:lnTo>
                    <a:pt x="2109" y="1479"/>
                  </a:lnTo>
                  <a:lnTo>
                    <a:pt x="2007" y="1878"/>
                  </a:lnTo>
                  <a:lnTo>
                    <a:pt x="2221" y="1479"/>
                  </a:lnTo>
                  <a:lnTo>
                    <a:pt x="2455" y="1559"/>
                  </a:lnTo>
                  <a:lnTo>
                    <a:pt x="2250" y="2271"/>
                  </a:lnTo>
                  <a:lnTo>
                    <a:pt x="94" y="2227"/>
                  </a:lnTo>
                  <a:lnTo>
                    <a:pt x="0" y="1711"/>
                  </a:lnTo>
                  <a:lnTo>
                    <a:pt x="27" y="1491"/>
                  </a:lnTo>
                  <a:lnTo>
                    <a:pt x="27" y="149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4" name="Google Shape;784;p16"/>
            <p:cNvSpPr/>
            <p:nvPr/>
          </p:nvSpPr>
          <p:spPr>
            <a:xfrm>
              <a:off x="1694" y="2140"/>
              <a:ext cx="370" cy="487"/>
            </a:xfrm>
            <a:custGeom>
              <a:rect b="b" l="l" r="r" t="t"/>
              <a:pathLst>
                <a:path extrusionOk="0" h="926" w="739">
                  <a:moveTo>
                    <a:pt x="739" y="0"/>
                  </a:moveTo>
                  <a:lnTo>
                    <a:pt x="0" y="516"/>
                  </a:lnTo>
                  <a:lnTo>
                    <a:pt x="5" y="884"/>
                  </a:lnTo>
                  <a:lnTo>
                    <a:pt x="669" y="926"/>
                  </a:lnTo>
                  <a:lnTo>
                    <a:pt x="667" y="427"/>
                  </a:lnTo>
                  <a:lnTo>
                    <a:pt x="739" y="0"/>
                  </a:lnTo>
                  <a:lnTo>
                    <a:pt x="73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5" name="Google Shape;785;p16"/>
            <p:cNvSpPr/>
            <p:nvPr/>
          </p:nvSpPr>
          <p:spPr>
            <a:xfrm>
              <a:off x="1318" y="2398"/>
              <a:ext cx="110" cy="96"/>
            </a:xfrm>
            <a:custGeom>
              <a:rect b="b" l="l" r="r" t="t"/>
              <a:pathLst>
                <a:path extrusionOk="0" h="181" w="222">
                  <a:moveTo>
                    <a:pt x="0" y="136"/>
                  </a:moveTo>
                  <a:lnTo>
                    <a:pt x="150" y="0"/>
                  </a:lnTo>
                  <a:lnTo>
                    <a:pt x="220" y="23"/>
                  </a:lnTo>
                  <a:lnTo>
                    <a:pt x="222" y="42"/>
                  </a:lnTo>
                  <a:lnTo>
                    <a:pt x="193" y="64"/>
                  </a:lnTo>
                  <a:lnTo>
                    <a:pt x="157" y="82"/>
                  </a:lnTo>
                  <a:lnTo>
                    <a:pt x="188" y="166"/>
                  </a:lnTo>
                  <a:lnTo>
                    <a:pt x="72" y="181"/>
                  </a:lnTo>
                  <a:lnTo>
                    <a:pt x="0" y="136"/>
                  </a:lnTo>
                  <a:lnTo>
                    <a:pt x="0" y="136"/>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6" name="Google Shape;786;p16"/>
            <p:cNvSpPr/>
            <p:nvPr/>
          </p:nvSpPr>
          <p:spPr>
            <a:xfrm>
              <a:off x="984" y="2633"/>
              <a:ext cx="292" cy="665"/>
            </a:xfrm>
            <a:custGeom>
              <a:rect b="b" l="l" r="r" t="t"/>
              <a:pathLst>
                <a:path extrusionOk="0" h="1265" w="585">
                  <a:moveTo>
                    <a:pt x="59" y="0"/>
                  </a:moveTo>
                  <a:lnTo>
                    <a:pt x="203" y="272"/>
                  </a:lnTo>
                  <a:lnTo>
                    <a:pt x="196" y="347"/>
                  </a:lnTo>
                  <a:lnTo>
                    <a:pt x="180" y="492"/>
                  </a:lnTo>
                  <a:lnTo>
                    <a:pt x="351" y="419"/>
                  </a:lnTo>
                  <a:lnTo>
                    <a:pt x="383" y="586"/>
                  </a:lnTo>
                  <a:lnTo>
                    <a:pt x="505" y="414"/>
                  </a:lnTo>
                  <a:lnTo>
                    <a:pt x="585" y="597"/>
                  </a:lnTo>
                  <a:lnTo>
                    <a:pt x="567" y="909"/>
                  </a:lnTo>
                  <a:lnTo>
                    <a:pt x="484" y="1049"/>
                  </a:lnTo>
                  <a:lnTo>
                    <a:pt x="412" y="1265"/>
                  </a:lnTo>
                  <a:lnTo>
                    <a:pt x="216" y="874"/>
                  </a:lnTo>
                  <a:lnTo>
                    <a:pt x="124" y="660"/>
                  </a:lnTo>
                  <a:lnTo>
                    <a:pt x="48" y="307"/>
                  </a:lnTo>
                  <a:lnTo>
                    <a:pt x="0" y="140"/>
                  </a:lnTo>
                  <a:lnTo>
                    <a:pt x="59" y="0"/>
                  </a:lnTo>
                  <a:lnTo>
                    <a:pt x="59" y="0"/>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7" name="Google Shape;787;p16"/>
            <p:cNvSpPr/>
            <p:nvPr/>
          </p:nvSpPr>
          <p:spPr>
            <a:xfrm>
              <a:off x="1159" y="2843"/>
              <a:ext cx="55" cy="122"/>
            </a:xfrm>
            <a:custGeom>
              <a:rect b="b" l="l" r="r" t="t"/>
              <a:pathLst>
                <a:path extrusionOk="0" h="232" w="109">
                  <a:moveTo>
                    <a:pt x="0" y="19"/>
                  </a:moveTo>
                  <a:lnTo>
                    <a:pt x="109" y="0"/>
                  </a:lnTo>
                  <a:lnTo>
                    <a:pt x="43" y="232"/>
                  </a:lnTo>
                  <a:lnTo>
                    <a:pt x="0" y="19"/>
                  </a:lnTo>
                  <a:lnTo>
                    <a:pt x="0" y="19"/>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8" name="Google Shape;788;p16"/>
            <p:cNvSpPr/>
            <p:nvPr/>
          </p:nvSpPr>
          <p:spPr>
            <a:xfrm>
              <a:off x="1109" y="2965"/>
              <a:ext cx="122" cy="329"/>
            </a:xfrm>
            <a:custGeom>
              <a:rect b="b" l="l" r="r" t="t"/>
              <a:pathLst>
                <a:path extrusionOk="0" h="624" w="245">
                  <a:moveTo>
                    <a:pt x="144" y="0"/>
                  </a:moveTo>
                  <a:lnTo>
                    <a:pt x="0" y="298"/>
                  </a:lnTo>
                  <a:lnTo>
                    <a:pt x="119" y="624"/>
                  </a:lnTo>
                  <a:lnTo>
                    <a:pt x="245" y="460"/>
                  </a:lnTo>
                  <a:lnTo>
                    <a:pt x="180" y="120"/>
                  </a:lnTo>
                  <a:lnTo>
                    <a:pt x="144" y="0"/>
                  </a:lnTo>
                  <a:lnTo>
                    <a:pt x="144" y="0"/>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9" name="Google Shape;789;p16"/>
            <p:cNvSpPr/>
            <p:nvPr/>
          </p:nvSpPr>
          <p:spPr>
            <a:xfrm>
              <a:off x="1179" y="2996"/>
              <a:ext cx="149" cy="352"/>
            </a:xfrm>
            <a:custGeom>
              <a:rect b="b" l="l" r="r" t="t"/>
              <a:pathLst>
                <a:path extrusionOk="0" h="668" w="297">
                  <a:moveTo>
                    <a:pt x="195" y="0"/>
                  </a:moveTo>
                  <a:lnTo>
                    <a:pt x="297" y="272"/>
                  </a:lnTo>
                  <a:lnTo>
                    <a:pt x="189" y="492"/>
                  </a:lnTo>
                  <a:lnTo>
                    <a:pt x="112" y="600"/>
                  </a:lnTo>
                  <a:lnTo>
                    <a:pt x="0" y="668"/>
                  </a:lnTo>
                  <a:lnTo>
                    <a:pt x="24" y="593"/>
                  </a:lnTo>
                  <a:lnTo>
                    <a:pt x="171" y="278"/>
                  </a:lnTo>
                  <a:lnTo>
                    <a:pt x="195" y="0"/>
                  </a:lnTo>
                  <a:lnTo>
                    <a:pt x="195" y="0"/>
                  </a:lnTo>
                  <a:close/>
                </a:path>
              </a:pathLst>
            </a:custGeom>
            <a:solidFill>
              <a:srgbClr val="E0D4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0" name="Google Shape;790;p16"/>
            <p:cNvSpPr/>
            <p:nvPr/>
          </p:nvSpPr>
          <p:spPr>
            <a:xfrm>
              <a:off x="954" y="2974"/>
              <a:ext cx="188" cy="484"/>
            </a:xfrm>
            <a:custGeom>
              <a:rect b="b" l="l" r="r" t="t"/>
              <a:pathLst>
                <a:path extrusionOk="0" h="921" w="376">
                  <a:moveTo>
                    <a:pt x="184" y="13"/>
                  </a:moveTo>
                  <a:lnTo>
                    <a:pt x="276" y="227"/>
                  </a:lnTo>
                  <a:lnTo>
                    <a:pt x="240" y="454"/>
                  </a:lnTo>
                  <a:lnTo>
                    <a:pt x="281" y="599"/>
                  </a:lnTo>
                  <a:lnTo>
                    <a:pt x="376" y="761"/>
                  </a:lnTo>
                  <a:lnTo>
                    <a:pt x="168" y="808"/>
                  </a:lnTo>
                  <a:lnTo>
                    <a:pt x="33" y="921"/>
                  </a:lnTo>
                  <a:lnTo>
                    <a:pt x="0" y="824"/>
                  </a:lnTo>
                  <a:lnTo>
                    <a:pt x="108" y="250"/>
                  </a:lnTo>
                  <a:lnTo>
                    <a:pt x="148" y="0"/>
                  </a:lnTo>
                  <a:lnTo>
                    <a:pt x="184" y="13"/>
                  </a:lnTo>
                  <a:lnTo>
                    <a:pt x="184" y="13"/>
                  </a:lnTo>
                  <a:close/>
                </a:path>
              </a:pathLst>
            </a:custGeom>
            <a:solidFill>
              <a:srgbClr val="E0D4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1" name="Google Shape;791;p16"/>
            <p:cNvSpPr/>
            <p:nvPr/>
          </p:nvSpPr>
          <p:spPr>
            <a:xfrm>
              <a:off x="448" y="2573"/>
              <a:ext cx="832" cy="1286"/>
            </a:xfrm>
            <a:custGeom>
              <a:rect b="b" l="l" r="r" t="t"/>
              <a:pathLst>
                <a:path extrusionOk="0" h="2442" w="1665">
                  <a:moveTo>
                    <a:pt x="994" y="7"/>
                  </a:moveTo>
                  <a:lnTo>
                    <a:pt x="1060" y="0"/>
                  </a:lnTo>
                  <a:lnTo>
                    <a:pt x="1107" y="56"/>
                  </a:lnTo>
                  <a:lnTo>
                    <a:pt x="1073" y="255"/>
                  </a:lnTo>
                  <a:lnTo>
                    <a:pt x="1103" y="492"/>
                  </a:lnTo>
                  <a:lnTo>
                    <a:pt x="1082" y="588"/>
                  </a:lnTo>
                  <a:lnTo>
                    <a:pt x="1031" y="764"/>
                  </a:lnTo>
                  <a:lnTo>
                    <a:pt x="954" y="989"/>
                  </a:lnTo>
                  <a:lnTo>
                    <a:pt x="967" y="1261"/>
                  </a:lnTo>
                  <a:lnTo>
                    <a:pt x="940" y="1422"/>
                  </a:lnTo>
                  <a:lnTo>
                    <a:pt x="918" y="1499"/>
                  </a:lnTo>
                  <a:lnTo>
                    <a:pt x="875" y="1512"/>
                  </a:lnTo>
                  <a:lnTo>
                    <a:pt x="830" y="1284"/>
                  </a:lnTo>
                  <a:lnTo>
                    <a:pt x="655" y="844"/>
                  </a:lnTo>
                  <a:lnTo>
                    <a:pt x="650" y="972"/>
                  </a:lnTo>
                  <a:lnTo>
                    <a:pt x="698" y="1279"/>
                  </a:lnTo>
                  <a:lnTo>
                    <a:pt x="659" y="1383"/>
                  </a:lnTo>
                  <a:lnTo>
                    <a:pt x="608" y="1486"/>
                  </a:lnTo>
                  <a:lnTo>
                    <a:pt x="596" y="1713"/>
                  </a:lnTo>
                  <a:lnTo>
                    <a:pt x="866" y="1603"/>
                  </a:lnTo>
                  <a:lnTo>
                    <a:pt x="913" y="1638"/>
                  </a:lnTo>
                  <a:lnTo>
                    <a:pt x="886" y="1690"/>
                  </a:lnTo>
                  <a:lnTo>
                    <a:pt x="866" y="1748"/>
                  </a:lnTo>
                  <a:lnTo>
                    <a:pt x="907" y="1790"/>
                  </a:lnTo>
                  <a:lnTo>
                    <a:pt x="943" y="1806"/>
                  </a:lnTo>
                  <a:lnTo>
                    <a:pt x="1217" y="1661"/>
                  </a:lnTo>
                  <a:lnTo>
                    <a:pt x="1361" y="1638"/>
                  </a:lnTo>
                  <a:lnTo>
                    <a:pt x="1503" y="1615"/>
                  </a:lnTo>
                  <a:lnTo>
                    <a:pt x="1665" y="2299"/>
                  </a:lnTo>
                  <a:lnTo>
                    <a:pt x="1346" y="2290"/>
                  </a:lnTo>
                  <a:lnTo>
                    <a:pt x="814" y="2376"/>
                  </a:lnTo>
                  <a:lnTo>
                    <a:pt x="376" y="2442"/>
                  </a:lnTo>
                  <a:lnTo>
                    <a:pt x="178" y="2020"/>
                  </a:lnTo>
                  <a:lnTo>
                    <a:pt x="36" y="1840"/>
                  </a:lnTo>
                  <a:lnTo>
                    <a:pt x="6" y="1582"/>
                  </a:lnTo>
                  <a:lnTo>
                    <a:pt x="6" y="1436"/>
                  </a:lnTo>
                  <a:lnTo>
                    <a:pt x="0" y="892"/>
                  </a:lnTo>
                  <a:lnTo>
                    <a:pt x="115" y="442"/>
                  </a:lnTo>
                  <a:lnTo>
                    <a:pt x="328" y="370"/>
                  </a:lnTo>
                  <a:lnTo>
                    <a:pt x="745" y="220"/>
                  </a:lnTo>
                  <a:lnTo>
                    <a:pt x="994" y="75"/>
                  </a:lnTo>
                  <a:lnTo>
                    <a:pt x="994" y="7"/>
                  </a:lnTo>
                  <a:lnTo>
                    <a:pt x="994" y="7"/>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2" name="Google Shape;792;p16"/>
            <p:cNvSpPr/>
            <p:nvPr/>
          </p:nvSpPr>
          <p:spPr>
            <a:xfrm>
              <a:off x="1237" y="2777"/>
              <a:ext cx="245" cy="386"/>
            </a:xfrm>
            <a:custGeom>
              <a:rect b="b" l="l" r="r" t="t"/>
              <a:pathLst>
                <a:path extrusionOk="0" h="735" w="492">
                  <a:moveTo>
                    <a:pt x="40" y="0"/>
                  </a:moveTo>
                  <a:lnTo>
                    <a:pt x="108" y="154"/>
                  </a:lnTo>
                  <a:lnTo>
                    <a:pt x="0" y="140"/>
                  </a:lnTo>
                  <a:lnTo>
                    <a:pt x="80" y="415"/>
                  </a:lnTo>
                  <a:lnTo>
                    <a:pt x="164" y="735"/>
                  </a:lnTo>
                  <a:lnTo>
                    <a:pt x="247" y="595"/>
                  </a:lnTo>
                  <a:lnTo>
                    <a:pt x="323" y="532"/>
                  </a:lnTo>
                  <a:lnTo>
                    <a:pt x="395" y="553"/>
                  </a:lnTo>
                  <a:lnTo>
                    <a:pt x="492" y="370"/>
                  </a:lnTo>
                  <a:lnTo>
                    <a:pt x="360" y="335"/>
                  </a:lnTo>
                  <a:lnTo>
                    <a:pt x="247" y="239"/>
                  </a:lnTo>
                  <a:lnTo>
                    <a:pt x="191" y="180"/>
                  </a:lnTo>
                  <a:lnTo>
                    <a:pt x="98" y="4"/>
                  </a:lnTo>
                  <a:lnTo>
                    <a:pt x="40" y="0"/>
                  </a:lnTo>
                  <a:lnTo>
                    <a:pt x="40" y="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3" name="Google Shape;793;p16"/>
            <p:cNvSpPr/>
            <p:nvPr/>
          </p:nvSpPr>
          <p:spPr>
            <a:xfrm>
              <a:off x="1734" y="2950"/>
              <a:ext cx="148" cy="133"/>
            </a:xfrm>
            <a:custGeom>
              <a:rect b="b" l="l" r="r" t="t"/>
              <a:pathLst>
                <a:path extrusionOk="0" h="255" w="295">
                  <a:moveTo>
                    <a:pt x="0" y="0"/>
                  </a:moveTo>
                  <a:lnTo>
                    <a:pt x="145" y="35"/>
                  </a:lnTo>
                  <a:lnTo>
                    <a:pt x="277" y="7"/>
                  </a:lnTo>
                  <a:lnTo>
                    <a:pt x="295" y="255"/>
                  </a:lnTo>
                  <a:lnTo>
                    <a:pt x="115" y="192"/>
                  </a:lnTo>
                  <a:lnTo>
                    <a:pt x="0" y="0"/>
                  </a:lnTo>
                  <a:lnTo>
                    <a:pt x="0" y="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4" name="Google Shape;794;p16"/>
            <p:cNvSpPr/>
            <p:nvPr/>
          </p:nvSpPr>
          <p:spPr>
            <a:xfrm>
              <a:off x="1982" y="2806"/>
              <a:ext cx="243" cy="371"/>
            </a:xfrm>
            <a:custGeom>
              <a:rect b="b" l="l" r="r" t="t"/>
              <a:pathLst>
                <a:path extrusionOk="0" h="705" w="485">
                  <a:moveTo>
                    <a:pt x="73" y="180"/>
                  </a:moveTo>
                  <a:lnTo>
                    <a:pt x="217" y="127"/>
                  </a:lnTo>
                  <a:lnTo>
                    <a:pt x="305" y="51"/>
                  </a:lnTo>
                  <a:lnTo>
                    <a:pt x="392" y="0"/>
                  </a:lnTo>
                  <a:lnTo>
                    <a:pt x="458" y="61"/>
                  </a:lnTo>
                  <a:lnTo>
                    <a:pt x="482" y="120"/>
                  </a:lnTo>
                  <a:lnTo>
                    <a:pt x="485" y="295"/>
                  </a:lnTo>
                  <a:lnTo>
                    <a:pt x="475" y="352"/>
                  </a:lnTo>
                  <a:lnTo>
                    <a:pt x="289" y="574"/>
                  </a:lnTo>
                  <a:lnTo>
                    <a:pt x="79" y="705"/>
                  </a:lnTo>
                  <a:lnTo>
                    <a:pt x="0" y="666"/>
                  </a:lnTo>
                  <a:lnTo>
                    <a:pt x="45" y="249"/>
                  </a:lnTo>
                  <a:lnTo>
                    <a:pt x="73" y="180"/>
                  </a:lnTo>
                  <a:lnTo>
                    <a:pt x="73" y="180"/>
                  </a:lnTo>
                  <a:close/>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5" name="Google Shape;795;p16"/>
            <p:cNvSpPr/>
            <p:nvPr/>
          </p:nvSpPr>
          <p:spPr>
            <a:xfrm>
              <a:off x="1262" y="3086"/>
              <a:ext cx="311" cy="264"/>
            </a:xfrm>
            <a:custGeom>
              <a:rect b="b" l="l" r="r" t="t"/>
              <a:pathLst>
                <a:path extrusionOk="0" h="503" w="623">
                  <a:moveTo>
                    <a:pt x="336" y="0"/>
                  </a:moveTo>
                  <a:lnTo>
                    <a:pt x="246" y="49"/>
                  </a:lnTo>
                  <a:lnTo>
                    <a:pt x="207" y="112"/>
                  </a:lnTo>
                  <a:lnTo>
                    <a:pt x="178" y="189"/>
                  </a:lnTo>
                  <a:lnTo>
                    <a:pt x="115" y="326"/>
                  </a:lnTo>
                  <a:lnTo>
                    <a:pt x="32" y="419"/>
                  </a:lnTo>
                  <a:lnTo>
                    <a:pt x="0" y="503"/>
                  </a:lnTo>
                  <a:lnTo>
                    <a:pt x="66" y="487"/>
                  </a:lnTo>
                  <a:lnTo>
                    <a:pt x="239" y="459"/>
                  </a:lnTo>
                  <a:lnTo>
                    <a:pt x="569" y="443"/>
                  </a:lnTo>
                  <a:lnTo>
                    <a:pt x="525" y="382"/>
                  </a:lnTo>
                  <a:lnTo>
                    <a:pt x="462" y="321"/>
                  </a:lnTo>
                  <a:lnTo>
                    <a:pt x="434" y="278"/>
                  </a:lnTo>
                  <a:lnTo>
                    <a:pt x="529" y="295"/>
                  </a:lnTo>
                  <a:lnTo>
                    <a:pt x="612" y="346"/>
                  </a:lnTo>
                  <a:lnTo>
                    <a:pt x="572" y="264"/>
                  </a:lnTo>
                  <a:lnTo>
                    <a:pt x="500" y="215"/>
                  </a:lnTo>
                  <a:lnTo>
                    <a:pt x="416" y="189"/>
                  </a:lnTo>
                  <a:lnTo>
                    <a:pt x="507" y="161"/>
                  </a:lnTo>
                  <a:lnTo>
                    <a:pt x="623" y="192"/>
                  </a:lnTo>
                  <a:lnTo>
                    <a:pt x="606" y="171"/>
                  </a:lnTo>
                  <a:lnTo>
                    <a:pt x="561" y="136"/>
                  </a:lnTo>
                  <a:lnTo>
                    <a:pt x="461" y="108"/>
                  </a:lnTo>
                  <a:lnTo>
                    <a:pt x="461" y="60"/>
                  </a:lnTo>
                  <a:lnTo>
                    <a:pt x="282" y="147"/>
                  </a:lnTo>
                  <a:lnTo>
                    <a:pt x="336" y="0"/>
                  </a:lnTo>
                  <a:lnTo>
                    <a:pt x="336" y="0"/>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6" name="Google Shape;796;p16"/>
            <p:cNvSpPr/>
            <p:nvPr/>
          </p:nvSpPr>
          <p:spPr>
            <a:xfrm>
              <a:off x="2235" y="2497"/>
              <a:ext cx="572" cy="403"/>
            </a:xfrm>
            <a:custGeom>
              <a:rect b="b" l="l" r="r" t="t"/>
              <a:pathLst>
                <a:path extrusionOk="0" h="766" w="1145">
                  <a:moveTo>
                    <a:pt x="0" y="478"/>
                  </a:moveTo>
                  <a:lnTo>
                    <a:pt x="76" y="523"/>
                  </a:lnTo>
                  <a:lnTo>
                    <a:pt x="169" y="469"/>
                  </a:lnTo>
                  <a:lnTo>
                    <a:pt x="128" y="415"/>
                  </a:lnTo>
                  <a:lnTo>
                    <a:pt x="184" y="386"/>
                  </a:lnTo>
                  <a:lnTo>
                    <a:pt x="261" y="354"/>
                  </a:lnTo>
                  <a:lnTo>
                    <a:pt x="308" y="281"/>
                  </a:lnTo>
                  <a:lnTo>
                    <a:pt x="344" y="171"/>
                  </a:lnTo>
                  <a:lnTo>
                    <a:pt x="421" y="183"/>
                  </a:lnTo>
                  <a:lnTo>
                    <a:pt x="576" y="183"/>
                  </a:lnTo>
                  <a:lnTo>
                    <a:pt x="652" y="135"/>
                  </a:lnTo>
                  <a:lnTo>
                    <a:pt x="634" y="112"/>
                  </a:lnTo>
                  <a:lnTo>
                    <a:pt x="650" y="32"/>
                  </a:lnTo>
                  <a:lnTo>
                    <a:pt x="895" y="21"/>
                  </a:lnTo>
                  <a:lnTo>
                    <a:pt x="1012" y="0"/>
                  </a:lnTo>
                  <a:lnTo>
                    <a:pt x="1085" y="26"/>
                  </a:lnTo>
                  <a:lnTo>
                    <a:pt x="1060" y="30"/>
                  </a:lnTo>
                  <a:lnTo>
                    <a:pt x="869" y="100"/>
                  </a:lnTo>
                  <a:lnTo>
                    <a:pt x="940" y="143"/>
                  </a:lnTo>
                  <a:lnTo>
                    <a:pt x="1040" y="180"/>
                  </a:lnTo>
                  <a:lnTo>
                    <a:pt x="1044" y="229"/>
                  </a:lnTo>
                  <a:lnTo>
                    <a:pt x="1145" y="271"/>
                  </a:lnTo>
                  <a:lnTo>
                    <a:pt x="1138" y="293"/>
                  </a:lnTo>
                  <a:lnTo>
                    <a:pt x="1116" y="302"/>
                  </a:lnTo>
                  <a:lnTo>
                    <a:pt x="851" y="257"/>
                  </a:lnTo>
                  <a:lnTo>
                    <a:pt x="855" y="354"/>
                  </a:lnTo>
                  <a:lnTo>
                    <a:pt x="801" y="401"/>
                  </a:lnTo>
                  <a:lnTo>
                    <a:pt x="765" y="473"/>
                  </a:lnTo>
                  <a:lnTo>
                    <a:pt x="693" y="499"/>
                  </a:lnTo>
                  <a:lnTo>
                    <a:pt x="623" y="457"/>
                  </a:lnTo>
                  <a:lnTo>
                    <a:pt x="535" y="520"/>
                  </a:lnTo>
                  <a:lnTo>
                    <a:pt x="452" y="585"/>
                  </a:lnTo>
                  <a:lnTo>
                    <a:pt x="355" y="605"/>
                  </a:lnTo>
                  <a:lnTo>
                    <a:pt x="175" y="724"/>
                  </a:lnTo>
                  <a:lnTo>
                    <a:pt x="126" y="766"/>
                  </a:lnTo>
                  <a:lnTo>
                    <a:pt x="40" y="586"/>
                  </a:lnTo>
                  <a:lnTo>
                    <a:pt x="0" y="478"/>
                  </a:lnTo>
                  <a:lnTo>
                    <a:pt x="0" y="478"/>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7" name="Google Shape;797;p16"/>
            <p:cNvSpPr/>
            <p:nvPr/>
          </p:nvSpPr>
          <p:spPr>
            <a:xfrm>
              <a:off x="987" y="2100"/>
              <a:ext cx="373" cy="703"/>
            </a:xfrm>
            <a:custGeom>
              <a:rect b="b" l="l" r="r" t="t"/>
              <a:pathLst>
                <a:path extrusionOk="0" h="1336" w="747">
                  <a:moveTo>
                    <a:pt x="141" y="394"/>
                  </a:moveTo>
                  <a:lnTo>
                    <a:pt x="144" y="331"/>
                  </a:lnTo>
                  <a:lnTo>
                    <a:pt x="211" y="303"/>
                  </a:lnTo>
                  <a:lnTo>
                    <a:pt x="270" y="301"/>
                  </a:lnTo>
                  <a:lnTo>
                    <a:pt x="250" y="331"/>
                  </a:lnTo>
                  <a:lnTo>
                    <a:pt x="225" y="359"/>
                  </a:lnTo>
                  <a:lnTo>
                    <a:pt x="225" y="408"/>
                  </a:lnTo>
                  <a:lnTo>
                    <a:pt x="236" y="437"/>
                  </a:lnTo>
                  <a:lnTo>
                    <a:pt x="254" y="439"/>
                  </a:lnTo>
                  <a:lnTo>
                    <a:pt x="277" y="397"/>
                  </a:lnTo>
                  <a:lnTo>
                    <a:pt x="293" y="376"/>
                  </a:lnTo>
                  <a:lnTo>
                    <a:pt x="326" y="485"/>
                  </a:lnTo>
                  <a:lnTo>
                    <a:pt x="401" y="472"/>
                  </a:lnTo>
                  <a:lnTo>
                    <a:pt x="450" y="446"/>
                  </a:lnTo>
                  <a:lnTo>
                    <a:pt x="427" y="335"/>
                  </a:lnTo>
                  <a:lnTo>
                    <a:pt x="457" y="296"/>
                  </a:lnTo>
                  <a:lnTo>
                    <a:pt x="419" y="242"/>
                  </a:lnTo>
                  <a:lnTo>
                    <a:pt x="475" y="176"/>
                  </a:lnTo>
                  <a:lnTo>
                    <a:pt x="551" y="148"/>
                  </a:lnTo>
                  <a:lnTo>
                    <a:pt x="569" y="49"/>
                  </a:lnTo>
                  <a:lnTo>
                    <a:pt x="666" y="0"/>
                  </a:lnTo>
                  <a:lnTo>
                    <a:pt x="720" y="21"/>
                  </a:lnTo>
                  <a:lnTo>
                    <a:pt x="747" y="54"/>
                  </a:lnTo>
                  <a:lnTo>
                    <a:pt x="702" y="78"/>
                  </a:lnTo>
                  <a:lnTo>
                    <a:pt x="677" y="110"/>
                  </a:lnTo>
                  <a:lnTo>
                    <a:pt x="670" y="141"/>
                  </a:lnTo>
                  <a:lnTo>
                    <a:pt x="616" y="235"/>
                  </a:lnTo>
                  <a:lnTo>
                    <a:pt x="616" y="287"/>
                  </a:lnTo>
                  <a:lnTo>
                    <a:pt x="616" y="324"/>
                  </a:lnTo>
                  <a:lnTo>
                    <a:pt x="583" y="362"/>
                  </a:lnTo>
                  <a:lnTo>
                    <a:pt x="610" y="403"/>
                  </a:lnTo>
                  <a:lnTo>
                    <a:pt x="644" y="446"/>
                  </a:lnTo>
                  <a:lnTo>
                    <a:pt x="641" y="500"/>
                  </a:lnTo>
                  <a:lnTo>
                    <a:pt x="580" y="546"/>
                  </a:lnTo>
                  <a:lnTo>
                    <a:pt x="526" y="605"/>
                  </a:lnTo>
                  <a:lnTo>
                    <a:pt x="522" y="696"/>
                  </a:lnTo>
                  <a:lnTo>
                    <a:pt x="594" y="767"/>
                  </a:lnTo>
                  <a:lnTo>
                    <a:pt x="569" y="819"/>
                  </a:lnTo>
                  <a:lnTo>
                    <a:pt x="558" y="879"/>
                  </a:lnTo>
                  <a:lnTo>
                    <a:pt x="598" y="943"/>
                  </a:lnTo>
                  <a:lnTo>
                    <a:pt x="652" y="975"/>
                  </a:lnTo>
                  <a:lnTo>
                    <a:pt x="634" y="1003"/>
                  </a:lnTo>
                  <a:lnTo>
                    <a:pt x="601" y="1031"/>
                  </a:lnTo>
                  <a:lnTo>
                    <a:pt x="544" y="1065"/>
                  </a:lnTo>
                  <a:lnTo>
                    <a:pt x="484" y="1092"/>
                  </a:lnTo>
                  <a:lnTo>
                    <a:pt x="419" y="1107"/>
                  </a:lnTo>
                  <a:lnTo>
                    <a:pt x="373" y="1109"/>
                  </a:lnTo>
                  <a:lnTo>
                    <a:pt x="333" y="1151"/>
                  </a:lnTo>
                  <a:lnTo>
                    <a:pt x="292" y="1264"/>
                  </a:lnTo>
                  <a:lnTo>
                    <a:pt x="272" y="1336"/>
                  </a:lnTo>
                  <a:lnTo>
                    <a:pt x="0" y="992"/>
                  </a:lnTo>
                  <a:lnTo>
                    <a:pt x="16" y="929"/>
                  </a:lnTo>
                  <a:lnTo>
                    <a:pt x="151" y="835"/>
                  </a:lnTo>
                  <a:lnTo>
                    <a:pt x="189" y="626"/>
                  </a:lnTo>
                  <a:lnTo>
                    <a:pt x="196" y="542"/>
                  </a:lnTo>
                  <a:lnTo>
                    <a:pt x="148" y="436"/>
                  </a:lnTo>
                  <a:lnTo>
                    <a:pt x="141" y="394"/>
                  </a:lnTo>
                  <a:lnTo>
                    <a:pt x="141" y="394"/>
                  </a:lnTo>
                  <a:close/>
                </a:path>
              </a:pathLst>
            </a:custGeom>
            <a:solidFill>
              <a:srgbClr val="FFB5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8" name="Google Shape;798;p16"/>
            <p:cNvSpPr/>
            <p:nvPr/>
          </p:nvSpPr>
          <p:spPr>
            <a:xfrm>
              <a:off x="899" y="1993"/>
              <a:ext cx="468" cy="546"/>
            </a:xfrm>
            <a:custGeom>
              <a:rect b="b" l="l" r="r" t="t"/>
              <a:pathLst>
                <a:path extrusionOk="0" h="1036" w="935">
                  <a:moveTo>
                    <a:pt x="43" y="442"/>
                  </a:moveTo>
                  <a:lnTo>
                    <a:pt x="0" y="274"/>
                  </a:lnTo>
                  <a:lnTo>
                    <a:pt x="14" y="222"/>
                  </a:lnTo>
                  <a:lnTo>
                    <a:pt x="37" y="173"/>
                  </a:lnTo>
                  <a:lnTo>
                    <a:pt x="81" y="126"/>
                  </a:lnTo>
                  <a:lnTo>
                    <a:pt x="145" y="86"/>
                  </a:lnTo>
                  <a:lnTo>
                    <a:pt x="223" y="56"/>
                  </a:lnTo>
                  <a:lnTo>
                    <a:pt x="376" y="16"/>
                  </a:lnTo>
                  <a:lnTo>
                    <a:pt x="590" y="0"/>
                  </a:lnTo>
                  <a:lnTo>
                    <a:pt x="818" y="27"/>
                  </a:lnTo>
                  <a:lnTo>
                    <a:pt x="912" y="77"/>
                  </a:lnTo>
                  <a:lnTo>
                    <a:pt x="935" y="140"/>
                  </a:lnTo>
                  <a:lnTo>
                    <a:pt x="811" y="112"/>
                  </a:lnTo>
                  <a:lnTo>
                    <a:pt x="653" y="119"/>
                  </a:lnTo>
                  <a:lnTo>
                    <a:pt x="696" y="150"/>
                  </a:lnTo>
                  <a:lnTo>
                    <a:pt x="739" y="196"/>
                  </a:lnTo>
                  <a:lnTo>
                    <a:pt x="572" y="210"/>
                  </a:lnTo>
                  <a:lnTo>
                    <a:pt x="500" y="232"/>
                  </a:lnTo>
                  <a:lnTo>
                    <a:pt x="565" y="288"/>
                  </a:lnTo>
                  <a:lnTo>
                    <a:pt x="489" y="314"/>
                  </a:lnTo>
                  <a:lnTo>
                    <a:pt x="406" y="337"/>
                  </a:lnTo>
                  <a:lnTo>
                    <a:pt x="403" y="356"/>
                  </a:lnTo>
                  <a:lnTo>
                    <a:pt x="428" y="379"/>
                  </a:lnTo>
                  <a:lnTo>
                    <a:pt x="417" y="414"/>
                  </a:lnTo>
                  <a:lnTo>
                    <a:pt x="386" y="452"/>
                  </a:lnTo>
                  <a:lnTo>
                    <a:pt x="338" y="518"/>
                  </a:lnTo>
                  <a:lnTo>
                    <a:pt x="288" y="576"/>
                  </a:lnTo>
                  <a:lnTo>
                    <a:pt x="318" y="693"/>
                  </a:lnTo>
                  <a:lnTo>
                    <a:pt x="304" y="794"/>
                  </a:lnTo>
                  <a:lnTo>
                    <a:pt x="289" y="920"/>
                  </a:lnTo>
                  <a:lnTo>
                    <a:pt x="255" y="960"/>
                  </a:lnTo>
                  <a:lnTo>
                    <a:pt x="212" y="998"/>
                  </a:lnTo>
                  <a:lnTo>
                    <a:pt x="162" y="1036"/>
                  </a:lnTo>
                  <a:lnTo>
                    <a:pt x="50" y="780"/>
                  </a:lnTo>
                  <a:lnTo>
                    <a:pt x="57" y="576"/>
                  </a:lnTo>
                  <a:lnTo>
                    <a:pt x="43" y="442"/>
                  </a:lnTo>
                  <a:lnTo>
                    <a:pt x="43" y="442"/>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9" name="Google Shape;799;p16"/>
            <p:cNvSpPr/>
            <p:nvPr/>
          </p:nvSpPr>
          <p:spPr>
            <a:xfrm>
              <a:off x="2028" y="2249"/>
              <a:ext cx="64" cy="298"/>
            </a:xfrm>
            <a:custGeom>
              <a:rect b="b" l="l" r="r" t="t"/>
              <a:pathLst>
                <a:path extrusionOk="0" h="567" w="128">
                  <a:moveTo>
                    <a:pt x="42" y="0"/>
                  </a:moveTo>
                  <a:lnTo>
                    <a:pt x="128" y="159"/>
                  </a:lnTo>
                  <a:lnTo>
                    <a:pt x="103" y="372"/>
                  </a:lnTo>
                  <a:lnTo>
                    <a:pt x="13" y="567"/>
                  </a:lnTo>
                  <a:lnTo>
                    <a:pt x="0" y="220"/>
                  </a:lnTo>
                  <a:lnTo>
                    <a:pt x="42" y="0"/>
                  </a:lnTo>
                  <a:lnTo>
                    <a:pt x="42" y="0"/>
                  </a:lnTo>
                  <a:close/>
                </a:path>
              </a:pathLst>
            </a:custGeom>
            <a:solidFill>
              <a:srgbClr val="FFF2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0" name="Google Shape;800;p16"/>
            <p:cNvSpPr/>
            <p:nvPr/>
          </p:nvSpPr>
          <p:spPr>
            <a:xfrm>
              <a:off x="1848" y="2636"/>
              <a:ext cx="181" cy="1036"/>
            </a:xfrm>
            <a:custGeom>
              <a:rect b="b" l="l" r="r" t="t"/>
              <a:pathLst>
                <a:path extrusionOk="0" h="1969" w="364">
                  <a:moveTo>
                    <a:pt x="364" y="14"/>
                  </a:moveTo>
                  <a:lnTo>
                    <a:pt x="324" y="204"/>
                  </a:lnTo>
                  <a:lnTo>
                    <a:pt x="227" y="312"/>
                  </a:lnTo>
                  <a:lnTo>
                    <a:pt x="161" y="1969"/>
                  </a:lnTo>
                  <a:lnTo>
                    <a:pt x="0" y="1859"/>
                  </a:lnTo>
                  <a:lnTo>
                    <a:pt x="76" y="0"/>
                  </a:lnTo>
                  <a:lnTo>
                    <a:pt x="364" y="14"/>
                  </a:lnTo>
                  <a:lnTo>
                    <a:pt x="364" y="14"/>
                  </a:lnTo>
                  <a:close/>
                </a:path>
              </a:pathLst>
            </a:custGeom>
            <a:solidFill>
              <a:srgbClr val="66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1" name="Google Shape;801;p16"/>
            <p:cNvSpPr/>
            <p:nvPr/>
          </p:nvSpPr>
          <p:spPr>
            <a:xfrm>
              <a:off x="1751" y="3533"/>
              <a:ext cx="147" cy="211"/>
            </a:xfrm>
            <a:custGeom>
              <a:rect b="b" l="l" r="r" t="t"/>
              <a:pathLst>
                <a:path extrusionOk="0" h="399" w="293">
                  <a:moveTo>
                    <a:pt x="0" y="120"/>
                  </a:moveTo>
                  <a:lnTo>
                    <a:pt x="0" y="15"/>
                  </a:lnTo>
                  <a:lnTo>
                    <a:pt x="131" y="0"/>
                  </a:lnTo>
                  <a:lnTo>
                    <a:pt x="201" y="24"/>
                  </a:lnTo>
                  <a:lnTo>
                    <a:pt x="273" y="127"/>
                  </a:lnTo>
                  <a:lnTo>
                    <a:pt x="293" y="298"/>
                  </a:lnTo>
                  <a:lnTo>
                    <a:pt x="254" y="399"/>
                  </a:lnTo>
                  <a:lnTo>
                    <a:pt x="81" y="329"/>
                  </a:lnTo>
                  <a:lnTo>
                    <a:pt x="0" y="120"/>
                  </a:lnTo>
                  <a:lnTo>
                    <a:pt x="0" y="120"/>
                  </a:lnTo>
                  <a:close/>
                </a:path>
              </a:pathLst>
            </a:custGeom>
            <a:solidFill>
              <a:srgbClr val="A3A3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2" name="Google Shape;802;p16"/>
            <p:cNvSpPr/>
            <p:nvPr/>
          </p:nvSpPr>
          <p:spPr>
            <a:xfrm>
              <a:off x="2498" y="2416"/>
              <a:ext cx="111" cy="142"/>
            </a:xfrm>
            <a:custGeom>
              <a:rect b="b" l="l" r="r" t="t"/>
              <a:pathLst>
                <a:path extrusionOk="0" h="268" w="221">
                  <a:moveTo>
                    <a:pt x="0" y="258"/>
                  </a:moveTo>
                  <a:lnTo>
                    <a:pt x="135" y="66"/>
                  </a:lnTo>
                  <a:lnTo>
                    <a:pt x="221" y="0"/>
                  </a:lnTo>
                  <a:lnTo>
                    <a:pt x="93" y="268"/>
                  </a:lnTo>
                  <a:lnTo>
                    <a:pt x="0" y="258"/>
                  </a:lnTo>
                  <a:lnTo>
                    <a:pt x="0" y="258"/>
                  </a:lnTo>
                  <a:close/>
                </a:path>
              </a:pathLst>
            </a:custGeom>
            <a:solidFill>
              <a:srgbClr val="008C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3" name="Google Shape;803;p16"/>
            <p:cNvSpPr/>
            <p:nvPr/>
          </p:nvSpPr>
          <p:spPr>
            <a:xfrm>
              <a:off x="2353" y="2609"/>
              <a:ext cx="138" cy="190"/>
            </a:xfrm>
            <a:custGeom>
              <a:rect b="b" l="l" r="r" t="t"/>
              <a:pathLst>
                <a:path extrusionOk="0" h="359" w="277">
                  <a:moveTo>
                    <a:pt x="171" y="0"/>
                  </a:moveTo>
                  <a:lnTo>
                    <a:pt x="277" y="71"/>
                  </a:lnTo>
                  <a:lnTo>
                    <a:pt x="175" y="206"/>
                  </a:lnTo>
                  <a:lnTo>
                    <a:pt x="0" y="359"/>
                  </a:lnTo>
                  <a:lnTo>
                    <a:pt x="70" y="228"/>
                  </a:lnTo>
                  <a:lnTo>
                    <a:pt x="171" y="0"/>
                  </a:lnTo>
                  <a:lnTo>
                    <a:pt x="171" y="0"/>
                  </a:lnTo>
                  <a:close/>
                </a:path>
              </a:pathLst>
            </a:custGeom>
            <a:solidFill>
              <a:srgbClr val="008C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4" name="Google Shape;804;p16"/>
            <p:cNvSpPr/>
            <p:nvPr/>
          </p:nvSpPr>
          <p:spPr>
            <a:xfrm>
              <a:off x="1362" y="2098"/>
              <a:ext cx="142" cy="311"/>
            </a:xfrm>
            <a:custGeom>
              <a:rect b="b" l="l" r="r" t="t"/>
              <a:pathLst>
                <a:path extrusionOk="0" h="594" w="284">
                  <a:moveTo>
                    <a:pt x="230" y="463"/>
                  </a:moveTo>
                  <a:lnTo>
                    <a:pt x="140" y="353"/>
                  </a:lnTo>
                  <a:lnTo>
                    <a:pt x="95" y="213"/>
                  </a:lnTo>
                  <a:lnTo>
                    <a:pt x="82" y="107"/>
                  </a:lnTo>
                  <a:lnTo>
                    <a:pt x="61" y="63"/>
                  </a:lnTo>
                  <a:lnTo>
                    <a:pt x="14" y="34"/>
                  </a:lnTo>
                  <a:lnTo>
                    <a:pt x="0" y="13"/>
                  </a:lnTo>
                  <a:lnTo>
                    <a:pt x="21" y="0"/>
                  </a:lnTo>
                  <a:lnTo>
                    <a:pt x="124" y="75"/>
                  </a:lnTo>
                  <a:lnTo>
                    <a:pt x="165" y="203"/>
                  </a:lnTo>
                  <a:lnTo>
                    <a:pt x="192" y="288"/>
                  </a:lnTo>
                  <a:lnTo>
                    <a:pt x="232" y="370"/>
                  </a:lnTo>
                  <a:lnTo>
                    <a:pt x="273" y="433"/>
                  </a:lnTo>
                  <a:lnTo>
                    <a:pt x="284" y="466"/>
                  </a:lnTo>
                  <a:lnTo>
                    <a:pt x="217" y="541"/>
                  </a:lnTo>
                  <a:lnTo>
                    <a:pt x="131" y="594"/>
                  </a:lnTo>
                  <a:lnTo>
                    <a:pt x="115" y="564"/>
                  </a:lnTo>
                  <a:lnTo>
                    <a:pt x="230" y="463"/>
                  </a:lnTo>
                  <a:lnTo>
                    <a:pt x="230" y="4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5" name="Google Shape;805;p16"/>
            <p:cNvSpPr/>
            <p:nvPr/>
          </p:nvSpPr>
          <p:spPr>
            <a:xfrm>
              <a:off x="1339" y="2398"/>
              <a:ext cx="126" cy="101"/>
            </a:xfrm>
            <a:custGeom>
              <a:rect b="b" l="l" r="r" t="t"/>
              <a:pathLst>
                <a:path extrusionOk="0" h="192" w="252">
                  <a:moveTo>
                    <a:pt x="221" y="169"/>
                  </a:moveTo>
                  <a:lnTo>
                    <a:pt x="111" y="192"/>
                  </a:lnTo>
                  <a:lnTo>
                    <a:pt x="0" y="183"/>
                  </a:lnTo>
                  <a:lnTo>
                    <a:pt x="0" y="148"/>
                  </a:lnTo>
                  <a:lnTo>
                    <a:pt x="187" y="122"/>
                  </a:lnTo>
                  <a:lnTo>
                    <a:pt x="192" y="29"/>
                  </a:lnTo>
                  <a:lnTo>
                    <a:pt x="189" y="3"/>
                  </a:lnTo>
                  <a:lnTo>
                    <a:pt x="216" y="0"/>
                  </a:lnTo>
                  <a:lnTo>
                    <a:pt x="252" y="82"/>
                  </a:lnTo>
                  <a:lnTo>
                    <a:pt x="221" y="169"/>
                  </a:lnTo>
                  <a:lnTo>
                    <a:pt x="221" y="16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6" name="Google Shape;806;p16"/>
            <p:cNvSpPr/>
            <p:nvPr/>
          </p:nvSpPr>
          <p:spPr>
            <a:xfrm>
              <a:off x="1318" y="2398"/>
              <a:ext cx="81" cy="87"/>
            </a:xfrm>
            <a:custGeom>
              <a:rect b="b" l="l" r="r" t="t"/>
              <a:pathLst>
                <a:path extrusionOk="0" h="166" w="162">
                  <a:moveTo>
                    <a:pt x="87" y="16"/>
                  </a:moveTo>
                  <a:lnTo>
                    <a:pt x="150" y="0"/>
                  </a:lnTo>
                  <a:lnTo>
                    <a:pt x="162" y="31"/>
                  </a:lnTo>
                  <a:lnTo>
                    <a:pt x="112" y="52"/>
                  </a:lnTo>
                  <a:lnTo>
                    <a:pt x="74" y="99"/>
                  </a:lnTo>
                  <a:lnTo>
                    <a:pt x="44" y="155"/>
                  </a:lnTo>
                  <a:lnTo>
                    <a:pt x="13" y="166"/>
                  </a:lnTo>
                  <a:lnTo>
                    <a:pt x="0" y="136"/>
                  </a:lnTo>
                  <a:lnTo>
                    <a:pt x="38" y="71"/>
                  </a:lnTo>
                  <a:lnTo>
                    <a:pt x="87" y="16"/>
                  </a:lnTo>
                  <a:lnTo>
                    <a:pt x="87"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7" name="Google Shape;807;p16"/>
            <p:cNvSpPr/>
            <p:nvPr/>
          </p:nvSpPr>
          <p:spPr>
            <a:xfrm>
              <a:off x="1243" y="2484"/>
              <a:ext cx="203" cy="297"/>
            </a:xfrm>
            <a:custGeom>
              <a:rect b="b" l="l" r="r" t="t"/>
              <a:pathLst>
                <a:path extrusionOk="0" h="565" w="407">
                  <a:moveTo>
                    <a:pt x="376" y="9"/>
                  </a:moveTo>
                  <a:lnTo>
                    <a:pt x="373" y="115"/>
                  </a:lnTo>
                  <a:lnTo>
                    <a:pt x="407" y="192"/>
                  </a:lnTo>
                  <a:lnTo>
                    <a:pt x="396" y="263"/>
                  </a:lnTo>
                  <a:lnTo>
                    <a:pt x="351" y="309"/>
                  </a:lnTo>
                  <a:lnTo>
                    <a:pt x="223" y="370"/>
                  </a:lnTo>
                  <a:lnTo>
                    <a:pt x="112" y="448"/>
                  </a:lnTo>
                  <a:lnTo>
                    <a:pt x="32" y="558"/>
                  </a:lnTo>
                  <a:lnTo>
                    <a:pt x="9" y="565"/>
                  </a:lnTo>
                  <a:lnTo>
                    <a:pt x="0" y="542"/>
                  </a:lnTo>
                  <a:lnTo>
                    <a:pt x="32" y="472"/>
                  </a:lnTo>
                  <a:lnTo>
                    <a:pt x="74" y="406"/>
                  </a:lnTo>
                  <a:lnTo>
                    <a:pt x="124" y="349"/>
                  </a:lnTo>
                  <a:lnTo>
                    <a:pt x="189" y="305"/>
                  </a:lnTo>
                  <a:lnTo>
                    <a:pt x="295" y="256"/>
                  </a:lnTo>
                  <a:lnTo>
                    <a:pt x="373" y="195"/>
                  </a:lnTo>
                  <a:lnTo>
                    <a:pt x="338" y="118"/>
                  </a:lnTo>
                  <a:lnTo>
                    <a:pt x="346" y="24"/>
                  </a:lnTo>
                  <a:lnTo>
                    <a:pt x="353" y="0"/>
                  </a:lnTo>
                  <a:lnTo>
                    <a:pt x="376" y="9"/>
                  </a:lnTo>
                  <a:lnTo>
                    <a:pt x="376"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8" name="Google Shape;808;p16"/>
            <p:cNvSpPr/>
            <p:nvPr/>
          </p:nvSpPr>
          <p:spPr>
            <a:xfrm>
              <a:off x="1043" y="2242"/>
              <a:ext cx="89" cy="170"/>
            </a:xfrm>
            <a:custGeom>
              <a:rect b="b" l="l" r="r" t="t"/>
              <a:pathLst>
                <a:path extrusionOk="0" h="325" w="178">
                  <a:moveTo>
                    <a:pt x="55" y="272"/>
                  </a:moveTo>
                  <a:lnTo>
                    <a:pt x="0" y="105"/>
                  </a:lnTo>
                  <a:lnTo>
                    <a:pt x="14" y="56"/>
                  </a:lnTo>
                  <a:lnTo>
                    <a:pt x="55" y="19"/>
                  </a:lnTo>
                  <a:lnTo>
                    <a:pt x="161" y="0"/>
                  </a:lnTo>
                  <a:lnTo>
                    <a:pt x="178" y="19"/>
                  </a:lnTo>
                  <a:lnTo>
                    <a:pt x="156" y="33"/>
                  </a:lnTo>
                  <a:lnTo>
                    <a:pt x="52" y="103"/>
                  </a:lnTo>
                  <a:lnTo>
                    <a:pt x="66" y="175"/>
                  </a:lnTo>
                  <a:lnTo>
                    <a:pt x="93" y="239"/>
                  </a:lnTo>
                  <a:lnTo>
                    <a:pt x="169" y="297"/>
                  </a:lnTo>
                  <a:lnTo>
                    <a:pt x="174" y="320"/>
                  </a:lnTo>
                  <a:lnTo>
                    <a:pt x="149" y="325"/>
                  </a:lnTo>
                  <a:lnTo>
                    <a:pt x="55" y="272"/>
                  </a:lnTo>
                  <a:lnTo>
                    <a:pt x="55" y="2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9" name="Google Shape;809;p16"/>
            <p:cNvSpPr/>
            <p:nvPr/>
          </p:nvSpPr>
          <p:spPr>
            <a:xfrm>
              <a:off x="1134" y="2172"/>
              <a:ext cx="103" cy="199"/>
            </a:xfrm>
            <a:custGeom>
              <a:rect b="b" l="l" r="r" t="t"/>
              <a:pathLst>
                <a:path extrusionOk="0" h="377" w="205">
                  <a:moveTo>
                    <a:pt x="155" y="110"/>
                  </a:moveTo>
                  <a:lnTo>
                    <a:pt x="187" y="149"/>
                  </a:lnTo>
                  <a:lnTo>
                    <a:pt x="164" y="203"/>
                  </a:lnTo>
                  <a:lnTo>
                    <a:pt x="182" y="318"/>
                  </a:lnTo>
                  <a:lnTo>
                    <a:pt x="112" y="363"/>
                  </a:lnTo>
                  <a:lnTo>
                    <a:pt x="31" y="377"/>
                  </a:lnTo>
                  <a:lnTo>
                    <a:pt x="0" y="313"/>
                  </a:lnTo>
                  <a:lnTo>
                    <a:pt x="2" y="222"/>
                  </a:lnTo>
                  <a:lnTo>
                    <a:pt x="15" y="198"/>
                  </a:lnTo>
                  <a:lnTo>
                    <a:pt x="38" y="210"/>
                  </a:lnTo>
                  <a:lnTo>
                    <a:pt x="65" y="297"/>
                  </a:lnTo>
                  <a:lnTo>
                    <a:pt x="67" y="314"/>
                  </a:lnTo>
                  <a:lnTo>
                    <a:pt x="126" y="290"/>
                  </a:lnTo>
                  <a:lnTo>
                    <a:pt x="103" y="187"/>
                  </a:lnTo>
                  <a:lnTo>
                    <a:pt x="137" y="145"/>
                  </a:lnTo>
                  <a:lnTo>
                    <a:pt x="119" y="133"/>
                  </a:lnTo>
                  <a:lnTo>
                    <a:pt x="124" y="89"/>
                  </a:lnTo>
                  <a:lnTo>
                    <a:pt x="164" y="41"/>
                  </a:lnTo>
                  <a:lnTo>
                    <a:pt x="119" y="34"/>
                  </a:lnTo>
                  <a:lnTo>
                    <a:pt x="119" y="0"/>
                  </a:lnTo>
                  <a:lnTo>
                    <a:pt x="205" y="35"/>
                  </a:lnTo>
                  <a:lnTo>
                    <a:pt x="155" y="110"/>
                  </a:lnTo>
                  <a:lnTo>
                    <a:pt x="155" y="1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0" name="Google Shape;810;p16"/>
            <p:cNvSpPr/>
            <p:nvPr/>
          </p:nvSpPr>
          <p:spPr>
            <a:xfrm>
              <a:off x="1245" y="2086"/>
              <a:ext cx="90" cy="96"/>
            </a:xfrm>
            <a:custGeom>
              <a:rect b="b" l="l" r="r" t="t"/>
              <a:pathLst>
                <a:path extrusionOk="0" h="181" w="180">
                  <a:moveTo>
                    <a:pt x="86" y="41"/>
                  </a:moveTo>
                  <a:lnTo>
                    <a:pt x="129" y="26"/>
                  </a:lnTo>
                  <a:lnTo>
                    <a:pt x="149" y="0"/>
                  </a:lnTo>
                  <a:lnTo>
                    <a:pt x="180" y="17"/>
                  </a:lnTo>
                  <a:lnTo>
                    <a:pt x="163" y="54"/>
                  </a:lnTo>
                  <a:lnTo>
                    <a:pt x="153" y="64"/>
                  </a:lnTo>
                  <a:lnTo>
                    <a:pt x="102" y="69"/>
                  </a:lnTo>
                  <a:lnTo>
                    <a:pt x="34" y="174"/>
                  </a:lnTo>
                  <a:lnTo>
                    <a:pt x="7" y="181"/>
                  </a:lnTo>
                  <a:lnTo>
                    <a:pt x="0" y="157"/>
                  </a:lnTo>
                  <a:lnTo>
                    <a:pt x="37" y="95"/>
                  </a:lnTo>
                  <a:lnTo>
                    <a:pt x="86" y="41"/>
                  </a:lnTo>
                  <a:lnTo>
                    <a:pt x="86"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1" name="Google Shape;811;p16"/>
            <p:cNvSpPr/>
            <p:nvPr/>
          </p:nvSpPr>
          <p:spPr>
            <a:xfrm>
              <a:off x="1160" y="1968"/>
              <a:ext cx="307" cy="153"/>
            </a:xfrm>
            <a:custGeom>
              <a:rect b="b" l="l" r="r" t="t"/>
              <a:pathLst>
                <a:path extrusionOk="0" h="289" w="614">
                  <a:moveTo>
                    <a:pt x="485" y="259"/>
                  </a:moveTo>
                  <a:lnTo>
                    <a:pt x="567" y="170"/>
                  </a:lnTo>
                  <a:lnTo>
                    <a:pt x="501" y="115"/>
                  </a:lnTo>
                  <a:lnTo>
                    <a:pt x="418" y="73"/>
                  </a:lnTo>
                  <a:lnTo>
                    <a:pt x="260" y="43"/>
                  </a:lnTo>
                  <a:lnTo>
                    <a:pt x="96" y="45"/>
                  </a:lnTo>
                  <a:lnTo>
                    <a:pt x="8" y="61"/>
                  </a:lnTo>
                  <a:lnTo>
                    <a:pt x="0" y="26"/>
                  </a:lnTo>
                  <a:lnTo>
                    <a:pt x="220" y="0"/>
                  </a:lnTo>
                  <a:lnTo>
                    <a:pt x="438" y="26"/>
                  </a:lnTo>
                  <a:lnTo>
                    <a:pt x="535" y="80"/>
                  </a:lnTo>
                  <a:lnTo>
                    <a:pt x="614" y="150"/>
                  </a:lnTo>
                  <a:lnTo>
                    <a:pt x="600" y="219"/>
                  </a:lnTo>
                  <a:lnTo>
                    <a:pt x="531" y="272"/>
                  </a:lnTo>
                  <a:lnTo>
                    <a:pt x="470" y="289"/>
                  </a:lnTo>
                  <a:lnTo>
                    <a:pt x="485" y="259"/>
                  </a:lnTo>
                  <a:lnTo>
                    <a:pt x="485" y="25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2" name="Google Shape;812;p16"/>
            <p:cNvSpPr/>
            <p:nvPr/>
          </p:nvSpPr>
          <p:spPr>
            <a:xfrm>
              <a:off x="901" y="2002"/>
              <a:ext cx="191" cy="537"/>
            </a:xfrm>
            <a:custGeom>
              <a:rect b="b" l="l" r="r" t="t"/>
              <a:pathLst>
                <a:path extrusionOk="0" h="1020" w="382">
                  <a:moveTo>
                    <a:pt x="382" y="33"/>
                  </a:moveTo>
                  <a:lnTo>
                    <a:pt x="204" y="91"/>
                  </a:lnTo>
                  <a:lnTo>
                    <a:pt x="38" y="218"/>
                  </a:lnTo>
                  <a:lnTo>
                    <a:pt x="20" y="286"/>
                  </a:lnTo>
                  <a:lnTo>
                    <a:pt x="43" y="356"/>
                  </a:lnTo>
                  <a:lnTo>
                    <a:pt x="81" y="495"/>
                  </a:lnTo>
                  <a:lnTo>
                    <a:pt x="60" y="638"/>
                  </a:lnTo>
                  <a:lnTo>
                    <a:pt x="81" y="781"/>
                  </a:lnTo>
                  <a:lnTo>
                    <a:pt x="105" y="834"/>
                  </a:lnTo>
                  <a:lnTo>
                    <a:pt x="150" y="930"/>
                  </a:lnTo>
                  <a:lnTo>
                    <a:pt x="159" y="1020"/>
                  </a:lnTo>
                  <a:lnTo>
                    <a:pt x="69" y="909"/>
                  </a:lnTo>
                  <a:lnTo>
                    <a:pt x="20" y="769"/>
                  </a:lnTo>
                  <a:lnTo>
                    <a:pt x="25" y="481"/>
                  </a:lnTo>
                  <a:lnTo>
                    <a:pt x="24" y="408"/>
                  </a:lnTo>
                  <a:lnTo>
                    <a:pt x="0" y="338"/>
                  </a:lnTo>
                  <a:lnTo>
                    <a:pt x="11" y="197"/>
                  </a:lnTo>
                  <a:lnTo>
                    <a:pt x="79" y="129"/>
                  </a:lnTo>
                  <a:lnTo>
                    <a:pt x="173" y="65"/>
                  </a:lnTo>
                  <a:lnTo>
                    <a:pt x="277" y="18"/>
                  </a:lnTo>
                  <a:lnTo>
                    <a:pt x="373" y="0"/>
                  </a:lnTo>
                  <a:lnTo>
                    <a:pt x="382" y="33"/>
                  </a:lnTo>
                  <a:lnTo>
                    <a:pt x="38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3" name="Google Shape;813;p16"/>
            <p:cNvSpPr/>
            <p:nvPr/>
          </p:nvSpPr>
          <p:spPr>
            <a:xfrm>
              <a:off x="1014" y="2430"/>
              <a:ext cx="75" cy="157"/>
            </a:xfrm>
            <a:custGeom>
              <a:rect b="b" l="l" r="r" t="t"/>
              <a:pathLst>
                <a:path extrusionOk="0" h="296" w="151">
                  <a:moveTo>
                    <a:pt x="151" y="1"/>
                  </a:moveTo>
                  <a:lnTo>
                    <a:pt x="132" y="108"/>
                  </a:lnTo>
                  <a:lnTo>
                    <a:pt x="97" y="207"/>
                  </a:lnTo>
                  <a:lnTo>
                    <a:pt x="29" y="296"/>
                  </a:lnTo>
                  <a:lnTo>
                    <a:pt x="0" y="277"/>
                  </a:lnTo>
                  <a:lnTo>
                    <a:pt x="78" y="141"/>
                  </a:lnTo>
                  <a:lnTo>
                    <a:pt x="117" y="0"/>
                  </a:lnTo>
                  <a:lnTo>
                    <a:pt x="151" y="1"/>
                  </a:lnTo>
                  <a:lnTo>
                    <a:pt x="151"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4" name="Google Shape;814;p16"/>
            <p:cNvSpPr/>
            <p:nvPr/>
          </p:nvSpPr>
          <p:spPr>
            <a:xfrm>
              <a:off x="983" y="2595"/>
              <a:ext cx="179" cy="244"/>
            </a:xfrm>
            <a:custGeom>
              <a:rect b="b" l="l" r="r" t="t"/>
              <a:pathLst>
                <a:path extrusionOk="0" h="462" w="358">
                  <a:moveTo>
                    <a:pt x="36" y="12"/>
                  </a:moveTo>
                  <a:lnTo>
                    <a:pt x="79" y="99"/>
                  </a:lnTo>
                  <a:lnTo>
                    <a:pt x="157" y="207"/>
                  </a:lnTo>
                  <a:lnTo>
                    <a:pt x="245" y="309"/>
                  </a:lnTo>
                  <a:lnTo>
                    <a:pt x="351" y="434"/>
                  </a:lnTo>
                  <a:lnTo>
                    <a:pt x="358" y="457"/>
                  </a:lnTo>
                  <a:lnTo>
                    <a:pt x="333" y="462"/>
                  </a:lnTo>
                  <a:lnTo>
                    <a:pt x="228" y="394"/>
                  </a:lnTo>
                  <a:lnTo>
                    <a:pt x="128" y="275"/>
                  </a:lnTo>
                  <a:lnTo>
                    <a:pt x="47" y="143"/>
                  </a:lnTo>
                  <a:lnTo>
                    <a:pt x="0" y="24"/>
                  </a:lnTo>
                  <a:lnTo>
                    <a:pt x="13" y="0"/>
                  </a:lnTo>
                  <a:lnTo>
                    <a:pt x="36" y="12"/>
                  </a:lnTo>
                  <a:lnTo>
                    <a:pt x="36"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5" name="Google Shape;815;p16"/>
            <p:cNvSpPr/>
            <p:nvPr/>
          </p:nvSpPr>
          <p:spPr>
            <a:xfrm>
              <a:off x="948" y="2575"/>
              <a:ext cx="94" cy="848"/>
            </a:xfrm>
            <a:custGeom>
              <a:rect b="b" l="l" r="r" t="t"/>
              <a:pathLst>
                <a:path extrusionOk="0" h="1610" w="189">
                  <a:moveTo>
                    <a:pt x="131" y="49"/>
                  </a:moveTo>
                  <a:lnTo>
                    <a:pt x="122" y="276"/>
                  </a:lnTo>
                  <a:lnTo>
                    <a:pt x="151" y="461"/>
                  </a:lnTo>
                  <a:lnTo>
                    <a:pt x="189" y="867"/>
                  </a:lnTo>
                  <a:lnTo>
                    <a:pt x="167" y="1009"/>
                  </a:lnTo>
                  <a:lnTo>
                    <a:pt x="120" y="1246"/>
                  </a:lnTo>
                  <a:lnTo>
                    <a:pt x="70" y="1478"/>
                  </a:lnTo>
                  <a:lnTo>
                    <a:pt x="36" y="1610"/>
                  </a:lnTo>
                  <a:lnTo>
                    <a:pt x="0" y="1605"/>
                  </a:lnTo>
                  <a:lnTo>
                    <a:pt x="23" y="1361"/>
                  </a:lnTo>
                  <a:lnTo>
                    <a:pt x="70" y="1091"/>
                  </a:lnTo>
                  <a:lnTo>
                    <a:pt x="90" y="552"/>
                  </a:lnTo>
                  <a:lnTo>
                    <a:pt x="61" y="23"/>
                  </a:lnTo>
                  <a:lnTo>
                    <a:pt x="110" y="0"/>
                  </a:lnTo>
                  <a:lnTo>
                    <a:pt x="131" y="49"/>
                  </a:lnTo>
                  <a:lnTo>
                    <a:pt x="131"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6" name="Google Shape;816;p16"/>
            <p:cNvSpPr/>
            <p:nvPr/>
          </p:nvSpPr>
          <p:spPr>
            <a:xfrm>
              <a:off x="833" y="2569"/>
              <a:ext cx="136" cy="241"/>
            </a:xfrm>
            <a:custGeom>
              <a:rect b="b" l="l" r="r" t="t"/>
              <a:pathLst>
                <a:path extrusionOk="0" h="457" w="274">
                  <a:moveTo>
                    <a:pt x="274" y="38"/>
                  </a:moveTo>
                  <a:lnTo>
                    <a:pt x="189" y="215"/>
                  </a:lnTo>
                  <a:lnTo>
                    <a:pt x="144" y="302"/>
                  </a:lnTo>
                  <a:lnTo>
                    <a:pt x="96" y="384"/>
                  </a:lnTo>
                  <a:lnTo>
                    <a:pt x="31" y="457"/>
                  </a:lnTo>
                  <a:lnTo>
                    <a:pt x="0" y="440"/>
                  </a:lnTo>
                  <a:lnTo>
                    <a:pt x="35" y="351"/>
                  </a:lnTo>
                  <a:lnTo>
                    <a:pt x="78" y="265"/>
                  </a:lnTo>
                  <a:lnTo>
                    <a:pt x="123" y="180"/>
                  </a:lnTo>
                  <a:lnTo>
                    <a:pt x="171" y="94"/>
                  </a:lnTo>
                  <a:lnTo>
                    <a:pt x="224" y="12"/>
                  </a:lnTo>
                  <a:lnTo>
                    <a:pt x="263" y="0"/>
                  </a:lnTo>
                  <a:lnTo>
                    <a:pt x="274" y="38"/>
                  </a:lnTo>
                  <a:lnTo>
                    <a:pt x="27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7" name="Google Shape;817;p16"/>
            <p:cNvSpPr/>
            <p:nvPr/>
          </p:nvSpPr>
          <p:spPr>
            <a:xfrm>
              <a:off x="830" y="2838"/>
              <a:ext cx="76" cy="205"/>
            </a:xfrm>
            <a:custGeom>
              <a:rect b="b" l="l" r="r" t="t"/>
              <a:pathLst>
                <a:path extrusionOk="0" h="391" w="153">
                  <a:moveTo>
                    <a:pt x="34" y="2"/>
                  </a:moveTo>
                  <a:lnTo>
                    <a:pt x="131" y="112"/>
                  </a:lnTo>
                  <a:lnTo>
                    <a:pt x="153" y="243"/>
                  </a:lnTo>
                  <a:lnTo>
                    <a:pt x="92" y="316"/>
                  </a:lnTo>
                  <a:lnTo>
                    <a:pt x="31" y="391"/>
                  </a:lnTo>
                  <a:lnTo>
                    <a:pt x="0" y="372"/>
                  </a:lnTo>
                  <a:lnTo>
                    <a:pt x="86" y="208"/>
                  </a:lnTo>
                  <a:lnTo>
                    <a:pt x="95" y="154"/>
                  </a:lnTo>
                  <a:lnTo>
                    <a:pt x="76" y="107"/>
                  </a:lnTo>
                  <a:lnTo>
                    <a:pt x="7" y="25"/>
                  </a:lnTo>
                  <a:lnTo>
                    <a:pt x="9" y="0"/>
                  </a:lnTo>
                  <a:lnTo>
                    <a:pt x="34" y="2"/>
                  </a:lnTo>
                  <a:lnTo>
                    <a:pt x="34"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8" name="Google Shape;818;p16"/>
            <p:cNvSpPr/>
            <p:nvPr/>
          </p:nvSpPr>
          <p:spPr>
            <a:xfrm>
              <a:off x="671" y="2873"/>
              <a:ext cx="299" cy="585"/>
            </a:xfrm>
            <a:custGeom>
              <a:rect b="b" l="l" r="r" t="t"/>
              <a:pathLst>
                <a:path extrusionOk="0" h="1112" w="600">
                  <a:moveTo>
                    <a:pt x="463" y="893"/>
                  </a:moveTo>
                  <a:lnTo>
                    <a:pt x="544" y="926"/>
                  </a:lnTo>
                  <a:lnTo>
                    <a:pt x="598" y="1011"/>
                  </a:lnTo>
                  <a:lnTo>
                    <a:pt x="600" y="1112"/>
                  </a:lnTo>
                  <a:lnTo>
                    <a:pt x="544" y="1046"/>
                  </a:lnTo>
                  <a:lnTo>
                    <a:pt x="483" y="978"/>
                  </a:lnTo>
                  <a:lnTo>
                    <a:pt x="398" y="1001"/>
                  </a:lnTo>
                  <a:lnTo>
                    <a:pt x="312" y="1062"/>
                  </a:lnTo>
                  <a:lnTo>
                    <a:pt x="258" y="1048"/>
                  </a:lnTo>
                  <a:lnTo>
                    <a:pt x="269" y="992"/>
                  </a:lnTo>
                  <a:lnTo>
                    <a:pt x="319" y="936"/>
                  </a:lnTo>
                  <a:lnTo>
                    <a:pt x="373" y="884"/>
                  </a:lnTo>
                  <a:lnTo>
                    <a:pt x="368" y="765"/>
                  </a:lnTo>
                  <a:lnTo>
                    <a:pt x="341" y="655"/>
                  </a:lnTo>
                  <a:lnTo>
                    <a:pt x="299" y="551"/>
                  </a:lnTo>
                  <a:lnTo>
                    <a:pt x="251" y="441"/>
                  </a:lnTo>
                  <a:lnTo>
                    <a:pt x="180" y="277"/>
                  </a:lnTo>
                  <a:lnTo>
                    <a:pt x="141" y="198"/>
                  </a:lnTo>
                  <a:lnTo>
                    <a:pt x="92" y="123"/>
                  </a:lnTo>
                  <a:lnTo>
                    <a:pt x="45" y="73"/>
                  </a:lnTo>
                  <a:lnTo>
                    <a:pt x="2" y="24"/>
                  </a:lnTo>
                  <a:lnTo>
                    <a:pt x="0" y="0"/>
                  </a:lnTo>
                  <a:lnTo>
                    <a:pt x="26" y="0"/>
                  </a:lnTo>
                  <a:lnTo>
                    <a:pt x="191" y="190"/>
                  </a:lnTo>
                  <a:lnTo>
                    <a:pt x="261" y="314"/>
                  </a:lnTo>
                  <a:lnTo>
                    <a:pt x="312" y="416"/>
                  </a:lnTo>
                  <a:lnTo>
                    <a:pt x="463" y="893"/>
                  </a:lnTo>
                  <a:lnTo>
                    <a:pt x="463" y="8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9" name="Google Shape;819;p16"/>
            <p:cNvSpPr/>
            <p:nvPr/>
          </p:nvSpPr>
          <p:spPr>
            <a:xfrm>
              <a:off x="951" y="3312"/>
              <a:ext cx="293" cy="173"/>
            </a:xfrm>
            <a:custGeom>
              <a:rect b="b" l="l" r="r" t="t"/>
              <a:pathLst>
                <a:path extrusionOk="0" h="328" w="587">
                  <a:moveTo>
                    <a:pt x="0" y="288"/>
                  </a:moveTo>
                  <a:lnTo>
                    <a:pt x="72" y="208"/>
                  </a:lnTo>
                  <a:lnTo>
                    <a:pt x="180" y="156"/>
                  </a:lnTo>
                  <a:lnTo>
                    <a:pt x="405" y="88"/>
                  </a:lnTo>
                  <a:lnTo>
                    <a:pt x="490" y="40"/>
                  </a:lnTo>
                  <a:lnTo>
                    <a:pt x="569" y="0"/>
                  </a:lnTo>
                  <a:lnTo>
                    <a:pt x="587" y="30"/>
                  </a:lnTo>
                  <a:lnTo>
                    <a:pt x="509" y="88"/>
                  </a:lnTo>
                  <a:lnTo>
                    <a:pt x="425" y="136"/>
                  </a:lnTo>
                  <a:lnTo>
                    <a:pt x="222" y="194"/>
                  </a:lnTo>
                  <a:lnTo>
                    <a:pt x="52" y="318"/>
                  </a:lnTo>
                  <a:lnTo>
                    <a:pt x="11" y="328"/>
                  </a:lnTo>
                  <a:lnTo>
                    <a:pt x="0" y="288"/>
                  </a:lnTo>
                  <a:lnTo>
                    <a:pt x="0" y="2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0" name="Google Shape;820;p16"/>
            <p:cNvSpPr/>
            <p:nvPr/>
          </p:nvSpPr>
          <p:spPr>
            <a:xfrm>
              <a:off x="512" y="2598"/>
              <a:ext cx="432" cy="205"/>
            </a:xfrm>
            <a:custGeom>
              <a:rect b="b" l="l" r="r" t="t"/>
              <a:pathLst>
                <a:path extrusionOk="0" h="391" w="864">
                  <a:moveTo>
                    <a:pt x="864" y="26"/>
                  </a:moveTo>
                  <a:lnTo>
                    <a:pt x="792" y="93"/>
                  </a:lnTo>
                  <a:lnTo>
                    <a:pt x="684" y="173"/>
                  </a:lnTo>
                  <a:lnTo>
                    <a:pt x="567" y="244"/>
                  </a:lnTo>
                  <a:lnTo>
                    <a:pt x="475" y="286"/>
                  </a:lnTo>
                  <a:lnTo>
                    <a:pt x="392" y="307"/>
                  </a:lnTo>
                  <a:lnTo>
                    <a:pt x="239" y="342"/>
                  </a:lnTo>
                  <a:lnTo>
                    <a:pt x="11" y="391"/>
                  </a:lnTo>
                  <a:lnTo>
                    <a:pt x="0" y="358"/>
                  </a:lnTo>
                  <a:lnTo>
                    <a:pt x="95" y="318"/>
                  </a:lnTo>
                  <a:lnTo>
                    <a:pt x="219" y="279"/>
                  </a:lnTo>
                  <a:lnTo>
                    <a:pt x="453" y="216"/>
                  </a:lnTo>
                  <a:lnTo>
                    <a:pt x="608" y="154"/>
                  </a:lnTo>
                  <a:lnTo>
                    <a:pt x="752" y="68"/>
                  </a:lnTo>
                  <a:lnTo>
                    <a:pt x="842" y="0"/>
                  </a:lnTo>
                  <a:lnTo>
                    <a:pt x="864" y="26"/>
                  </a:lnTo>
                  <a:lnTo>
                    <a:pt x="864"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1" name="Google Shape;821;p16"/>
            <p:cNvSpPr/>
            <p:nvPr/>
          </p:nvSpPr>
          <p:spPr>
            <a:xfrm>
              <a:off x="432" y="2781"/>
              <a:ext cx="97" cy="667"/>
            </a:xfrm>
            <a:custGeom>
              <a:rect b="b" l="l" r="r" t="t"/>
              <a:pathLst>
                <a:path extrusionOk="0" h="1264" w="192">
                  <a:moveTo>
                    <a:pt x="192" y="31"/>
                  </a:moveTo>
                  <a:lnTo>
                    <a:pt x="135" y="155"/>
                  </a:lnTo>
                  <a:lnTo>
                    <a:pt x="61" y="612"/>
                  </a:lnTo>
                  <a:lnTo>
                    <a:pt x="61" y="837"/>
                  </a:lnTo>
                  <a:lnTo>
                    <a:pt x="61" y="893"/>
                  </a:lnTo>
                  <a:lnTo>
                    <a:pt x="61" y="949"/>
                  </a:lnTo>
                  <a:lnTo>
                    <a:pt x="61" y="956"/>
                  </a:lnTo>
                  <a:lnTo>
                    <a:pt x="61" y="963"/>
                  </a:lnTo>
                  <a:lnTo>
                    <a:pt x="61" y="977"/>
                  </a:lnTo>
                  <a:lnTo>
                    <a:pt x="61" y="1005"/>
                  </a:lnTo>
                  <a:lnTo>
                    <a:pt x="61" y="1060"/>
                  </a:lnTo>
                  <a:lnTo>
                    <a:pt x="70" y="1261"/>
                  </a:lnTo>
                  <a:lnTo>
                    <a:pt x="34" y="1264"/>
                  </a:lnTo>
                  <a:lnTo>
                    <a:pt x="0" y="607"/>
                  </a:lnTo>
                  <a:lnTo>
                    <a:pt x="46" y="296"/>
                  </a:lnTo>
                  <a:lnTo>
                    <a:pt x="93" y="120"/>
                  </a:lnTo>
                  <a:lnTo>
                    <a:pt x="122" y="54"/>
                  </a:lnTo>
                  <a:lnTo>
                    <a:pt x="151" y="9"/>
                  </a:lnTo>
                  <a:lnTo>
                    <a:pt x="183" y="0"/>
                  </a:lnTo>
                  <a:lnTo>
                    <a:pt x="192" y="31"/>
                  </a:lnTo>
                  <a:lnTo>
                    <a:pt x="192"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2" name="Google Shape;822;p16"/>
            <p:cNvSpPr/>
            <p:nvPr/>
          </p:nvSpPr>
          <p:spPr>
            <a:xfrm>
              <a:off x="1034" y="2824"/>
              <a:ext cx="259" cy="147"/>
            </a:xfrm>
            <a:custGeom>
              <a:rect b="b" l="l" r="r" t="t"/>
              <a:pathLst>
                <a:path extrusionOk="0" h="279" w="518">
                  <a:moveTo>
                    <a:pt x="0" y="244"/>
                  </a:moveTo>
                  <a:lnTo>
                    <a:pt x="28" y="197"/>
                  </a:lnTo>
                  <a:lnTo>
                    <a:pt x="79" y="131"/>
                  </a:lnTo>
                  <a:lnTo>
                    <a:pt x="134" y="70"/>
                  </a:lnTo>
                  <a:lnTo>
                    <a:pt x="174" y="37"/>
                  </a:lnTo>
                  <a:lnTo>
                    <a:pt x="298" y="0"/>
                  </a:lnTo>
                  <a:lnTo>
                    <a:pt x="512" y="65"/>
                  </a:lnTo>
                  <a:lnTo>
                    <a:pt x="518" y="87"/>
                  </a:lnTo>
                  <a:lnTo>
                    <a:pt x="493" y="93"/>
                  </a:lnTo>
                  <a:lnTo>
                    <a:pt x="352" y="61"/>
                  </a:lnTo>
                  <a:lnTo>
                    <a:pt x="206" y="93"/>
                  </a:lnTo>
                  <a:lnTo>
                    <a:pt x="118" y="173"/>
                  </a:lnTo>
                  <a:lnTo>
                    <a:pt x="45" y="269"/>
                  </a:lnTo>
                  <a:lnTo>
                    <a:pt x="9" y="279"/>
                  </a:lnTo>
                  <a:lnTo>
                    <a:pt x="0" y="244"/>
                  </a:lnTo>
                  <a:lnTo>
                    <a:pt x="0" y="2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3" name="Google Shape;823;p16"/>
            <p:cNvSpPr/>
            <p:nvPr/>
          </p:nvSpPr>
          <p:spPr>
            <a:xfrm>
              <a:off x="1137" y="2846"/>
              <a:ext cx="102" cy="368"/>
            </a:xfrm>
            <a:custGeom>
              <a:rect b="b" l="l" r="r" t="t"/>
              <a:pathLst>
                <a:path extrusionOk="0" h="699" w="203">
                  <a:moveTo>
                    <a:pt x="45" y="14"/>
                  </a:moveTo>
                  <a:lnTo>
                    <a:pt x="147" y="283"/>
                  </a:lnTo>
                  <a:lnTo>
                    <a:pt x="203" y="567"/>
                  </a:lnTo>
                  <a:lnTo>
                    <a:pt x="187" y="699"/>
                  </a:lnTo>
                  <a:lnTo>
                    <a:pt x="153" y="699"/>
                  </a:lnTo>
                  <a:lnTo>
                    <a:pt x="136" y="574"/>
                  </a:lnTo>
                  <a:lnTo>
                    <a:pt x="97" y="380"/>
                  </a:lnTo>
                  <a:lnTo>
                    <a:pt x="54" y="188"/>
                  </a:lnTo>
                  <a:lnTo>
                    <a:pt x="0" y="31"/>
                  </a:lnTo>
                  <a:lnTo>
                    <a:pt x="12" y="0"/>
                  </a:lnTo>
                  <a:lnTo>
                    <a:pt x="45" y="14"/>
                  </a:lnTo>
                  <a:lnTo>
                    <a:pt x="45"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4" name="Google Shape;824;p16"/>
            <p:cNvSpPr/>
            <p:nvPr/>
          </p:nvSpPr>
          <p:spPr>
            <a:xfrm>
              <a:off x="1112" y="2835"/>
              <a:ext cx="125" cy="282"/>
            </a:xfrm>
            <a:custGeom>
              <a:rect b="b" l="l" r="r" t="t"/>
              <a:pathLst>
                <a:path extrusionOk="0" h="536" w="250">
                  <a:moveTo>
                    <a:pt x="250" y="30"/>
                  </a:moveTo>
                  <a:lnTo>
                    <a:pt x="227" y="106"/>
                  </a:lnTo>
                  <a:lnTo>
                    <a:pt x="180" y="218"/>
                  </a:lnTo>
                  <a:lnTo>
                    <a:pt x="132" y="330"/>
                  </a:lnTo>
                  <a:lnTo>
                    <a:pt x="96" y="410"/>
                  </a:lnTo>
                  <a:lnTo>
                    <a:pt x="34" y="536"/>
                  </a:lnTo>
                  <a:lnTo>
                    <a:pt x="0" y="523"/>
                  </a:lnTo>
                  <a:lnTo>
                    <a:pt x="38" y="387"/>
                  </a:lnTo>
                  <a:lnTo>
                    <a:pt x="58" y="342"/>
                  </a:lnTo>
                  <a:lnTo>
                    <a:pt x="110" y="237"/>
                  </a:lnTo>
                  <a:lnTo>
                    <a:pt x="159" y="133"/>
                  </a:lnTo>
                  <a:lnTo>
                    <a:pt x="205" y="16"/>
                  </a:lnTo>
                  <a:lnTo>
                    <a:pt x="236" y="0"/>
                  </a:lnTo>
                  <a:lnTo>
                    <a:pt x="250" y="30"/>
                  </a:lnTo>
                  <a:lnTo>
                    <a:pt x="25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5" name="Google Shape;825;p16"/>
            <p:cNvSpPr/>
            <p:nvPr/>
          </p:nvSpPr>
          <p:spPr>
            <a:xfrm>
              <a:off x="1014" y="2972"/>
              <a:ext cx="178" cy="378"/>
            </a:xfrm>
            <a:custGeom>
              <a:rect b="b" l="l" r="r" t="t"/>
              <a:pathLst>
                <a:path extrusionOk="0" h="719" w="354">
                  <a:moveTo>
                    <a:pt x="27" y="3"/>
                  </a:moveTo>
                  <a:lnTo>
                    <a:pt x="124" y="113"/>
                  </a:lnTo>
                  <a:lnTo>
                    <a:pt x="218" y="284"/>
                  </a:lnTo>
                  <a:lnTo>
                    <a:pt x="293" y="460"/>
                  </a:lnTo>
                  <a:lnTo>
                    <a:pt x="342" y="588"/>
                  </a:lnTo>
                  <a:lnTo>
                    <a:pt x="354" y="680"/>
                  </a:lnTo>
                  <a:lnTo>
                    <a:pt x="335" y="708"/>
                  </a:lnTo>
                  <a:lnTo>
                    <a:pt x="311" y="719"/>
                  </a:lnTo>
                  <a:lnTo>
                    <a:pt x="207" y="378"/>
                  </a:lnTo>
                  <a:lnTo>
                    <a:pt x="148" y="242"/>
                  </a:lnTo>
                  <a:lnTo>
                    <a:pt x="70" y="115"/>
                  </a:lnTo>
                  <a:lnTo>
                    <a:pt x="0" y="24"/>
                  </a:lnTo>
                  <a:lnTo>
                    <a:pt x="2" y="0"/>
                  </a:lnTo>
                  <a:lnTo>
                    <a:pt x="27" y="3"/>
                  </a:lnTo>
                  <a:lnTo>
                    <a:pt x="2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6" name="Google Shape;826;p16"/>
            <p:cNvSpPr/>
            <p:nvPr/>
          </p:nvSpPr>
          <p:spPr>
            <a:xfrm>
              <a:off x="1168" y="2860"/>
              <a:ext cx="116" cy="453"/>
            </a:xfrm>
            <a:custGeom>
              <a:rect b="b" l="l" r="r" t="t"/>
              <a:pathLst>
                <a:path extrusionOk="0" h="860" w="230">
                  <a:moveTo>
                    <a:pt x="181" y="14"/>
                  </a:moveTo>
                  <a:lnTo>
                    <a:pt x="230" y="295"/>
                  </a:lnTo>
                  <a:lnTo>
                    <a:pt x="228" y="457"/>
                  </a:lnTo>
                  <a:lnTo>
                    <a:pt x="201" y="578"/>
                  </a:lnTo>
                  <a:lnTo>
                    <a:pt x="133" y="719"/>
                  </a:lnTo>
                  <a:lnTo>
                    <a:pt x="93" y="787"/>
                  </a:lnTo>
                  <a:lnTo>
                    <a:pt x="45" y="851"/>
                  </a:lnTo>
                  <a:lnTo>
                    <a:pt x="9" y="860"/>
                  </a:lnTo>
                  <a:lnTo>
                    <a:pt x="0" y="825"/>
                  </a:lnTo>
                  <a:lnTo>
                    <a:pt x="70" y="689"/>
                  </a:lnTo>
                  <a:lnTo>
                    <a:pt x="140" y="553"/>
                  </a:lnTo>
                  <a:lnTo>
                    <a:pt x="180" y="344"/>
                  </a:lnTo>
                  <a:lnTo>
                    <a:pt x="163" y="128"/>
                  </a:lnTo>
                  <a:lnTo>
                    <a:pt x="147" y="19"/>
                  </a:lnTo>
                  <a:lnTo>
                    <a:pt x="162" y="0"/>
                  </a:lnTo>
                  <a:lnTo>
                    <a:pt x="181" y="14"/>
                  </a:lnTo>
                  <a:lnTo>
                    <a:pt x="18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7" name="Google Shape;827;p16"/>
            <p:cNvSpPr/>
            <p:nvPr/>
          </p:nvSpPr>
          <p:spPr>
            <a:xfrm>
              <a:off x="1257" y="2756"/>
              <a:ext cx="140" cy="323"/>
            </a:xfrm>
            <a:custGeom>
              <a:rect b="b" l="l" r="r" t="t"/>
              <a:pathLst>
                <a:path extrusionOk="0" h="614" w="281">
                  <a:moveTo>
                    <a:pt x="45" y="4"/>
                  </a:moveTo>
                  <a:lnTo>
                    <a:pt x="146" y="140"/>
                  </a:lnTo>
                  <a:lnTo>
                    <a:pt x="227" y="290"/>
                  </a:lnTo>
                  <a:lnTo>
                    <a:pt x="257" y="443"/>
                  </a:lnTo>
                  <a:lnTo>
                    <a:pt x="281" y="595"/>
                  </a:lnTo>
                  <a:lnTo>
                    <a:pt x="266" y="614"/>
                  </a:lnTo>
                  <a:lnTo>
                    <a:pt x="245" y="600"/>
                  </a:lnTo>
                  <a:lnTo>
                    <a:pt x="203" y="468"/>
                  </a:lnTo>
                  <a:lnTo>
                    <a:pt x="157" y="314"/>
                  </a:lnTo>
                  <a:lnTo>
                    <a:pt x="124" y="241"/>
                  </a:lnTo>
                  <a:lnTo>
                    <a:pt x="86" y="173"/>
                  </a:lnTo>
                  <a:lnTo>
                    <a:pt x="0" y="40"/>
                  </a:lnTo>
                  <a:lnTo>
                    <a:pt x="4" y="0"/>
                  </a:lnTo>
                  <a:lnTo>
                    <a:pt x="45" y="4"/>
                  </a:lnTo>
                  <a:lnTo>
                    <a:pt x="45"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8" name="Google Shape;828;p16"/>
            <p:cNvSpPr/>
            <p:nvPr/>
          </p:nvSpPr>
          <p:spPr>
            <a:xfrm>
              <a:off x="1384" y="2821"/>
              <a:ext cx="156" cy="367"/>
            </a:xfrm>
            <a:custGeom>
              <a:rect b="b" l="l" r="r" t="t"/>
              <a:pathLst>
                <a:path extrusionOk="0" h="696" w="311">
                  <a:moveTo>
                    <a:pt x="0" y="671"/>
                  </a:moveTo>
                  <a:lnTo>
                    <a:pt x="45" y="570"/>
                  </a:lnTo>
                  <a:lnTo>
                    <a:pt x="99" y="469"/>
                  </a:lnTo>
                  <a:lnTo>
                    <a:pt x="212" y="150"/>
                  </a:lnTo>
                  <a:lnTo>
                    <a:pt x="255" y="21"/>
                  </a:lnTo>
                  <a:lnTo>
                    <a:pt x="291" y="0"/>
                  </a:lnTo>
                  <a:lnTo>
                    <a:pt x="311" y="33"/>
                  </a:lnTo>
                  <a:lnTo>
                    <a:pt x="275" y="169"/>
                  </a:lnTo>
                  <a:lnTo>
                    <a:pt x="239" y="265"/>
                  </a:lnTo>
                  <a:lnTo>
                    <a:pt x="196" y="370"/>
                  </a:lnTo>
                  <a:lnTo>
                    <a:pt x="149" y="473"/>
                  </a:lnTo>
                  <a:lnTo>
                    <a:pt x="104" y="565"/>
                  </a:lnTo>
                  <a:lnTo>
                    <a:pt x="32" y="687"/>
                  </a:lnTo>
                  <a:lnTo>
                    <a:pt x="9" y="696"/>
                  </a:lnTo>
                  <a:lnTo>
                    <a:pt x="0" y="671"/>
                  </a:lnTo>
                  <a:lnTo>
                    <a:pt x="0" y="6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9" name="Google Shape;829;p16"/>
            <p:cNvSpPr/>
            <p:nvPr/>
          </p:nvSpPr>
          <p:spPr>
            <a:xfrm>
              <a:off x="1521" y="2812"/>
              <a:ext cx="62" cy="70"/>
            </a:xfrm>
            <a:custGeom>
              <a:rect b="b" l="l" r="r" t="t"/>
              <a:pathLst>
                <a:path extrusionOk="0" h="133" w="124">
                  <a:moveTo>
                    <a:pt x="56" y="119"/>
                  </a:moveTo>
                  <a:lnTo>
                    <a:pt x="20" y="63"/>
                  </a:lnTo>
                  <a:lnTo>
                    <a:pt x="0" y="39"/>
                  </a:lnTo>
                  <a:lnTo>
                    <a:pt x="13" y="0"/>
                  </a:lnTo>
                  <a:lnTo>
                    <a:pt x="52" y="11"/>
                  </a:lnTo>
                  <a:lnTo>
                    <a:pt x="60" y="39"/>
                  </a:lnTo>
                  <a:lnTo>
                    <a:pt x="94" y="79"/>
                  </a:lnTo>
                  <a:lnTo>
                    <a:pt x="119" y="103"/>
                  </a:lnTo>
                  <a:lnTo>
                    <a:pt x="124" y="128"/>
                  </a:lnTo>
                  <a:lnTo>
                    <a:pt x="101" y="133"/>
                  </a:lnTo>
                  <a:lnTo>
                    <a:pt x="56" y="119"/>
                  </a:lnTo>
                  <a:lnTo>
                    <a:pt x="56" y="1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0" name="Google Shape;830;p16"/>
            <p:cNvSpPr/>
            <p:nvPr/>
          </p:nvSpPr>
          <p:spPr>
            <a:xfrm>
              <a:off x="1436" y="2837"/>
              <a:ext cx="197" cy="303"/>
            </a:xfrm>
            <a:custGeom>
              <a:rect b="b" l="l" r="r" t="t"/>
              <a:pathLst>
                <a:path extrusionOk="0" h="575" w="392">
                  <a:moveTo>
                    <a:pt x="0" y="575"/>
                  </a:moveTo>
                  <a:lnTo>
                    <a:pt x="36" y="518"/>
                  </a:lnTo>
                  <a:lnTo>
                    <a:pt x="106" y="406"/>
                  </a:lnTo>
                  <a:lnTo>
                    <a:pt x="182" y="291"/>
                  </a:lnTo>
                  <a:lnTo>
                    <a:pt x="229" y="218"/>
                  </a:lnTo>
                  <a:lnTo>
                    <a:pt x="342" y="15"/>
                  </a:lnTo>
                  <a:lnTo>
                    <a:pt x="376" y="0"/>
                  </a:lnTo>
                  <a:lnTo>
                    <a:pt x="392" y="31"/>
                  </a:lnTo>
                  <a:lnTo>
                    <a:pt x="345" y="122"/>
                  </a:lnTo>
                  <a:lnTo>
                    <a:pt x="299" y="200"/>
                  </a:lnTo>
                  <a:lnTo>
                    <a:pt x="245" y="289"/>
                  </a:lnTo>
                  <a:lnTo>
                    <a:pt x="189" y="376"/>
                  </a:lnTo>
                  <a:lnTo>
                    <a:pt x="139" y="455"/>
                  </a:lnTo>
                  <a:lnTo>
                    <a:pt x="74" y="542"/>
                  </a:lnTo>
                  <a:lnTo>
                    <a:pt x="27" y="573"/>
                  </a:lnTo>
                  <a:lnTo>
                    <a:pt x="0" y="575"/>
                  </a:lnTo>
                  <a:lnTo>
                    <a:pt x="0" y="5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1" name="Google Shape;831;p16"/>
            <p:cNvSpPr/>
            <p:nvPr/>
          </p:nvSpPr>
          <p:spPr>
            <a:xfrm>
              <a:off x="1622" y="2837"/>
              <a:ext cx="263" cy="281"/>
            </a:xfrm>
            <a:custGeom>
              <a:rect b="b" l="l" r="r" t="t"/>
              <a:pathLst>
                <a:path extrusionOk="0" h="533" w="527">
                  <a:moveTo>
                    <a:pt x="37" y="0"/>
                  </a:moveTo>
                  <a:lnTo>
                    <a:pt x="176" y="120"/>
                  </a:lnTo>
                  <a:lnTo>
                    <a:pt x="289" y="263"/>
                  </a:lnTo>
                  <a:lnTo>
                    <a:pt x="408" y="396"/>
                  </a:lnTo>
                  <a:lnTo>
                    <a:pt x="520" y="469"/>
                  </a:lnTo>
                  <a:lnTo>
                    <a:pt x="527" y="509"/>
                  </a:lnTo>
                  <a:lnTo>
                    <a:pt x="504" y="533"/>
                  </a:lnTo>
                  <a:lnTo>
                    <a:pt x="342" y="443"/>
                  </a:lnTo>
                  <a:lnTo>
                    <a:pt x="217" y="307"/>
                  </a:lnTo>
                  <a:lnTo>
                    <a:pt x="167" y="233"/>
                  </a:lnTo>
                  <a:lnTo>
                    <a:pt x="118" y="167"/>
                  </a:lnTo>
                  <a:lnTo>
                    <a:pt x="64" y="102"/>
                  </a:lnTo>
                  <a:lnTo>
                    <a:pt x="3" y="38"/>
                  </a:lnTo>
                  <a:lnTo>
                    <a:pt x="0" y="1"/>
                  </a:lnTo>
                  <a:lnTo>
                    <a:pt x="37" y="0"/>
                  </a:lnTo>
                  <a:lnTo>
                    <a:pt x="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2" name="Google Shape;832;p16"/>
            <p:cNvSpPr/>
            <p:nvPr/>
          </p:nvSpPr>
          <p:spPr>
            <a:xfrm>
              <a:off x="1969" y="3157"/>
              <a:ext cx="110" cy="68"/>
            </a:xfrm>
            <a:custGeom>
              <a:rect b="b" l="l" r="r" t="t"/>
              <a:pathLst>
                <a:path extrusionOk="0" h="128" w="220">
                  <a:moveTo>
                    <a:pt x="26" y="0"/>
                  </a:moveTo>
                  <a:lnTo>
                    <a:pt x="204" y="84"/>
                  </a:lnTo>
                  <a:lnTo>
                    <a:pt x="220" y="114"/>
                  </a:lnTo>
                  <a:lnTo>
                    <a:pt x="189" y="128"/>
                  </a:lnTo>
                  <a:lnTo>
                    <a:pt x="92" y="108"/>
                  </a:lnTo>
                  <a:lnTo>
                    <a:pt x="9" y="68"/>
                  </a:lnTo>
                  <a:lnTo>
                    <a:pt x="0" y="21"/>
                  </a:lnTo>
                  <a:lnTo>
                    <a:pt x="26"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3" name="Google Shape;833;p16"/>
            <p:cNvSpPr/>
            <p:nvPr/>
          </p:nvSpPr>
          <p:spPr>
            <a:xfrm>
              <a:off x="1945" y="3206"/>
              <a:ext cx="136" cy="142"/>
            </a:xfrm>
            <a:custGeom>
              <a:rect b="b" l="l" r="r" t="t"/>
              <a:pathLst>
                <a:path extrusionOk="0" h="268" w="272">
                  <a:moveTo>
                    <a:pt x="2" y="233"/>
                  </a:moveTo>
                  <a:lnTo>
                    <a:pt x="61" y="174"/>
                  </a:lnTo>
                  <a:lnTo>
                    <a:pt x="122" y="117"/>
                  </a:lnTo>
                  <a:lnTo>
                    <a:pt x="183" y="57"/>
                  </a:lnTo>
                  <a:lnTo>
                    <a:pt x="243" y="0"/>
                  </a:lnTo>
                  <a:lnTo>
                    <a:pt x="272" y="21"/>
                  </a:lnTo>
                  <a:lnTo>
                    <a:pt x="182" y="169"/>
                  </a:lnTo>
                  <a:lnTo>
                    <a:pt x="113" y="218"/>
                  </a:lnTo>
                  <a:lnTo>
                    <a:pt x="34" y="268"/>
                  </a:lnTo>
                  <a:lnTo>
                    <a:pt x="0" y="267"/>
                  </a:lnTo>
                  <a:lnTo>
                    <a:pt x="2" y="233"/>
                  </a:lnTo>
                  <a:lnTo>
                    <a:pt x="2" y="2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4" name="Google Shape;834;p16"/>
            <p:cNvSpPr/>
            <p:nvPr/>
          </p:nvSpPr>
          <p:spPr>
            <a:xfrm>
              <a:off x="1550" y="3027"/>
              <a:ext cx="319" cy="302"/>
            </a:xfrm>
            <a:custGeom>
              <a:rect b="b" l="l" r="r" t="t"/>
              <a:pathLst>
                <a:path extrusionOk="0" h="573" w="639">
                  <a:moveTo>
                    <a:pt x="577" y="488"/>
                  </a:moveTo>
                  <a:lnTo>
                    <a:pt x="406" y="341"/>
                  </a:lnTo>
                  <a:lnTo>
                    <a:pt x="318" y="204"/>
                  </a:lnTo>
                  <a:lnTo>
                    <a:pt x="243" y="59"/>
                  </a:lnTo>
                  <a:lnTo>
                    <a:pt x="124" y="87"/>
                  </a:lnTo>
                  <a:lnTo>
                    <a:pt x="25" y="151"/>
                  </a:lnTo>
                  <a:lnTo>
                    <a:pt x="0" y="146"/>
                  </a:lnTo>
                  <a:lnTo>
                    <a:pt x="57" y="80"/>
                  </a:lnTo>
                  <a:lnTo>
                    <a:pt x="160" y="12"/>
                  </a:lnTo>
                  <a:lnTo>
                    <a:pt x="262" y="0"/>
                  </a:lnTo>
                  <a:lnTo>
                    <a:pt x="358" y="137"/>
                  </a:lnTo>
                  <a:lnTo>
                    <a:pt x="412" y="237"/>
                  </a:lnTo>
                  <a:lnTo>
                    <a:pt x="455" y="305"/>
                  </a:lnTo>
                  <a:lnTo>
                    <a:pt x="558" y="375"/>
                  </a:lnTo>
                  <a:lnTo>
                    <a:pt x="637" y="430"/>
                  </a:lnTo>
                  <a:lnTo>
                    <a:pt x="639" y="490"/>
                  </a:lnTo>
                  <a:lnTo>
                    <a:pt x="615" y="546"/>
                  </a:lnTo>
                  <a:lnTo>
                    <a:pt x="592" y="573"/>
                  </a:lnTo>
                  <a:lnTo>
                    <a:pt x="594" y="553"/>
                  </a:lnTo>
                  <a:lnTo>
                    <a:pt x="577" y="488"/>
                  </a:lnTo>
                  <a:lnTo>
                    <a:pt x="577" y="4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5" name="Google Shape;835;p16"/>
            <p:cNvSpPr/>
            <p:nvPr/>
          </p:nvSpPr>
          <p:spPr>
            <a:xfrm>
              <a:off x="1255" y="3058"/>
              <a:ext cx="178" cy="227"/>
            </a:xfrm>
            <a:custGeom>
              <a:rect b="b" l="l" r="r" t="t"/>
              <a:pathLst>
                <a:path extrusionOk="0" h="429" w="357">
                  <a:moveTo>
                    <a:pt x="335" y="33"/>
                  </a:moveTo>
                  <a:lnTo>
                    <a:pt x="267" y="49"/>
                  </a:lnTo>
                  <a:lnTo>
                    <a:pt x="224" y="91"/>
                  </a:lnTo>
                  <a:lnTo>
                    <a:pt x="166" y="214"/>
                  </a:lnTo>
                  <a:lnTo>
                    <a:pt x="101" y="354"/>
                  </a:lnTo>
                  <a:lnTo>
                    <a:pt x="67" y="391"/>
                  </a:lnTo>
                  <a:lnTo>
                    <a:pt x="29" y="429"/>
                  </a:lnTo>
                  <a:lnTo>
                    <a:pt x="0" y="410"/>
                  </a:lnTo>
                  <a:lnTo>
                    <a:pt x="40" y="321"/>
                  </a:lnTo>
                  <a:lnTo>
                    <a:pt x="83" y="225"/>
                  </a:lnTo>
                  <a:lnTo>
                    <a:pt x="146" y="106"/>
                  </a:lnTo>
                  <a:lnTo>
                    <a:pt x="188" y="54"/>
                  </a:lnTo>
                  <a:lnTo>
                    <a:pt x="234" y="16"/>
                  </a:lnTo>
                  <a:lnTo>
                    <a:pt x="342" y="0"/>
                  </a:lnTo>
                  <a:lnTo>
                    <a:pt x="357" y="19"/>
                  </a:lnTo>
                  <a:lnTo>
                    <a:pt x="335" y="33"/>
                  </a:lnTo>
                  <a:lnTo>
                    <a:pt x="33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6" name="Google Shape;836;p16"/>
            <p:cNvSpPr/>
            <p:nvPr/>
          </p:nvSpPr>
          <p:spPr>
            <a:xfrm>
              <a:off x="1351" y="3091"/>
              <a:ext cx="240" cy="115"/>
            </a:xfrm>
            <a:custGeom>
              <a:rect b="b" l="l" r="r" t="t"/>
              <a:pathLst>
                <a:path extrusionOk="0" h="218" w="481">
                  <a:moveTo>
                    <a:pt x="0" y="206"/>
                  </a:moveTo>
                  <a:lnTo>
                    <a:pt x="79" y="144"/>
                  </a:lnTo>
                  <a:lnTo>
                    <a:pt x="169" y="92"/>
                  </a:lnTo>
                  <a:lnTo>
                    <a:pt x="254" y="19"/>
                  </a:lnTo>
                  <a:lnTo>
                    <a:pt x="358" y="0"/>
                  </a:lnTo>
                  <a:lnTo>
                    <a:pt x="455" y="47"/>
                  </a:lnTo>
                  <a:lnTo>
                    <a:pt x="481" y="118"/>
                  </a:lnTo>
                  <a:lnTo>
                    <a:pt x="454" y="218"/>
                  </a:lnTo>
                  <a:lnTo>
                    <a:pt x="412" y="193"/>
                  </a:lnTo>
                  <a:lnTo>
                    <a:pt x="418" y="113"/>
                  </a:lnTo>
                  <a:lnTo>
                    <a:pt x="355" y="66"/>
                  </a:lnTo>
                  <a:lnTo>
                    <a:pt x="198" y="106"/>
                  </a:lnTo>
                  <a:lnTo>
                    <a:pt x="61" y="207"/>
                  </a:lnTo>
                  <a:lnTo>
                    <a:pt x="0" y="206"/>
                  </a:lnTo>
                  <a:lnTo>
                    <a:pt x="0" y="2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7" name="Google Shape;837;p16"/>
            <p:cNvSpPr/>
            <p:nvPr/>
          </p:nvSpPr>
          <p:spPr>
            <a:xfrm>
              <a:off x="1421" y="3169"/>
              <a:ext cx="187" cy="110"/>
            </a:xfrm>
            <a:custGeom>
              <a:rect b="b" l="l" r="r" t="t"/>
              <a:pathLst>
                <a:path extrusionOk="0" h="211" w="375">
                  <a:moveTo>
                    <a:pt x="375" y="119"/>
                  </a:moveTo>
                  <a:lnTo>
                    <a:pt x="321" y="211"/>
                  </a:lnTo>
                  <a:lnTo>
                    <a:pt x="287" y="203"/>
                  </a:lnTo>
                  <a:lnTo>
                    <a:pt x="301" y="112"/>
                  </a:lnTo>
                  <a:lnTo>
                    <a:pt x="258" y="46"/>
                  </a:lnTo>
                  <a:lnTo>
                    <a:pt x="179" y="32"/>
                  </a:lnTo>
                  <a:lnTo>
                    <a:pt x="15" y="65"/>
                  </a:lnTo>
                  <a:lnTo>
                    <a:pt x="0" y="33"/>
                  </a:lnTo>
                  <a:lnTo>
                    <a:pt x="99" y="2"/>
                  </a:lnTo>
                  <a:lnTo>
                    <a:pt x="216" y="0"/>
                  </a:lnTo>
                  <a:lnTo>
                    <a:pt x="319" y="35"/>
                  </a:lnTo>
                  <a:lnTo>
                    <a:pt x="375" y="119"/>
                  </a:lnTo>
                  <a:lnTo>
                    <a:pt x="375" y="1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8" name="Google Shape;838;p16"/>
            <p:cNvSpPr/>
            <p:nvPr/>
          </p:nvSpPr>
          <p:spPr>
            <a:xfrm>
              <a:off x="1492" y="3228"/>
              <a:ext cx="89" cy="81"/>
            </a:xfrm>
            <a:custGeom>
              <a:rect b="b" l="l" r="r" t="t"/>
              <a:pathLst>
                <a:path extrusionOk="0" h="153" w="178">
                  <a:moveTo>
                    <a:pt x="19" y="0"/>
                  </a:moveTo>
                  <a:lnTo>
                    <a:pt x="151" y="75"/>
                  </a:lnTo>
                  <a:lnTo>
                    <a:pt x="165" y="92"/>
                  </a:lnTo>
                  <a:lnTo>
                    <a:pt x="178" y="137"/>
                  </a:lnTo>
                  <a:lnTo>
                    <a:pt x="172" y="153"/>
                  </a:lnTo>
                  <a:lnTo>
                    <a:pt x="149" y="148"/>
                  </a:lnTo>
                  <a:lnTo>
                    <a:pt x="12" y="33"/>
                  </a:lnTo>
                  <a:lnTo>
                    <a:pt x="0" y="12"/>
                  </a:lnTo>
                  <a:lnTo>
                    <a:pt x="19" y="0"/>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9" name="Google Shape;839;p16"/>
            <p:cNvSpPr/>
            <p:nvPr/>
          </p:nvSpPr>
          <p:spPr>
            <a:xfrm>
              <a:off x="2401" y="3307"/>
              <a:ext cx="126" cy="140"/>
            </a:xfrm>
            <a:custGeom>
              <a:rect b="b" l="l" r="r" t="t"/>
              <a:pathLst>
                <a:path extrusionOk="0" h="265" w="252">
                  <a:moveTo>
                    <a:pt x="42" y="3"/>
                  </a:moveTo>
                  <a:lnTo>
                    <a:pt x="83" y="43"/>
                  </a:lnTo>
                  <a:lnTo>
                    <a:pt x="151" y="111"/>
                  </a:lnTo>
                  <a:lnTo>
                    <a:pt x="216" y="178"/>
                  </a:lnTo>
                  <a:lnTo>
                    <a:pt x="252" y="216"/>
                  </a:lnTo>
                  <a:lnTo>
                    <a:pt x="249" y="265"/>
                  </a:lnTo>
                  <a:lnTo>
                    <a:pt x="198" y="261"/>
                  </a:lnTo>
                  <a:lnTo>
                    <a:pt x="153" y="214"/>
                  </a:lnTo>
                  <a:lnTo>
                    <a:pt x="94" y="150"/>
                  </a:lnTo>
                  <a:lnTo>
                    <a:pt x="0" y="36"/>
                  </a:lnTo>
                  <a:lnTo>
                    <a:pt x="4" y="0"/>
                  </a:lnTo>
                  <a:lnTo>
                    <a:pt x="42" y="3"/>
                  </a:lnTo>
                  <a:lnTo>
                    <a:pt x="4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0" name="Google Shape;840;p16"/>
            <p:cNvSpPr/>
            <p:nvPr/>
          </p:nvSpPr>
          <p:spPr>
            <a:xfrm>
              <a:off x="2341" y="3420"/>
              <a:ext cx="191" cy="386"/>
            </a:xfrm>
            <a:custGeom>
              <a:rect b="b" l="l" r="r" t="t"/>
              <a:pathLst>
                <a:path extrusionOk="0" h="733" w="383">
                  <a:moveTo>
                    <a:pt x="383" y="58"/>
                  </a:moveTo>
                  <a:lnTo>
                    <a:pt x="331" y="147"/>
                  </a:lnTo>
                  <a:lnTo>
                    <a:pt x="277" y="234"/>
                  </a:lnTo>
                  <a:lnTo>
                    <a:pt x="178" y="414"/>
                  </a:lnTo>
                  <a:lnTo>
                    <a:pt x="34" y="733"/>
                  </a:lnTo>
                  <a:lnTo>
                    <a:pt x="0" y="721"/>
                  </a:lnTo>
                  <a:lnTo>
                    <a:pt x="46" y="551"/>
                  </a:lnTo>
                  <a:lnTo>
                    <a:pt x="95" y="380"/>
                  </a:lnTo>
                  <a:lnTo>
                    <a:pt x="129" y="309"/>
                  </a:lnTo>
                  <a:lnTo>
                    <a:pt x="196" y="196"/>
                  </a:lnTo>
                  <a:lnTo>
                    <a:pt x="266" y="82"/>
                  </a:lnTo>
                  <a:lnTo>
                    <a:pt x="313" y="12"/>
                  </a:lnTo>
                  <a:lnTo>
                    <a:pt x="370" y="0"/>
                  </a:lnTo>
                  <a:lnTo>
                    <a:pt x="383" y="58"/>
                  </a:lnTo>
                  <a:lnTo>
                    <a:pt x="383"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1" name="Google Shape;841;p16"/>
            <p:cNvSpPr/>
            <p:nvPr/>
          </p:nvSpPr>
          <p:spPr>
            <a:xfrm>
              <a:off x="2200" y="3381"/>
              <a:ext cx="98" cy="330"/>
            </a:xfrm>
            <a:custGeom>
              <a:rect b="b" l="l" r="r" t="t"/>
              <a:pathLst>
                <a:path extrusionOk="0" h="626" w="194">
                  <a:moveTo>
                    <a:pt x="194" y="45"/>
                  </a:moveTo>
                  <a:lnTo>
                    <a:pt x="144" y="221"/>
                  </a:lnTo>
                  <a:lnTo>
                    <a:pt x="90" y="459"/>
                  </a:lnTo>
                  <a:lnTo>
                    <a:pt x="34" y="626"/>
                  </a:lnTo>
                  <a:lnTo>
                    <a:pt x="0" y="621"/>
                  </a:lnTo>
                  <a:lnTo>
                    <a:pt x="0" y="577"/>
                  </a:lnTo>
                  <a:lnTo>
                    <a:pt x="0" y="532"/>
                  </a:lnTo>
                  <a:lnTo>
                    <a:pt x="0" y="488"/>
                  </a:lnTo>
                  <a:lnTo>
                    <a:pt x="2" y="443"/>
                  </a:lnTo>
                  <a:lnTo>
                    <a:pt x="18" y="368"/>
                  </a:lnTo>
                  <a:lnTo>
                    <a:pt x="54" y="235"/>
                  </a:lnTo>
                  <a:lnTo>
                    <a:pt x="95" y="101"/>
                  </a:lnTo>
                  <a:lnTo>
                    <a:pt x="122" y="24"/>
                  </a:lnTo>
                  <a:lnTo>
                    <a:pt x="169" y="0"/>
                  </a:lnTo>
                  <a:lnTo>
                    <a:pt x="194" y="45"/>
                  </a:lnTo>
                  <a:lnTo>
                    <a:pt x="194"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2" name="Google Shape;842;p16"/>
            <p:cNvSpPr/>
            <p:nvPr/>
          </p:nvSpPr>
          <p:spPr>
            <a:xfrm>
              <a:off x="1735" y="3523"/>
              <a:ext cx="152" cy="224"/>
            </a:xfrm>
            <a:custGeom>
              <a:rect b="b" l="l" r="r" t="t"/>
              <a:pathLst>
                <a:path extrusionOk="0" h="425" w="305">
                  <a:moveTo>
                    <a:pt x="238" y="340"/>
                  </a:moveTo>
                  <a:lnTo>
                    <a:pt x="285" y="322"/>
                  </a:lnTo>
                  <a:lnTo>
                    <a:pt x="305" y="352"/>
                  </a:lnTo>
                  <a:lnTo>
                    <a:pt x="296" y="395"/>
                  </a:lnTo>
                  <a:lnTo>
                    <a:pt x="261" y="425"/>
                  </a:lnTo>
                  <a:lnTo>
                    <a:pt x="134" y="397"/>
                  </a:lnTo>
                  <a:lnTo>
                    <a:pt x="40" y="291"/>
                  </a:lnTo>
                  <a:lnTo>
                    <a:pt x="0" y="155"/>
                  </a:lnTo>
                  <a:lnTo>
                    <a:pt x="33" y="34"/>
                  </a:lnTo>
                  <a:lnTo>
                    <a:pt x="85" y="1"/>
                  </a:lnTo>
                  <a:lnTo>
                    <a:pt x="148" y="0"/>
                  </a:lnTo>
                  <a:lnTo>
                    <a:pt x="240" y="57"/>
                  </a:lnTo>
                  <a:lnTo>
                    <a:pt x="215" y="95"/>
                  </a:lnTo>
                  <a:lnTo>
                    <a:pt x="180" y="101"/>
                  </a:lnTo>
                  <a:lnTo>
                    <a:pt x="141" y="62"/>
                  </a:lnTo>
                  <a:lnTo>
                    <a:pt x="87" y="73"/>
                  </a:lnTo>
                  <a:lnTo>
                    <a:pt x="74" y="144"/>
                  </a:lnTo>
                  <a:lnTo>
                    <a:pt x="105" y="235"/>
                  </a:lnTo>
                  <a:lnTo>
                    <a:pt x="166" y="312"/>
                  </a:lnTo>
                  <a:lnTo>
                    <a:pt x="238" y="340"/>
                  </a:lnTo>
                  <a:lnTo>
                    <a:pt x="238" y="3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3" name="Google Shape;843;p16"/>
            <p:cNvSpPr/>
            <p:nvPr/>
          </p:nvSpPr>
          <p:spPr>
            <a:xfrm>
              <a:off x="1835" y="3581"/>
              <a:ext cx="36" cy="33"/>
            </a:xfrm>
            <a:custGeom>
              <a:rect b="b" l="l" r="r" t="t"/>
              <a:pathLst>
                <a:path extrusionOk="0" h="65" w="72">
                  <a:moveTo>
                    <a:pt x="7" y="18"/>
                  </a:moveTo>
                  <a:lnTo>
                    <a:pt x="24" y="0"/>
                  </a:lnTo>
                  <a:lnTo>
                    <a:pt x="72" y="9"/>
                  </a:lnTo>
                  <a:lnTo>
                    <a:pt x="65" y="56"/>
                  </a:lnTo>
                  <a:lnTo>
                    <a:pt x="43" y="65"/>
                  </a:lnTo>
                  <a:lnTo>
                    <a:pt x="0" y="58"/>
                  </a:lnTo>
                  <a:lnTo>
                    <a:pt x="7" y="18"/>
                  </a:lnTo>
                  <a:lnTo>
                    <a:pt x="7"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4" name="Google Shape;844;p16"/>
            <p:cNvSpPr/>
            <p:nvPr/>
          </p:nvSpPr>
          <p:spPr>
            <a:xfrm>
              <a:off x="1839" y="3628"/>
              <a:ext cx="66" cy="39"/>
            </a:xfrm>
            <a:custGeom>
              <a:rect b="b" l="l" r="r" t="t"/>
              <a:pathLst>
                <a:path extrusionOk="0" h="75" w="134">
                  <a:moveTo>
                    <a:pt x="58" y="75"/>
                  </a:moveTo>
                  <a:lnTo>
                    <a:pt x="17" y="49"/>
                  </a:lnTo>
                  <a:lnTo>
                    <a:pt x="0" y="18"/>
                  </a:lnTo>
                  <a:lnTo>
                    <a:pt x="35" y="0"/>
                  </a:lnTo>
                  <a:lnTo>
                    <a:pt x="107" y="14"/>
                  </a:lnTo>
                  <a:lnTo>
                    <a:pt x="134" y="46"/>
                  </a:lnTo>
                  <a:lnTo>
                    <a:pt x="103" y="70"/>
                  </a:lnTo>
                  <a:lnTo>
                    <a:pt x="58" y="75"/>
                  </a:lnTo>
                  <a:lnTo>
                    <a:pt x="58" y="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5" name="Google Shape;845;p16"/>
            <p:cNvSpPr/>
            <p:nvPr/>
          </p:nvSpPr>
          <p:spPr>
            <a:xfrm>
              <a:off x="1685" y="2126"/>
              <a:ext cx="379" cy="285"/>
            </a:xfrm>
            <a:custGeom>
              <a:rect b="b" l="l" r="r" t="t"/>
              <a:pathLst>
                <a:path extrusionOk="0" h="542" w="757">
                  <a:moveTo>
                    <a:pt x="0" y="512"/>
                  </a:moveTo>
                  <a:lnTo>
                    <a:pt x="55" y="476"/>
                  </a:lnTo>
                  <a:lnTo>
                    <a:pt x="203" y="350"/>
                  </a:lnTo>
                  <a:lnTo>
                    <a:pt x="351" y="228"/>
                  </a:lnTo>
                  <a:lnTo>
                    <a:pt x="608" y="78"/>
                  </a:lnTo>
                  <a:lnTo>
                    <a:pt x="703" y="20"/>
                  </a:lnTo>
                  <a:lnTo>
                    <a:pt x="756" y="0"/>
                  </a:lnTo>
                  <a:lnTo>
                    <a:pt x="757" y="26"/>
                  </a:lnTo>
                  <a:lnTo>
                    <a:pt x="684" y="113"/>
                  </a:lnTo>
                  <a:lnTo>
                    <a:pt x="592" y="179"/>
                  </a:lnTo>
                  <a:lnTo>
                    <a:pt x="390" y="289"/>
                  </a:lnTo>
                  <a:lnTo>
                    <a:pt x="97" y="500"/>
                  </a:lnTo>
                  <a:lnTo>
                    <a:pt x="18" y="542"/>
                  </a:lnTo>
                  <a:lnTo>
                    <a:pt x="0" y="512"/>
                  </a:lnTo>
                  <a:lnTo>
                    <a:pt x="0" y="5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6" name="Google Shape;846;p16"/>
            <p:cNvSpPr/>
            <p:nvPr/>
          </p:nvSpPr>
          <p:spPr>
            <a:xfrm>
              <a:off x="2036" y="2248"/>
              <a:ext cx="84" cy="322"/>
            </a:xfrm>
            <a:custGeom>
              <a:rect b="b" l="l" r="r" t="t"/>
              <a:pathLst>
                <a:path extrusionOk="0" h="612" w="169">
                  <a:moveTo>
                    <a:pt x="64" y="3"/>
                  </a:moveTo>
                  <a:lnTo>
                    <a:pt x="140" y="125"/>
                  </a:lnTo>
                  <a:lnTo>
                    <a:pt x="169" y="263"/>
                  </a:lnTo>
                  <a:lnTo>
                    <a:pt x="127" y="418"/>
                  </a:lnTo>
                  <a:lnTo>
                    <a:pt x="77" y="561"/>
                  </a:lnTo>
                  <a:lnTo>
                    <a:pt x="30" y="612"/>
                  </a:lnTo>
                  <a:lnTo>
                    <a:pt x="0" y="596"/>
                  </a:lnTo>
                  <a:lnTo>
                    <a:pt x="50" y="425"/>
                  </a:lnTo>
                  <a:lnTo>
                    <a:pt x="100" y="256"/>
                  </a:lnTo>
                  <a:lnTo>
                    <a:pt x="86" y="134"/>
                  </a:lnTo>
                  <a:lnTo>
                    <a:pt x="36" y="24"/>
                  </a:lnTo>
                  <a:lnTo>
                    <a:pt x="39" y="0"/>
                  </a:lnTo>
                  <a:lnTo>
                    <a:pt x="64" y="3"/>
                  </a:lnTo>
                  <a:lnTo>
                    <a:pt x="6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7" name="Google Shape;847;p16"/>
            <p:cNvSpPr/>
            <p:nvPr/>
          </p:nvSpPr>
          <p:spPr>
            <a:xfrm>
              <a:off x="1720" y="2264"/>
              <a:ext cx="278" cy="214"/>
            </a:xfrm>
            <a:custGeom>
              <a:rect b="b" l="l" r="r" t="t"/>
              <a:pathLst>
                <a:path extrusionOk="0" h="405" w="556">
                  <a:moveTo>
                    <a:pt x="0" y="377"/>
                  </a:moveTo>
                  <a:lnTo>
                    <a:pt x="97" y="312"/>
                  </a:lnTo>
                  <a:lnTo>
                    <a:pt x="236" y="202"/>
                  </a:lnTo>
                  <a:lnTo>
                    <a:pt x="380" y="96"/>
                  </a:lnTo>
                  <a:lnTo>
                    <a:pt x="536" y="0"/>
                  </a:lnTo>
                  <a:lnTo>
                    <a:pt x="556" y="28"/>
                  </a:lnTo>
                  <a:lnTo>
                    <a:pt x="417" y="148"/>
                  </a:lnTo>
                  <a:lnTo>
                    <a:pt x="210" y="286"/>
                  </a:lnTo>
                  <a:lnTo>
                    <a:pt x="83" y="366"/>
                  </a:lnTo>
                  <a:lnTo>
                    <a:pt x="18" y="405"/>
                  </a:lnTo>
                  <a:lnTo>
                    <a:pt x="0" y="377"/>
                  </a:lnTo>
                  <a:lnTo>
                    <a:pt x="0" y="3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8" name="Google Shape;848;p16"/>
            <p:cNvSpPr/>
            <p:nvPr/>
          </p:nvSpPr>
          <p:spPr>
            <a:xfrm>
              <a:off x="2074" y="2149"/>
              <a:ext cx="115" cy="248"/>
            </a:xfrm>
            <a:custGeom>
              <a:rect b="b" l="l" r="r" t="t"/>
              <a:pathLst>
                <a:path extrusionOk="0" h="471" w="230">
                  <a:moveTo>
                    <a:pt x="34" y="14"/>
                  </a:moveTo>
                  <a:lnTo>
                    <a:pt x="69" y="114"/>
                  </a:lnTo>
                  <a:lnTo>
                    <a:pt x="122" y="195"/>
                  </a:lnTo>
                  <a:lnTo>
                    <a:pt x="175" y="276"/>
                  </a:lnTo>
                  <a:lnTo>
                    <a:pt x="230" y="448"/>
                  </a:lnTo>
                  <a:lnTo>
                    <a:pt x="220" y="471"/>
                  </a:lnTo>
                  <a:lnTo>
                    <a:pt x="198" y="461"/>
                  </a:lnTo>
                  <a:lnTo>
                    <a:pt x="144" y="365"/>
                  </a:lnTo>
                  <a:lnTo>
                    <a:pt x="78" y="243"/>
                  </a:lnTo>
                  <a:lnTo>
                    <a:pt x="0" y="19"/>
                  </a:lnTo>
                  <a:lnTo>
                    <a:pt x="15" y="0"/>
                  </a:lnTo>
                  <a:lnTo>
                    <a:pt x="34" y="14"/>
                  </a:lnTo>
                  <a:lnTo>
                    <a:pt x="34"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9" name="Google Shape;849;p16"/>
            <p:cNvSpPr/>
            <p:nvPr/>
          </p:nvSpPr>
          <p:spPr>
            <a:xfrm>
              <a:off x="2144" y="2392"/>
              <a:ext cx="45" cy="221"/>
            </a:xfrm>
            <a:custGeom>
              <a:rect b="b" l="l" r="r" t="t"/>
              <a:pathLst>
                <a:path extrusionOk="0" h="419" w="90">
                  <a:moveTo>
                    <a:pt x="90" y="4"/>
                  </a:moveTo>
                  <a:lnTo>
                    <a:pt x="76" y="238"/>
                  </a:lnTo>
                  <a:lnTo>
                    <a:pt x="49" y="419"/>
                  </a:lnTo>
                  <a:lnTo>
                    <a:pt x="13" y="419"/>
                  </a:lnTo>
                  <a:lnTo>
                    <a:pt x="0" y="231"/>
                  </a:lnTo>
                  <a:lnTo>
                    <a:pt x="26" y="117"/>
                  </a:lnTo>
                  <a:lnTo>
                    <a:pt x="56" y="0"/>
                  </a:lnTo>
                  <a:lnTo>
                    <a:pt x="90" y="4"/>
                  </a:lnTo>
                  <a:lnTo>
                    <a:pt x="9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0" name="Google Shape;850;p16"/>
            <p:cNvSpPr/>
            <p:nvPr/>
          </p:nvSpPr>
          <p:spPr>
            <a:xfrm>
              <a:off x="2014" y="2186"/>
              <a:ext cx="42" cy="430"/>
            </a:xfrm>
            <a:custGeom>
              <a:rect b="b" l="l" r="r" t="t"/>
              <a:pathLst>
                <a:path extrusionOk="0" h="814" w="83">
                  <a:moveTo>
                    <a:pt x="83" y="0"/>
                  </a:moveTo>
                  <a:lnTo>
                    <a:pt x="76" y="444"/>
                  </a:lnTo>
                  <a:lnTo>
                    <a:pt x="83" y="636"/>
                  </a:lnTo>
                  <a:lnTo>
                    <a:pt x="62" y="814"/>
                  </a:lnTo>
                  <a:lnTo>
                    <a:pt x="27" y="814"/>
                  </a:lnTo>
                  <a:lnTo>
                    <a:pt x="0" y="444"/>
                  </a:lnTo>
                  <a:lnTo>
                    <a:pt x="22" y="223"/>
                  </a:lnTo>
                  <a:lnTo>
                    <a:pt x="49" y="0"/>
                  </a:lnTo>
                  <a:lnTo>
                    <a:pt x="83" y="0"/>
                  </a:lnTo>
                  <a:lnTo>
                    <a:pt x="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1" name="Google Shape;851;p16"/>
            <p:cNvSpPr/>
            <p:nvPr/>
          </p:nvSpPr>
          <p:spPr>
            <a:xfrm>
              <a:off x="1307" y="2817"/>
              <a:ext cx="162" cy="112"/>
            </a:xfrm>
            <a:custGeom>
              <a:rect b="b" l="l" r="r" t="t"/>
              <a:pathLst>
                <a:path extrusionOk="0" h="213" w="324">
                  <a:moveTo>
                    <a:pt x="38" y="4"/>
                  </a:moveTo>
                  <a:lnTo>
                    <a:pt x="101" y="39"/>
                  </a:lnTo>
                  <a:lnTo>
                    <a:pt x="192" y="96"/>
                  </a:lnTo>
                  <a:lnTo>
                    <a:pt x="300" y="140"/>
                  </a:lnTo>
                  <a:lnTo>
                    <a:pt x="324" y="190"/>
                  </a:lnTo>
                  <a:lnTo>
                    <a:pt x="304" y="211"/>
                  </a:lnTo>
                  <a:lnTo>
                    <a:pt x="272" y="213"/>
                  </a:lnTo>
                  <a:lnTo>
                    <a:pt x="50" y="105"/>
                  </a:lnTo>
                  <a:lnTo>
                    <a:pt x="0" y="33"/>
                  </a:lnTo>
                  <a:lnTo>
                    <a:pt x="3" y="0"/>
                  </a:lnTo>
                  <a:lnTo>
                    <a:pt x="38" y="4"/>
                  </a:lnTo>
                  <a:lnTo>
                    <a:pt x="38"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2" name="Google Shape;852;p16"/>
            <p:cNvSpPr/>
            <p:nvPr/>
          </p:nvSpPr>
          <p:spPr>
            <a:xfrm>
              <a:off x="1697" y="2886"/>
              <a:ext cx="187" cy="62"/>
            </a:xfrm>
            <a:custGeom>
              <a:rect b="b" l="l" r="r" t="t"/>
              <a:pathLst>
                <a:path extrusionOk="0" h="117" w="372">
                  <a:moveTo>
                    <a:pt x="21" y="75"/>
                  </a:moveTo>
                  <a:lnTo>
                    <a:pt x="205" y="33"/>
                  </a:lnTo>
                  <a:lnTo>
                    <a:pt x="362" y="0"/>
                  </a:lnTo>
                  <a:lnTo>
                    <a:pt x="372" y="33"/>
                  </a:lnTo>
                  <a:lnTo>
                    <a:pt x="293" y="70"/>
                  </a:lnTo>
                  <a:lnTo>
                    <a:pt x="218" y="99"/>
                  </a:lnTo>
                  <a:lnTo>
                    <a:pt x="23" y="117"/>
                  </a:lnTo>
                  <a:lnTo>
                    <a:pt x="0" y="97"/>
                  </a:lnTo>
                  <a:lnTo>
                    <a:pt x="21" y="75"/>
                  </a:lnTo>
                  <a:lnTo>
                    <a:pt x="21" y="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3" name="Google Shape;853;p16"/>
            <p:cNvSpPr/>
            <p:nvPr/>
          </p:nvSpPr>
          <p:spPr>
            <a:xfrm>
              <a:off x="2038" y="2716"/>
              <a:ext cx="205" cy="281"/>
            </a:xfrm>
            <a:custGeom>
              <a:rect b="b" l="l" r="r" t="t"/>
              <a:pathLst>
                <a:path extrusionOk="0" h="536" w="410">
                  <a:moveTo>
                    <a:pt x="331" y="96"/>
                  </a:moveTo>
                  <a:lnTo>
                    <a:pt x="259" y="133"/>
                  </a:lnTo>
                  <a:lnTo>
                    <a:pt x="166" y="182"/>
                  </a:lnTo>
                  <a:lnTo>
                    <a:pt x="70" y="231"/>
                  </a:lnTo>
                  <a:lnTo>
                    <a:pt x="0" y="262"/>
                  </a:lnTo>
                  <a:lnTo>
                    <a:pt x="4" y="199"/>
                  </a:lnTo>
                  <a:lnTo>
                    <a:pt x="94" y="157"/>
                  </a:lnTo>
                  <a:lnTo>
                    <a:pt x="198" y="96"/>
                  </a:lnTo>
                  <a:lnTo>
                    <a:pt x="295" y="37"/>
                  </a:lnTo>
                  <a:lnTo>
                    <a:pt x="356" y="2"/>
                  </a:lnTo>
                  <a:lnTo>
                    <a:pt x="396" y="0"/>
                  </a:lnTo>
                  <a:lnTo>
                    <a:pt x="410" y="37"/>
                  </a:lnTo>
                  <a:lnTo>
                    <a:pt x="398" y="499"/>
                  </a:lnTo>
                  <a:lnTo>
                    <a:pt x="365" y="536"/>
                  </a:lnTo>
                  <a:lnTo>
                    <a:pt x="344" y="513"/>
                  </a:lnTo>
                  <a:lnTo>
                    <a:pt x="331" y="96"/>
                  </a:lnTo>
                  <a:lnTo>
                    <a:pt x="331" y="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4" name="Google Shape;854;p16"/>
            <p:cNvSpPr/>
            <p:nvPr/>
          </p:nvSpPr>
          <p:spPr>
            <a:xfrm>
              <a:off x="2002" y="2994"/>
              <a:ext cx="218" cy="200"/>
            </a:xfrm>
            <a:custGeom>
              <a:rect b="b" l="l" r="r" t="t"/>
              <a:pathLst>
                <a:path extrusionOk="0" h="380" w="435">
                  <a:moveTo>
                    <a:pt x="99" y="296"/>
                  </a:moveTo>
                  <a:lnTo>
                    <a:pt x="166" y="228"/>
                  </a:lnTo>
                  <a:lnTo>
                    <a:pt x="245" y="145"/>
                  </a:lnTo>
                  <a:lnTo>
                    <a:pt x="326" y="64"/>
                  </a:lnTo>
                  <a:lnTo>
                    <a:pt x="396" y="0"/>
                  </a:lnTo>
                  <a:lnTo>
                    <a:pt x="435" y="23"/>
                  </a:lnTo>
                  <a:lnTo>
                    <a:pt x="381" y="89"/>
                  </a:lnTo>
                  <a:lnTo>
                    <a:pt x="315" y="174"/>
                  </a:lnTo>
                  <a:lnTo>
                    <a:pt x="243" y="256"/>
                  </a:lnTo>
                  <a:lnTo>
                    <a:pt x="180" y="312"/>
                  </a:lnTo>
                  <a:lnTo>
                    <a:pt x="74" y="380"/>
                  </a:lnTo>
                  <a:lnTo>
                    <a:pt x="0" y="373"/>
                  </a:lnTo>
                  <a:lnTo>
                    <a:pt x="4" y="342"/>
                  </a:lnTo>
                  <a:lnTo>
                    <a:pt x="99" y="296"/>
                  </a:lnTo>
                  <a:lnTo>
                    <a:pt x="99" y="2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5" name="Google Shape;855;p16"/>
            <p:cNvSpPr/>
            <p:nvPr/>
          </p:nvSpPr>
          <p:spPr>
            <a:xfrm>
              <a:off x="2227" y="2737"/>
              <a:ext cx="91" cy="191"/>
            </a:xfrm>
            <a:custGeom>
              <a:rect b="b" l="l" r="r" t="t"/>
              <a:pathLst>
                <a:path extrusionOk="0" h="363" w="184">
                  <a:moveTo>
                    <a:pt x="38" y="13"/>
                  </a:moveTo>
                  <a:lnTo>
                    <a:pt x="83" y="112"/>
                  </a:lnTo>
                  <a:lnTo>
                    <a:pt x="131" y="191"/>
                  </a:lnTo>
                  <a:lnTo>
                    <a:pt x="184" y="342"/>
                  </a:lnTo>
                  <a:lnTo>
                    <a:pt x="175" y="363"/>
                  </a:lnTo>
                  <a:lnTo>
                    <a:pt x="151" y="355"/>
                  </a:lnTo>
                  <a:lnTo>
                    <a:pt x="103" y="281"/>
                  </a:lnTo>
                  <a:lnTo>
                    <a:pt x="63" y="218"/>
                  </a:lnTo>
                  <a:lnTo>
                    <a:pt x="25" y="124"/>
                  </a:lnTo>
                  <a:lnTo>
                    <a:pt x="0" y="27"/>
                  </a:lnTo>
                  <a:lnTo>
                    <a:pt x="16" y="0"/>
                  </a:lnTo>
                  <a:lnTo>
                    <a:pt x="38" y="13"/>
                  </a:lnTo>
                  <a:lnTo>
                    <a:pt x="38"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6" name="Google Shape;856;p16"/>
            <p:cNvSpPr/>
            <p:nvPr/>
          </p:nvSpPr>
          <p:spPr>
            <a:xfrm>
              <a:off x="2227" y="2932"/>
              <a:ext cx="68" cy="46"/>
            </a:xfrm>
            <a:custGeom>
              <a:rect b="b" l="l" r="r" t="t"/>
              <a:pathLst>
                <a:path extrusionOk="0" h="89" w="135">
                  <a:moveTo>
                    <a:pt x="75" y="70"/>
                  </a:moveTo>
                  <a:lnTo>
                    <a:pt x="39" y="87"/>
                  </a:lnTo>
                  <a:lnTo>
                    <a:pt x="2" y="89"/>
                  </a:lnTo>
                  <a:lnTo>
                    <a:pt x="0" y="33"/>
                  </a:lnTo>
                  <a:lnTo>
                    <a:pt x="50" y="28"/>
                  </a:lnTo>
                  <a:lnTo>
                    <a:pt x="119" y="0"/>
                  </a:lnTo>
                  <a:lnTo>
                    <a:pt x="135" y="32"/>
                  </a:lnTo>
                  <a:lnTo>
                    <a:pt x="75" y="70"/>
                  </a:lnTo>
                  <a:lnTo>
                    <a:pt x="75" y="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7" name="Google Shape;857;p16"/>
            <p:cNvSpPr/>
            <p:nvPr/>
          </p:nvSpPr>
          <p:spPr>
            <a:xfrm>
              <a:off x="2482" y="2404"/>
              <a:ext cx="139" cy="159"/>
            </a:xfrm>
            <a:custGeom>
              <a:rect b="b" l="l" r="r" t="t"/>
              <a:pathLst>
                <a:path extrusionOk="0" h="302" w="277">
                  <a:moveTo>
                    <a:pt x="241" y="42"/>
                  </a:moveTo>
                  <a:lnTo>
                    <a:pt x="69" y="213"/>
                  </a:lnTo>
                  <a:lnTo>
                    <a:pt x="27" y="267"/>
                  </a:lnTo>
                  <a:lnTo>
                    <a:pt x="0" y="244"/>
                  </a:lnTo>
                  <a:lnTo>
                    <a:pt x="45" y="183"/>
                  </a:lnTo>
                  <a:lnTo>
                    <a:pt x="110" y="110"/>
                  </a:lnTo>
                  <a:lnTo>
                    <a:pt x="180" y="44"/>
                  </a:lnTo>
                  <a:lnTo>
                    <a:pt x="243" y="0"/>
                  </a:lnTo>
                  <a:lnTo>
                    <a:pt x="268" y="7"/>
                  </a:lnTo>
                  <a:lnTo>
                    <a:pt x="277" y="44"/>
                  </a:lnTo>
                  <a:lnTo>
                    <a:pt x="268" y="82"/>
                  </a:lnTo>
                  <a:lnTo>
                    <a:pt x="227" y="148"/>
                  </a:lnTo>
                  <a:lnTo>
                    <a:pt x="139" y="288"/>
                  </a:lnTo>
                  <a:lnTo>
                    <a:pt x="97" y="302"/>
                  </a:lnTo>
                  <a:lnTo>
                    <a:pt x="85" y="262"/>
                  </a:lnTo>
                  <a:lnTo>
                    <a:pt x="117" y="206"/>
                  </a:lnTo>
                  <a:lnTo>
                    <a:pt x="169" y="134"/>
                  </a:lnTo>
                  <a:lnTo>
                    <a:pt x="241" y="42"/>
                  </a:lnTo>
                  <a:lnTo>
                    <a:pt x="241"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8" name="Google Shape;858;p16"/>
            <p:cNvSpPr/>
            <p:nvPr/>
          </p:nvSpPr>
          <p:spPr>
            <a:xfrm>
              <a:off x="2310" y="2617"/>
              <a:ext cx="141" cy="222"/>
            </a:xfrm>
            <a:custGeom>
              <a:rect b="b" l="l" r="r" t="t"/>
              <a:pathLst>
                <a:path extrusionOk="0" h="422" w="281">
                  <a:moveTo>
                    <a:pt x="281" y="26"/>
                  </a:moveTo>
                  <a:lnTo>
                    <a:pt x="224" y="122"/>
                  </a:lnTo>
                  <a:lnTo>
                    <a:pt x="155" y="214"/>
                  </a:lnTo>
                  <a:lnTo>
                    <a:pt x="85" y="345"/>
                  </a:lnTo>
                  <a:lnTo>
                    <a:pt x="40" y="415"/>
                  </a:lnTo>
                  <a:lnTo>
                    <a:pt x="8" y="422"/>
                  </a:lnTo>
                  <a:lnTo>
                    <a:pt x="0" y="390"/>
                  </a:lnTo>
                  <a:lnTo>
                    <a:pt x="38" y="322"/>
                  </a:lnTo>
                  <a:lnTo>
                    <a:pt x="126" y="178"/>
                  </a:lnTo>
                  <a:lnTo>
                    <a:pt x="173" y="108"/>
                  </a:lnTo>
                  <a:lnTo>
                    <a:pt x="220" y="38"/>
                  </a:lnTo>
                  <a:lnTo>
                    <a:pt x="240" y="7"/>
                  </a:lnTo>
                  <a:lnTo>
                    <a:pt x="270" y="0"/>
                  </a:lnTo>
                  <a:lnTo>
                    <a:pt x="281" y="26"/>
                  </a:lnTo>
                  <a:lnTo>
                    <a:pt x="281"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9" name="Google Shape;859;p16"/>
            <p:cNvSpPr/>
            <p:nvPr/>
          </p:nvSpPr>
          <p:spPr>
            <a:xfrm>
              <a:off x="2328" y="2631"/>
              <a:ext cx="158" cy="193"/>
            </a:xfrm>
            <a:custGeom>
              <a:rect b="b" l="l" r="r" t="t"/>
              <a:pathLst>
                <a:path extrusionOk="0" h="368" w="315">
                  <a:moveTo>
                    <a:pt x="315" y="52"/>
                  </a:moveTo>
                  <a:lnTo>
                    <a:pt x="135" y="267"/>
                  </a:lnTo>
                  <a:lnTo>
                    <a:pt x="83" y="321"/>
                  </a:lnTo>
                  <a:lnTo>
                    <a:pt x="24" y="368"/>
                  </a:lnTo>
                  <a:lnTo>
                    <a:pt x="0" y="342"/>
                  </a:lnTo>
                  <a:lnTo>
                    <a:pt x="99" y="239"/>
                  </a:lnTo>
                  <a:lnTo>
                    <a:pt x="179" y="141"/>
                  </a:lnTo>
                  <a:lnTo>
                    <a:pt x="252" y="42"/>
                  </a:lnTo>
                  <a:lnTo>
                    <a:pt x="281" y="0"/>
                  </a:lnTo>
                  <a:lnTo>
                    <a:pt x="315" y="52"/>
                  </a:lnTo>
                  <a:lnTo>
                    <a:pt x="315"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0" name="Google Shape;860;p16"/>
            <p:cNvSpPr/>
            <p:nvPr/>
          </p:nvSpPr>
          <p:spPr>
            <a:xfrm>
              <a:off x="2409" y="2586"/>
              <a:ext cx="183" cy="77"/>
            </a:xfrm>
            <a:custGeom>
              <a:rect b="b" l="l" r="r" t="t"/>
              <a:pathLst>
                <a:path extrusionOk="0" h="147" w="366">
                  <a:moveTo>
                    <a:pt x="24" y="34"/>
                  </a:moveTo>
                  <a:lnTo>
                    <a:pt x="101" y="58"/>
                  </a:lnTo>
                  <a:lnTo>
                    <a:pt x="182" y="70"/>
                  </a:lnTo>
                  <a:lnTo>
                    <a:pt x="344" y="0"/>
                  </a:lnTo>
                  <a:lnTo>
                    <a:pt x="366" y="28"/>
                  </a:lnTo>
                  <a:lnTo>
                    <a:pt x="283" y="96"/>
                  </a:lnTo>
                  <a:lnTo>
                    <a:pt x="231" y="131"/>
                  </a:lnTo>
                  <a:lnTo>
                    <a:pt x="191" y="147"/>
                  </a:lnTo>
                  <a:lnTo>
                    <a:pt x="99" y="114"/>
                  </a:lnTo>
                  <a:lnTo>
                    <a:pt x="9" y="63"/>
                  </a:lnTo>
                  <a:lnTo>
                    <a:pt x="0" y="41"/>
                  </a:lnTo>
                  <a:lnTo>
                    <a:pt x="24" y="34"/>
                  </a:lnTo>
                  <a:lnTo>
                    <a:pt x="24"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1" name="Google Shape;861;p16"/>
            <p:cNvSpPr/>
            <p:nvPr/>
          </p:nvSpPr>
          <p:spPr>
            <a:xfrm>
              <a:off x="2234" y="2518"/>
              <a:ext cx="328" cy="235"/>
            </a:xfrm>
            <a:custGeom>
              <a:rect b="b" l="l" r="r" t="t"/>
              <a:pathLst>
                <a:path extrusionOk="0" h="445" w="657">
                  <a:moveTo>
                    <a:pt x="4" y="412"/>
                  </a:moveTo>
                  <a:lnTo>
                    <a:pt x="117" y="295"/>
                  </a:lnTo>
                  <a:lnTo>
                    <a:pt x="177" y="180"/>
                  </a:lnTo>
                  <a:lnTo>
                    <a:pt x="242" y="67"/>
                  </a:lnTo>
                  <a:lnTo>
                    <a:pt x="290" y="21"/>
                  </a:lnTo>
                  <a:lnTo>
                    <a:pt x="342" y="0"/>
                  </a:lnTo>
                  <a:lnTo>
                    <a:pt x="461" y="16"/>
                  </a:lnTo>
                  <a:lnTo>
                    <a:pt x="657" y="61"/>
                  </a:lnTo>
                  <a:lnTo>
                    <a:pt x="654" y="95"/>
                  </a:lnTo>
                  <a:lnTo>
                    <a:pt x="458" y="70"/>
                  </a:lnTo>
                  <a:lnTo>
                    <a:pt x="288" y="105"/>
                  </a:lnTo>
                  <a:lnTo>
                    <a:pt x="215" y="208"/>
                  </a:lnTo>
                  <a:lnTo>
                    <a:pt x="146" y="316"/>
                  </a:lnTo>
                  <a:lnTo>
                    <a:pt x="108" y="354"/>
                  </a:lnTo>
                  <a:lnTo>
                    <a:pt x="47" y="412"/>
                  </a:lnTo>
                  <a:lnTo>
                    <a:pt x="0" y="445"/>
                  </a:lnTo>
                  <a:lnTo>
                    <a:pt x="4" y="412"/>
                  </a:lnTo>
                  <a:lnTo>
                    <a:pt x="4" y="4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2" name="Google Shape;862;p16"/>
            <p:cNvSpPr/>
            <p:nvPr/>
          </p:nvSpPr>
          <p:spPr>
            <a:xfrm>
              <a:off x="2308" y="2708"/>
              <a:ext cx="78" cy="42"/>
            </a:xfrm>
            <a:custGeom>
              <a:rect b="b" l="l" r="r" t="t"/>
              <a:pathLst>
                <a:path extrusionOk="0" h="79" w="155">
                  <a:moveTo>
                    <a:pt x="0" y="30"/>
                  </a:moveTo>
                  <a:lnTo>
                    <a:pt x="140" y="0"/>
                  </a:lnTo>
                  <a:lnTo>
                    <a:pt x="155" y="30"/>
                  </a:lnTo>
                  <a:lnTo>
                    <a:pt x="74" y="79"/>
                  </a:lnTo>
                  <a:lnTo>
                    <a:pt x="0" y="68"/>
                  </a:lnTo>
                  <a:lnTo>
                    <a:pt x="0" y="30"/>
                  </a:lnTo>
                  <a:lnTo>
                    <a:pt x="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3" name="Google Shape;863;p16"/>
            <p:cNvSpPr/>
            <p:nvPr/>
          </p:nvSpPr>
          <p:spPr>
            <a:xfrm>
              <a:off x="2311" y="2803"/>
              <a:ext cx="101" cy="87"/>
            </a:xfrm>
            <a:custGeom>
              <a:rect b="b" l="l" r="r" t="t"/>
              <a:pathLst>
                <a:path extrusionOk="0" h="166" w="202">
                  <a:moveTo>
                    <a:pt x="7" y="115"/>
                  </a:moveTo>
                  <a:lnTo>
                    <a:pt x="76" y="70"/>
                  </a:lnTo>
                  <a:lnTo>
                    <a:pt x="177" y="0"/>
                  </a:lnTo>
                  <a:lnTo>
                    <a:pt x="202" y="24"/>
                  </a:lnTo>
                  <a:lnTo>
                    <a:pt x="130" y="99"/>
                  </a:lnTo>
                  <a:lnTo>
                    <a:pt x="45" y="166"/>
                  </a:lnTo>
                  <a:lnTo>
                    <a:pt x="0" y="162"/>
                  </a:lnTo>
                  <a:lnTo>
                    <a:pt x="7" y="115"/>
                  </a:lnTo>
                  <a:lnTo>
                    <a:pt x="7" y="1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4" name="Google Shape;864;p16"/>
            <p:cNvSpPr/>
            <p:nvPr/>
          </p:nvSpPr>
          <p:spPr>
            <a:xfrm>
              <a:off x="2380" y="2756"/>
              <a:ext cx="139" cy="68"/>
            </a:xfrm>
            <a:custGeom>
              <a:rect b="b" l="l" r="r" t="t"/>
              <a:pathLst>
                <a:path extrusionOk="0" h="131" w="277">
                  <a:moveTo>
                    <a:pt x="25" y="72"/>
                  </a:moveTo>
                  <a:lnTo>
                    <a:pt x="252" y="0"/>
                  </a:lnTo>
                  <a:lnTo>
                    <a:pt x="277" y="24"/>
                  </a:lnTo>
                  <a:lnTo>
                    <a:pt x="214" y="84"/>
                  </a:lnTo>
                  <a:lnTo>
                    <a:pt x="147" y="131"/>
                  </a:lnTo>
                  <a:lnTo>
                    <a:pt x="23" y="117"/>
                  </a:lnTo>
                  <a:lnTo>
                    <a:pt x="0" y="93"/>
                  </a:lnTo>
                  <a:lnTo>
                    <a:pt x="25" y="72"/>
                  </a:lnTo>
                  <a:lnTo>
                    <a:pt x="25" y="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5" name="Google Shape;865;p16"/>
            <p:cNvSpPr/>
            <p:nvPr/>
          </p:nvSpPr>
          <p:spPr>
            <a:xfrm>
              <a:off x="2505" y="2703"/>
              <a:ext cx="144" cy="71"/>
            </a:xfrm>
            <a:custGeom>
              <a:rect b="b" l="l" r="r" t="t"/>
              <a:pathLst>
                <a:path extrusionOk="0" h="132" w="288">
                  <a:moveTo>
                    <a:pt x="32" y="0"/>
                  </a:moveTo>
                  <a:lnTo>
                    <a:pt x="85" y="55"/>
                  </a:lnTo>
                  <a:lnTo>
                    <a:pt x="142" y="78"/>
                  </a:lnTo>
                  <a:lnTo>
                    <a:pt x="196" y="45"/>
                  </a:lnTo>
                  <a:lnTo>
                    <a:pt x="259" y="8"/>
                  </a:lnTo>
                  <a:lnTo>
                    <a:pt x="288" y="29"/>
                  </a:lnTo>
                  <a:lnTo>
                    <a:pt x="259" y="73"/>
                  </a:lnTo>
                  <a:lnTo>
                    <a:pt x="225" y="111"/>
                  </a:lnTo>
                  <a:lnTo>
                    <a:pt x="160" y="130"/>
                  </a:lnTo>
                  <a:lnTo>
                    <a:pt x="83" y="132"/>
                  </a:lnTo>
                  <a:lnTo>
                    <a:pt x="31" y="83"/>
                  </a:lnTo>
                  <a:lnTo>
                    <a:pt x="0" y="28"/>
                  </a:lnTo>
                  <a:lnTo>
                    <a:pt x="2" y="5"/>
                  </a:lnTo>
                  <a:lnTo>
                    <a:pt x="32" y="0"/>
                  </a:lnTo>
                  <a:lnTo>
                    <a:pt x="3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6" name="Google Shape;866;p16"/>
            <p:cNvSpPr/>
            <p:nvPr/>
          </p:nvSpPr>
          <p:spPr>
            <a:xfrm>
              <a:off x="2512" y="2617"/>
              <a:ext cx="173" cy="101"/>
            </a:xfrm>
            <a:custGeom>
              <a:rect b="b" l="l" r="r" t="t"/>
              <a:pathLst>
                <a:path extrusionOk="0" h="192" w="345">
                  <a:moveTo>
                    <a:pt x="345" y="104"/>
                  </a:moveTo>
                  <a:lnTo>
                    <a:pt x="302" y="155"/>
                  </a:lnTo>
                  <a:lnTo>
                    <a:pt x="260" y="186"/>
                  </a:lnTo>
                  <a:lnTo>
                    <a:pt x="120" y="192"/>
                  </a:lnTo>
                  <a:lnTo>
                    <a:pt x="59" y="155"/>
                  </a:lnTo>
                  <a:lnTo>
                    <a:pt x="0" y="115"/>
                  </a:lnTo>
                  <a:lnTo>
                    <a:pt x="1" y="87"/>
                  </a:lnTo>
                  <a:lnTo>
                    <a:pt x="37" y="75"/>
                  </a:lnTo>
                  <a:lnTo>
                    <a:pt x="149" y="139"/>
                  </a:lnTo>
                  <a:lnTo>
                    <a:pt x="266" y="134"/>
                  </a:lnTo>
                  <a:lnTo>
                    <a:pt x="264" y="94"/>
                  </a:lnTo>
                  <a:lnTo>
                    <a:pt x="232" y="31"/>
                  </a:lnTo>
                  <a:lnTo>
                    <a:pt x="234" y="0"/>
                  </a:lnTo>
                  <a:lnTo>
                    <a:pt x="277" y="12"/>
                  </a:lnTo>
                  <a:lnTo>
                    <a:pt x="345" y="104"/>
                  </a:lnTo>
                  <a:lnTo>
                    <a:pt x="345"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7" name="Google Shape;867;p16"/>
            <p:cNvSpPr/>
            <p:nvPr/>
          </p:nvSpPr>
          <p:spPr>
            <a:xfrm>
              <a:off x="2532" y="2608"/>
              <a:ext cx="285" cy="58"/>
            </a:xfrm>
            <a:custGeom>
              <a:rect b="b" l="l" r="r" t="t"/>
              <a:pathLst>
                <a:path extrusionOk="0" h="108" w="569">
                  <a:moveTo>
                    <a:pt x="90" y="14"/>
                  </a:moveTo>
                  <a:lnTo>
                    <a:pt x="237" y="0"/>
                  </a:lnTo>
                  <a:lnTo>
                    <a:pt x="389" y="28"/>
                  </a:lnTo>
                  <a:lnTo>
                    <a:pt x="567" y="77"/>
                  </a:lnTo>
                  <a:lnTo>
                    <a:pt x="569" y="96"/>
                  </a:lnTo>
                  <a:lnTo>
                    <a:pt x="536" y="108"/>
                  </a:lnTo>
                  <a:lnTo>
                    <a:pt x="394" y="80"/>
                  </a:lnTo>
                  <a:lnTo>
                    <a:pt x="133" y="59"/>
                  </a:lnTo>
                  <a:lnTo>
                    <a:pt x="0" y="63"/>
                  </a:lnTo>
                  <a:lnTo>
                    <a:pt x="27" y="42"/>
                  </a:lnTo>
                  <a:lnTo>
                    <a:pt x="90" y="14"/>
                  </a:lnTo>
                  <a:lnTo>
                    <a:pt x="9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8" name="Google Shape;868;p16"/>
            <p:cNvSpPr/>
            <p:nvPr/>
          </p:nvSpPr>
          <p:spPr>
            <a:xfrm>
              <a:off x="2648" y="2547"/>
              <a:ext cx="172" cy="84"/>
            </a:xfrm>
            <a:custGeom>
              <a:rect b="b" l="l" r="r" t="t"/>
              <a:pathLst>
                <a:path extrusionOk="0" h="157" w="344">
                  <a:moveTo>
                    <a:pt x="24" y="0"/>
                  </a:moveTo>
                  <a:lnTo>
                    <a:pt x="85" y="19"/>
                  </a:lnTo>
                  <a:lnTo>
                    <a:pt x="211" y="58"/>
                  </a:lnTo>
                  <a:lnTo>
                    <a:pt x="328" y="117"/>
                  </a:lnTo>
                  <a:lnTo>
                    <a:pt x="344" y="157"/>
                  </a:lnTo>
                  <a:lnTo>
                    <a:pt x="234" y="114"/>
                  </a:lnTo>
                  <a:lnTo>
                    <a:pt x="121" y="75"/>
                  </a:lnTo>
                  <a:lnTo>
                    <a:pt x="11" y="32"/>
                  </a:lnTo>
                  <a:lnTo>
                    <a:pt x="0" y="11"/>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9" name="Google Shape;869;p16"/>
            <p:cNvSpPr/>
            <p:nvPr/>
          </p:nvSpPr>
          <p:spPr>
            <a:xfrm>
              <a:off x="2613" y="2513"/>
              <a:ext cx="156" cy="74"/>
            </a:xfrm>
            <a:custGeom>
              <a:rect b="b" l="l" r="r" t="t"/>
              <a:pathLst>
                <a:path extrusionOk="0" h="141" w="313">
                  <a:moveTo>
                    <a:pt x="0" y="110"/>
                  </a:moveTo>
                  <a:lnTo>
                    <a:pt x="67" y="71"/>
                  </a:lnTo>
                  <a:lnTo>
                    <a:pt x="135" y="36"/>
                  </a:lnTo>
                  <a:lnTo>
                    <a:pt x="304" y="0"/>
                  </a:lnTo>
                  <a:lnTo>
                    <a:pt x="313" y="33"/>
                  </a:lnTo>
                  <a:lnTo>
                    <a:pt x="160" y="91"/>
                  </a:lnTo>
                  <a:lnTo>
                    <a:pt x="13" y="141"/>
                  </a:lnTo>
                  <a:lnTo>
                    <a:pt x="0" y="110"/>
                  </a:lnTo>
                  <a:lnTo>
                    <a:pt x="0" y="1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0" name="Google Shape;870;p16"/>
            <p:cNvSpPr/>
            <p:nvPr/>
          </p:nvSpPr>
          <p:spPr>
            <a:xfrm>
              <a:off x="2570" y="2459"/>
              <a:ext cx="205" cy="65"/>
            </a:xfrm>
            <a:custGeom>
              <a:rect b="b" l="l" r="r" t="t"/>
              <a:pathLst>
                <a:path extrusionOk="0" h="124" w="410">
                  <a:moveTo>
                    <a:pt x="363" y="49"/>
                  </a:moveTo>
                  <a:lnTo>
                    <a:pt x="106" y="97"/>
                  </a:lnTo>
                  <a:lnTo>
                    <a:pt x="10" y="124"/>
                  </a:lnTo>
                  <a:lnTo>
                    <a:pt x="0" y="92"/>
                  </a:lnTo>
                  <a:lnTo>
                    <a:pt x="81" y="59"/>
                  </a:lnTo>
                  <a:lnTo>
                    <a:pt x="179" y="29"/>
                  </a:lnTo>
                  <a:lnTo>
                    <a:pt x="367" y="0"/>
                  </a:lnTo>
                  <a:lnTo>
                    <a:pt x="410" y="43"/>
                  </a:lnTo>
                  <a:lnTo>
                    <a:pt x="403" y="62"/>
                  </a:lnTo>
                  <a:lnTo>
                    <a:pt x="363" y="49"/>
                  </a:lnTo>
                  <a:lnTo>
                    <a:pt x="363"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1" name="Google Shape;871;p16"/>
            <p:cNvSpPr/>
            <p:nvPr/>
          </p:nvSpPr>
          <p:spPr>
            <a:xfrm>
              <a:off x="1147" y="2250"/>
              <a:ext cx="200" cy="65"/>
            </a:xfrm>
            <a:custGeom>
              <a:rect b="b" l="l" r="r" t="t"/>
              <a:pathLst>
                <a:path extrusionOk="0" h="124" w="402">
                  <a:moveTo>
                    <a:pt x="24" y="0"/>
                  </a:moveTo>
                  <a:lnTo>
                    <a:pt x="99" y="19"/>
                  </a:lnTo>
                  <a:lnTo>
                    <a:pt x="380" y="78"/>
                  </a:lnTo>
                  <a:lnTo>
                    <a:pt x="402" y="115"/>
                  </a:lnTo>
                  <a:lnTo>
                    <a:pt x="351" y="124"/>
                  </a:lnTo>
                  <a:lnTo>
                    <a:pt x="58" y="47"/>
                  </a:lnTo>
                  <a:lnTo>
                    <a:pt x="13" y="33"/>
                  </a:lnTo>
                  <a:lnTo>
                    <a:pt x="0" y="10"/>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2" name="Google Shape;872;p16"/>
            <p:cNvSpPr/>
            <p:nvPr/>
          </p:nvSpPr>
          <p:spPr>
            <a:xfrm>
              <a:off x="1331" y="2299"/>
              <a:ext cx="125" cy="83"/>
            </a:xfrm>
            <a:custGeom>
              <a:rect b="b" l="l" r="r" t="t"/>
              <a:pathLst>
                <a:path extrusionOk="0" h="159" w="251">
                  <a:moveTo>
                    <a:pt x="35" y="20"/>
                  </a:moveTo>
                  <a:lnTo>
                    <a:pt x="54" y="67"/>
                  </a:lnTo>
                  <a:lnTo>
                    <a:pt x="99" y="86"/>
                  </a:lnTo>
                  <a:lnTo>
                    <a:pt x="186" y="7"/>
                  </a:lnTo>
                  <a:lnTo>
                    <a:pt x="243" y="0"/>
                  </a:lnTo>
                  <a:lnTo>
                    <a:pt x="251" y="56"/>
                  </a:lnTo>
                  <a:lnTo>
                    <a:pt x="211" y="107"/>
                  </a:lnTo>
                  <a:lnTo>
                    <a:pt x="161" y="142"/>
                  </a:lnTo>
                  <a:lnTo>
                    <a:pt x="99" y="159"/>
                  </a:lnTo>
                  <a:lnTo>
                    <a:pt x="22" y="112"/>
                  </a:lnTo>
                  <a:lnTo>
                    <a:pt x="0" y="20"/>
                  </a:lnTo>
                  <a:lnTo>
                    <a:pt x="35" y="20"/>
                  </a:lnTo>
                  <a:lnTo>
                    <a:pt x="35"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3" name="Google Shape;873;p16"/>
            <p:cNvSpPr/>
            <p:nvPr/>
          </p:nvSpPr>
          <p:spPr>
            <a:xfrm>
              <a:off x="1469" y="2321"/>
              <a:ext cx="102" cy="87"/>
            </a:xfrm>
            <a:custGeom>
              <a:rect b="b" l="l" r="r" t="t"/>
              <a:pathLst>
                <a:path extrusionOk="0" h="166" w="203">
                  <a:moveTo>
                    <a:pt x="29" y="88"/>
                  </a:moveTo>
                  <a:lnTo>
                    <a:pt x="61" y="115"/>
                  </a:lnTo>
                  <a:lnTo>
                    <a:pt x="122" y="84"/>
                  </a:lnTo>
                  <a:lnTo>
                    <a:pt x="156" y="0"/>
                  </a:lnTo>
                  <a:lnTo>
                    <a:pt x="203" y="0"/>
                  </a:lnTo>
                  <a:lnTo>
                    <a:pt x="196" y="65"/>
                  </a:lnTo>
                  <a:lnTo>
                    <a:pt x="165" y="124"/>
                  </a:lnTo>
                  <a:lnTo>
                    <a:pt x="117" y="154"/>
                  </a:lnTo>
                  <a:lnTo>
                    <a:pt x="61" y="166"/>
                  </a:lnTo>
                  <a:lnTo>
                    <a:pt x="0" y="105"/>
                  </a:lnTo>
                  <a:lnTo>
                    <a:pt x="5" y="82"/>
                  </a:lnTo>
                  <a:lnTo>
                    <a:pt x="29" y="88"/>
                  </a:lnTo>
                  <a:lnTo>
                    <a:pt x="29"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4" name="Google Shape;874;p16"/>
            <p:cNvSpPr/>
            <p:nvPr/>
          </p:nvSpPr>
          <p:spPr>
            <a:xfrm>
              <a:off x="1466" y="2275"/>
              <a:ext cx="95" cy="48"/>
            </a:xfrm>
            <a:custGeom>
              <a:rect b="b" l="l" r="r" t="t"/>
              <a:pathLst>
                <a:path extrusionOk="0" h="93" w="189">
                  <a:moveTo>
                    <a:pt x="26" y="0"/>
                  </a:moveTo>
                  <a:lnTo>
                    <a:pt x="177" y="59"/>
                  </a:lnTo>
                  <a:lnTo>
                    <a:pt x="189" y="80"/>
                  </a:lnTo>
                  <a:lnTo>
                    <a:pt x="168" y="93"/>
                  </a:lnTo>
                  <a:lnTo>
                    <a:pt x="107" y="82"/>
                  </a:lnTo>
                  <a:lnTo>
                    <a:pt x="2" y="26"/>
                  </a:lnTo>
                  <a:lnTo>
                    <a:pt x="0" y="2"/>
                  </a:lnTo>
                  <a:lnTo>
                    <a:pt x="26"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5" name="Google Shape;875;p16"/>
            <p:cNvSpPr/>
            <p:nvPr/>
          </p:nvSpPr>
          <p:spPr>
            <a:xfrm>
              <a:off x="1324" y="2226"/>
              <a:ext cx="77" cy="46"/>
            </a:xfrm>
            <a:custGeom>
              <a:rect b="b" l="l" r="r" t="t"/>
              <a:pathLst>
                <a:path extrusionOk="0" h="89" w="155">
                  <a:moveTo>
                    <a:pt x="0" y="66"/>
                  </a:moveTo>
                  <a:lnTo>
                    <a:pt x="36" y="15"/>
                  </a:lnTo>
                  <a:lnTo>
                    <a:pt x="95" y="3"/>
                  </a:lnTo>
                  <a:lnTo>
                    <a:pt x="106" y="0"/>
                  </a:lnTo>
                  <a:lnTo>
                    <a:pt x="155" y="21"/>
                  </a:lnTo>
                  <a:lnTo>
                    <a:pt x="133" y="69"/>
                  </a:lnTo>
                  <a:lnTo>
                    <a:pt x="74" y="59"/>
                  </a:lnTo>
                  <a:lnTo>
                    <a:pt x="32" y="82"/>
                  </a:lnTo>
                  <a:lnTo>
                    <a:pt x="7" y="89"/>
                  </a:lnTo>
                  <a:lnTo>
                    <a:pt x="0" y="66"/>
                  </a:lnTo>
                  <a:lnTo>
                    <a:pt x="0"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6" name="Google Shape;876;p16"/>
            <p:cNvSpPr/>
            <p:nvPr/>
          </p:nvSpPr>
          <p:spPr>
            <a:xfrm>
              <a:off x="1293" y="2164"/>
              <a:ext cx="84" cy="81"/>
            </a:xfrm>
            <a:custGeom>
              <a:rect b="b" l="l" r="r" t="t"/>
              <a:pathLst>
                <a:path extrusionOk="0" h="153" w="167">
                  <a:moveTo>
                    <a:pt x="0" y="129"/>
                  </a:moveTo>
                  <a:lnTo>
                    <a:pt x="63" y="50"/>
                  </a:lnTo>
                  <a:lnTo>
                    <a:pt x="126" y="5"/>
                  </a:lnTo>
                  <a:lnTo>
                    <a:pt x="164" y="0"/>
                  </a:lnTo>
                  <a:lnTo>
                    <a:pt x="167" y="35"/>
                  </a:lnTo>
                  <a:lnTo>
                    <a:pt x="133" y="78"/>
                  </a:lnTo>
                  <a:lnTo>
                    <a:pt x="66" y="87"/>
                  </a:lnTo>
                  <a:lnTo>
                    <a:pt x="30" y="146"/>
                  </a:lnTo>
                  <a:lnTo>
                    <a:pt x="5" y="153"/>
                  </a:lnTo>
                  <a:lnTo>
                    <a:pt x="0" y="129"/>
                  </a:lnTo>
                  <a:lnTo>
                    <a:pt x="0" y="1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7" name="Google Shape;877;p16"/>
            <p:cNvSpPr/>
            <p:nvPr/>
          </p:nvSpPr>
          <p:spPr>
            <a:xfrm>
              <a:off x="1234" y="3297"/>
              <a:ext cx="621" cy="72"/>
            </a:xfrm>
            <a:custGeom>
              <a:rect b="b" l="l" r="r" t="t"/>
              <a:pathLst>
                <a:path extrusionOk="0" h="136" w="1242">
                  <a:moveTo>
                    <a:pt x="1236" y="63"/>
                  </a:moveTo>
                  <a:lnTo>
                    <a:pt x="556" y="67"/>
                  </a:lnTo>
                  <a:lnTo>
                    <a:pt x="9" y="136"/>
                  </a:lnTo>
                  <a:lnTo>
                    <a:pt x="0" y="103"/>
                  </a:lnTo>
                  <a:lnTo>
                    <a:pt x="225" y="61"/>
                  </a:lnTo>
                  <a:lnTo>
                    <a:pt x="531" y="32"/>
                  </a:lnTo>
                  <a:lnTo>
                    <a:pt x="1242" y="0"/>
                  </a:lnTo>
                  <a:lnTo>
                    <a:pt x="1236" y="63"/>
                  </a:lnTo>
                  <a:lnTo>
                    <a:pt x="1236"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8" name="Google Shape;878;p16"/>
            <p:cNvSpPr/>
            <p:nvPr/>
          </p:nvSpPr>
          <p:spPr>
            <a:xfrm>
              <a:off x="1934" y="3295"/>
              <a:ext cx="421" cy="50"/>
            </a:xfrm>
            <a:custGeom>
              <a:rect b="b" l="l" r="r" t="t"/>
              <a:pathLst>
                <a:path extrusionOk="0" h="94" w="842">
                  <a:moveTo>
                    <a:pt x="7" y="0"/>
                  </a:moveTo>
                  <a:lnTo>
                    <a:pt x="500" y="0"/>
                  </a:lnTo>
                  <a:lnTo>
                    <a:pt x="796" y="3"/>
                  </a:lnTo>
                  <a:lnTo>
                    <a:pt x="842" y="49"/>
                  </a:lnTo>
                  <a:lnTo>
                    <a:pt x="830" y="80"/>
                  </a:lnTo>
                  <a:lnTo>
                    <a:pt x="796" y="94"/>
                  </a:lnTo>
                  <a:lnTo>
                    <a:pt x="0" y="71"/>
                  </a:lnTo>
                  <a:lnTo>
                    <a:pt x="7" y="0"/>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9" name="Google Shape;879;p16"/>
            <p:cNvSpPr/>
            <p:nvPr/>
          </p:nvSpPr>
          <p:spPr>
            <a:xfrm>
              <a:off x="1928" y="2635"/>
              <a:ext cx="101" cy="1050"/>
            </a:xfrm>
            <a:custGeom>
              <a:rect b="b" l="l" r="r" t="t"/>
              <a:pathLst>
                <a:path extrusionOk="0" h="1994" w="203">
                  <a:moveTo>
                    <a:pt x="203" y="16"/>
                  </a:moveTo>
                  <a:lnTo>
                    <a:pt x="176" y="586"/>
                  </a:lnTo>
                  <a:lnTo>
                    <a:pt x="109" y="1153"/>
                  </a:lnTo>
                  <a:lnTo>
                    <a:pt x="63" y="1938"/>
                  </a:lnTo>
                  <a:lnTo>
                    <a:pt x="30" y="1994"/>
                  </a:lnTo>
                  <a:lnTo>
                    <a:pt x="0" y="1971"/>
                  </a:lnTo>
                  <a:lnTo>
                    <a:pt x="34" y="1376"/>
                  </a:lnTo>
                  <a:lnTo>
                    <a:pt x="70" y="1059"/>
                  </a:lnTo>
                  <a:lnTo>
                    <a:pt x="108" y="783"/>
                  </a:lnTo>
                  <a:lnTo>
                    <a:pt x="135" y="410"/>
                  </a:lnTo>
                  <a:lnTo>
                    <a:pt x="133" y="389"/>
                  </a:lnTo>
                  <a:lnTo>
                    <a:pt x="133" y="366"/>
                  </a:lnTo>
                  <a:lnTo>
                    <a:pt x="133" y="361"/>
                  </a:lnTo>
                  <a:lnTo>
                    <a:pt x="133" y="356"/>
                  </a:lnTo>
                  <a:lnTo>
                    <a:pt x="133" y="345"/>
                  </a:lnTo>
                  <a:lnTo>
                    <a:pt x="133" y="333"/>
                  </a:lnTo>
                  <a:lnTo>
                    <a:pt x="133" y="323"/>
                  </a:lnTo>
                  <a:lnTo>
                    <a:pt x="133" y="277"/>
                  </a:lnTo>
                  <a:lnTo>
                    <a:pt x="133" y="270"/>
                  </a:lnTo>
                  <a:lnTo>
                    <a:pt x="133" y="265"/>
                  </a:lnTo>
                  <a:lnTo>
                    <a:pt x="133" y="258"/>
                  </a:lnTo>
                  <a:lnTo>
                    <a:pt x="131" y="253"/>
                  </a:lnTo>
                  <a:lnTo>
                    <a:pt x="131" y="241"/>
                  </a:lnTo>
                  <a:lnTo>
                    <a:pt x="131" y="228"/>
                  </a:lnTo>
                  <a:lnTo>
                    <a:pt x="133" y="14"/>
                  </a:lnTo>
                  <a:lnTo>
                    <a:pt x="169" y="0"/>
                  </a:lnTo>
                  <a:lnTo>
                    <a:pt x="203" y="16"/>
                  </a:lnTo>
                  <a:lnTo>
                    <a:pt x="203"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0" name="Google Shape;880;p16"/>
            <p:cNvSpPr/>
            <p:nvPr/>
          </p:nvSpPr>
          <p:spPr>
            <a:xfrm>
              <a:off x="1836" y="2628"/>
              <a:ext cx="67" cy="935"/>
            </a:xfrm>
            <a:custGeom>
              <a:rect b="b" l="l" r="r" t="t"/>
              <a:pathLst>
                <a:path extrusionOk="0" h="1774" w="135">
                  <a:moveTo>
                    <a:pt x="135" y="22"/>
                  </a:moveTo>
                  <a:lnTo>
                    <a:pt x="36" y="1774"/>
                  </a:lnTo>
                  <a:lnTo>
                    <a:pt x="0" y="1770"/>
                  </a:lnTo>
                  <a:lnTo>
                    <a:pt x="36" y="891"/>
                  </a:lnTo>
                  <a:lnTo>
                    <a:pt x="99" y="14"/>
                  </a:lnTo>
                  <a:lnTo>
                    <a:pt x="119" y="0"/>
                  </a:lnTo>
                  <a:lnTo>
                    <a:pt x="135" y="22"/>
                  </a:lnTo>
                  <a:lnTo>
                    <a:pt x="135" y="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1" name="Google Shape;881;p16"/>
            <p:cNvSpPr/>
            <p:nvPr/>
          </p:nvSpPr>
          <p:spPr>
            <a:xfrm>
              <a:off x="1894" y="2633"/>
              <a:ext cx="71" cy="1053"/>
            </a:xfrm>
            <a:custGeom>
              <a:rect b="b" l="l" r="r" t="t"/>
              <a:pathLst>
                <a:path extrusionOk="0" h="1999" w="142">
                  <a:moveTo>
                    <a:pt x="135" y="6"/>
                  </a:moveTo>
                  <a:lnTo>
                    <a:pt x="142" y="407"/>
                  </a:lnTo>
                  <a:lnTo>
                    <a:pt x="106" y="1978"/>
                  </a:lnTo>
                  <a:lnTo>
                    <a:pt x="90" y="1999"/>
                  </a:lnTo>
                  <a:lnTo>
                    <a:pt x="54" y="1989"/>
                  </a:lnTo>
                  <a:lnTo>
                    <a:pt x="0" y="1922"/>
                  </a:lnTo>
                  <a:lnTo>
                    <a:pt x="27" y="1614"/>
                  </a:lnTo>
                  <a:lnTo>
                    <a:pt x="69" y="1003"/>
                  </a:lnTo>
                  <a:lnTo>
                    <a:pt x="99" y="393"/>
                  </a:lnTo>
                  <a:lnTo>
                    <a:pt x="94" y="199"/>
                  </a:lnTo>
                  <a:lnTo>
                    <a:pt x="96" y="18"/>
                  </a:lnTo>
                  <a:lnTo>
                    <a:pt x="117" y="0"/>
                  </a:lnTo>
                  <a:lnTo>
                    <a:pt x="135" y="6"/>
                  </a:lnTo>
                  <a:lnTo>
                    <a:pt x="135"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2" name="Google Shape;882;p16"/>
            <p:cNvSpPr/>
            <p:nvPr/>
          </p:nvSpPr>
          <p:spPr>
            <a:xfrm>
              <a:off x="1669" y="2405"/>
              <a:ext cx="481" cy="247"/>
            </a:xfrm>
            <a:custGeom>
              <a:rect b="b" l="l" r="r" t="t"/>
              <a:pathLst>
                <a:path extrusionOk="0" h="467" w="963">
                  <a:moveTo>
                    <a:pt x="22" y="0"/>
                  </a:moveTo>
                  <a:lnTo>
                    <a:pt x="60" y="31"/>
                  </a:lnTo>
                  <a:lnTo>
                    <a:pt x="72" y="380"/>
                  </a:lnTo>
                  <a:lnTo>
                    <a:pt x="519" y="387"/>
                  </a:lnTo>
                  <a:lnTo>
                    <a:pt x="740" y="384"/>
                  </a:lnTo>
                  <a:lnTo>
                    <a:pt x="963" y="420"/>
                  </a:lnTo>
                  <a:lnTo>
                    <a:pt x="934" y="443"/>
                  </a:lnTo>
                  <a:lnTo>
                    <a:pt x="679" y="467"/>
                  </a:lnTo>
                  <a:lnTo>
                    <a:pt x="445" y="467"/>
                  </a:lnTo>
                  <a:lnTo>
                    <a:pt x="49" y="427"/>
                  </a:lnTo>
                  <a:lnTo>
                    <a:pt x="0" y="390"/>
                  </a:lnTo>
                  <a:lnTo>
                    <a:pt x="22" y="0"/>
                  </a:lnTo>
                  <a:lnTo>
                    <a:pt x="2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3" name="Google Shape;883;p16"/>
            <p:cNvSpPr/>
            <p:nvPr/>
          </p:nvSpPr>
          <p:spPr>
            <a:xfrm>
              <a:off x="950" y="3606"/>
              <a:ext cx="313" cy="182"/>
            </a:xfrm>
            <a:custGeom>
              <a:rect b="b" l="l" r="r" t="t"/>
              <a:pathLst>
                <a:path extrusionOk="0" h="348" w="627">
                  <a:moveTo>
                    <a:pt x="96" y="297"/>
                  </a:moveTo>
                  <a:lnTo>
                    <a:pt x="351" y="177"/>
                  </a:lnTo>
                  <a:lnTo>
                    <a:pt x="556" y="0"/>
                  </a:lnTo>
                  <a:lnTo>
                    <a:pt x="627" y="311"/>
                  </a:lnTo>
                  <a:lnTo>
                    <a:pt x="0" y="348"/>
                  </a:lnTo>
                  <a:lnTo>
                    <a:pt x="96" y="297"/>
                  </a:lnTo>
                  <a:lnTo>
                    <a:pt x="96" y="297"/>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4" name="Google Shape;884;p16"/>
            <p:cNvSpPr/>
            <p:nvPr/>
          </p:nvSpPr>
          <p:spPr>
            <a:xfrm>
              <a:off x="477" y="3135"/>
              <a:ext cx="520" cy="731"/>
            </a:xfrm>
            <a:custGeom>
              <a:rect b="b" l="l" r="r" t="t"/>
              <a:pathLst>
                <a:path extrusionOk="0" h="1387" w="1040">
                  <a:moveTo>
                    <a:pt x="36" y="4"/>
                  </a:moveTo>
                  <a:lnTo>
                    <a:pt x="59" y="269"/>
                  </a:lnTo>
                  <a:lnTo>
                    <a:pt x="93" y="473"/>
                  </a:lnTo>
                  <a:lnTo>
                    <a:pt x="135" y="695"/>
                  </a:lnTo>
                  <a:lnTo>
                    <a:pt x="181" y="913"/>
                  </a:lnTo>
                  <a:lnTo>
                    <a:pt x="232" y="1101"/>
                  </a:lnTo>
                  <a:lnTo>
                    <a:pt x="278" y="1241"/>
                  </a:lnTo>
                  <a:lnTo>
                    <a:pt x="322" y="1309"/>
                  </a:lnTo>
                  <a:lnTo>
                    <a:pt x="394" y="1324"/>
                  </a:lnTo>
                  <a:lnTo>
                    <a:pt x="466" y="1303"/>
                  </a:lnTo>
                  <a:lnTo>
                    <a:pt x="538" y="1269"/>
                  </a:lnTo>
                  <a:lnTo>
                    <a:pt x="606" y="1241"/>
                  </a:lnTo>
                  <a:lnTo>
                    <a:pt x="817" y="1190"/>
                  </a:lnTo>
                  <a:lnTo>
                    <a:pt x="1031" y="1157"/>
                  </a:lnTo>
                  <a:lnTo>
                    <a:pt x="1040" y="1190"/>
                  </a:lnTo>
                  <a:lnTo>
                    <a:pt x="977" y="1218"/>
                  </a:lnTo>
                  <a:lnTo>
                    <a:pt x="885" y="1255"/>
                  </a:lnTo>
                  <a:lnTo>
                    <a:pt x="772" y="1293"/>
                  </a:lnTo>
                  <a:lnTo>
                    <a:pt x="651" y="1331"/>
                  </a:lnTo>
                  <a:lnTo>
                    <a:pt x="422" y="1387"/>
                  </a:lnTo>
                  <a:lnTo>
                    <a:pt x="277" y="1384"/>
                  </a:lnTo>
                  <a:lnTo>
                    <a:pt x="210" y="1270"/>
                  </a:lnTo>
                  <a:lnTo>
                    <a:pt x="149" y="1063"/>
                  </a:lnTo>
                  <a:lnTo>
                    <a:pt x="100" y="841"/>
                  </a:lnTo>
                  <a:lnTo>
                    <a:pt x="68" y="686"/>
                  </a:lnTo>
                  <a:lnTo>
                    <a:pt x="7" y="346"/>
                  </a:lnTo>
                  <a:lnTo>
                    <a:pt x="0" y="0"/>
                  </a:lnTo>
                  <a:lnTo>
                    <a:pt x="36" y="4"/>
                  </a:lnTo>
                  <a:lnTo>
                    <a:pt x="36"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5" name="Google Shape;885;p16"/>
            <p:cNvSpPr/>
            <p:nvPr/>
          </p:nvSpPr>
          <p:spPr>
            <a:xfrm>
              <a:off x="1190" y="3381"/>
              <a:ext cx="90" cy="413"/>
            </a:xfrm>
            <a:custGeom>
              <a:rect b="b" l="l" r="r" t="t"/>
              <a:pathLst>
                <a:path extrusionOk="0" h="785" w="180">
                  <a:moveTo>
                    <a:pt x="43" y="19"/>
                  </a:moveTo>
                  <a:lnTo>
                    <a:pt x="101" y="350"/>
                  </a:lnTo>
                  <a:lnTo>
                    <a:pt x="164" y="630"/>
                  </a:lnTo>
                  <a:lnTo>
                    <a:pt x="180" y="762"/>
                  </a:lnTo>
                  <a:lnTo>
                    <a:pt x="167" y="785"/>
                  </a:lnTo>
                  <a:lnTo>
                    <a:pt x="146" y="773"/>
                  </a:lnTo>
                  <a:lnTo>
                    <a:pt x="68" y="572"/>
                  </a:lnTo>
                  <a:lnTo>
                    <a:pt x="27" y="361"/>
                  </a:lnTo>
                  <a:lnTo>
                    <a:pt x="0" y="24"/>
                  </a:lnTo>
                  <a:lnTo>
                    <a:pt x="20" y="0"/>
                  </a:lnTo>
                  <a:lnTo>
                    <a:pt x="43" y="19"/>
                  </a:lnTo>
                  <a:lnTo>
                    <a:pt x="4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6" name="Google Shape;886;p16"/>
            <p:cNvSpPr/>
            <p:nvPr/>
          </p:nvSpPr>
          <p:spPr>
            <a:xfrm>
              <a:off x="861" y="3751"/>
              <a:ext cx="1640" cy="84"/>
            </a:xfrm>
            <a:custGeom>
              <a:rect b="b" l="l" r="r" t="t"/>
              <a:pathLst>
                <a:path extrusionOk="0" h="159" w="3279">
                  <a:moveTo>
                    <a:pt x="0" y="87"/>
                  </a:moveTo>
                  <a:lnTo>
                    <a:pt x="203" y="45"/>
                  </a:lnTo>
                  <a:lnTo>
                    <a:pt x="488" y="19"/>
                  </a:lnTo>
                  <a:lnTo>
                    <a:pt x="1197" y="0"/>
                  </a:lnTo>
                  <a:lnTo>
                    <a:pt x="2449" y="42"/>
                  </a:lnTo>
                  <a:lnTo>
                    <a:pt x="2865" y="92"/>
                  </a:lnTo>
                  <a:lnTo>
                    <a:pt x="3279" y="125"/>
                  </a:lnTo>
                  <a:lnTo>
                    <a:pt x="3279" y="159"/>
                  </a:lnTo>
                  <a:lnTo>
                    <a:pt x="2570" y="131"/>
                  </a:lnTo>
                  <a:lnTo>
                    <a:pt x="1593" y="80"/>
                  </a:lnTo>
                  <a:lnTo>
                    <a:pt x="641" y="59"/>
                  </a:lnTo>
                  <a:lnTo>
                    <a:pt x="11" y="118"/>
                  </a:lnTo>
                  <a:lnTo>
                    <a:pt x="0" y="87"/>
                  </a:lnTo>
                  <a:lnTo>
                    <a:pt x="0" y="8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7" name="Google Shape;887;p16"/>
            <p:cNvSpPr/>
            <p:nvPr/>
          </p:nvSpPr>
          <p:spPr>
            <a:xfrm>
              <a:off x="1081" y="3634"/>
              <a:ext cx="110" cy="90"/>
            </a:xfrm>
            <a:custGeom>
              <a:rect b="b" l="l" r="r" t="t"/>
              <a:pathLst>
                <a:path extrusionOk="0" h="171" w="220">
                  <a:moveTo>
                    <a:pt x="0" y="146"/>
                  </a:moveTo>
                  <a:lnTo>
                    <a:pt x="81" y="68"/>
                  </a:lnTo>
                  <a:lnTo>
                    <a:pt x="171" y="0"/>
                  </a:lnTo>
                  <a:lnTo>
                    <a:pt x="220" y="10"/>
                  </a:lnTo>
                  <a:lnTo>
                    <a:pt x="209" y="57"/>
                  </a:lnTo>
                  <a:lnTo>
                    <a:pt x="88" y="122"/>
                  </a:lnTo>
                  <a:lnTo>
                    <a:pt x="25" y="171"/>
                  </a:lnTo>
                  <a:lnTo>
                    <a:pt x="0" y="146"/>
                  </a:lnTo>
                  <a:lnTo>
                    <a:pt x="0" y="1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894" name="Google Shape;894;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895" name="Google Shape;895;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Stationery" id="896" name="Google Shape;896;p17"/>
          <p:cNvSpPr txBox="1"/>
          <p:nvPr/>
        </p:nvSpPr>
        <p:spPr>
          <a:xfrm>
            <a:off x="457200" y="1752600"/>
            <a:ext cx="8229600" cy="44196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descr="Stationery" id="897" name="Google Shape;897;p17"/>
          <p:cNvSpPr txBox="1"/>
          <p:nvPr/>
        </p:nvSpPr>
        <p:spPr>
          <a:xfrm>
            <a:off x="4648200" y="1905000"/>
            <a:ext cx="3886200" cy="762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chemeClr val="lt2">
                <a:alpha val="49411"/>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Disadvantages</a:t>
            </a:r>
            <a:endParaRPr b="0" i="0" sz="1400" u="none" cap="none" strike="noStrike">
              <a:solidFill>
                <a:srgbClr val="000000"/>
              </a:solidFill>
              <a:latin typeface="Arial"/>
              <a:ea typeface="Arial"/>
              <a:cs typeface="Arial"/>
              <a:sym typeface="Arial"/>
            </a:endParaRPr>
          </a:p>
        </p:txBody>
      </p:sp>
      <p:sp>
        <p:nvSpPr>
          <p:cNvPr descr="Stationery" id="898" name="Google Shape;898;p17"/>
          <p:cNvSpPr txBox="1"/>
          <p:nvPr/>
        </p:nvSpPr>
        <p:spPr>
          <a:xfrm>
            <a:off x="4648200" y="2667000"/>
            <a:ext cx="3886200" cy="33528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107763">
              <a:schemeClr val="lt2">
                <a:alpha val="49411"/>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descr="Stationery" id="899" name="Google Shape;899;p17"/>
          <p:cNvSpPr txBox="1"/>
          <p:nvPr/>
        </p:nvSpPr>
        <p:spPr>
          <a:xfrm>
            <a:off x="609600" y="1905000"/>
            <a:ext cx="3886200" cy="762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chemeClr val="lt2">
                <a:alpha val="49411"/>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cap="none" strike="noStrike">
                <a:solidFill>
                  <a:schemeClr val="dk1"/>
                </a:solidFill>
                <a:latin typeface="Tahoma"/>
                <a:ea typeface="Tahoma"/>
                <a:cs typeface="Tahoma"/>
                <a:sym typeface="Tahoma"/>
              </a:rPr>
              <a:t>Advantages</a:t>
            </a:r>
            <a:endParaRPr b="0" i="0" sz="1400" u="none" cap="none" strike="noStrike">
              <a:solidFill>
                <a:srgbClr val="000000"/>
              </a:solidFill>
              <a:latin typeface="Arial"/>
              <a:ea typeface="Arial"/>
              <a:cs typeface="Arial"/>
              <a:sym typeface="Arial"/>
            </a:endParaRPr>
          </a:p>
        </p:txBody>
      </p:sp>
      <p:sp>
        <p:nvSpPr>
          <p:cNvPr descr="Stationery" id="900" name="Google Shape;900;p17"/>
          <p:cNvSpPr txBox="1"/>
          <p:nvPr/>
        </p:nvSpPr>
        <p:spPr>
          <a:xfrm>
            <a:off x="609600" y="2667000"/>
            <a:ext cx="3886200" cy="33528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107763">
              <a:schemeClr val="lt2">
                <a:alpha val="49411"/>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1" name="Google Shape;901;p17"/>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b="1" sz="4400">
              <a:solidFill>
                <a:schemeClr val="dk2"/>
              </a:solidFill>
              <a:latin typeface="Tahoma"/>
              <a:ea typeface="Tahoma"/>
              <a:cs typeface="Tahoma"/>
              <a:sym typeface="Tahoma"/>
            </a:endParaRPr>
          </a:p>
        </p:txBody>
      </p:sp>
      <p:sp>
        <p:nvSpPr>
          <p:cNvPr id="902" name="Google Shape;902;p17"/>
          <p:cNvSpPr txBox="1"/>
          <p:nvPr/>
        </p:nvSpPr>
        <p:spPr>
          <a:xfrm>
            <a:off x="457200" y="381000"/>
            <a:ext cx="8229600" cy="1371600"/>
          </a:xfrm>
          <a:prstGeom prst="rect">
            <a:avLst/>
          </a:prstGeom>
          <a:solidFill>
            <a:srgbClr val="6600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4800"/>
              <a:buFont typeface="Tahoma"/>
              <a:buNone/>
            </a:pPr>
            <a:r>
              <a:rPr b="1" i="0" lang="en-US" sz="4800" u="none" cap="none" strike="noStrike">
                <a:solidFill>
                  <a:schemeClr val="lt1"/>
                </a:solidFill>
                <a:latin typeface="Tahoma"/>
                <a:ea typeface="Tahoma"/>
                <a:cs typeface="Tahoma"/>
                <a:sym typeface="Tahoma"/>
              </a:rPr>
              <a:t>Electronic Presentations</a:t>
            </a:r>
            <a:endParaRPr b="0" i="0" sz="1400" u="none" cap="none" strike="noStrike">
              <a:solidFill>
                <a:srgbClr val="000000"/>
              </a:solidFill>
              <a:latin typeface="Arial"/>
              <a:ea typeface="Arial"/>
              <a:cs typeface="Arial"/>
              <a:sym typeface="Arial"/>
            </a:endParaRPr>
          </a:p>
        </p:txBody>
      </p:sp>
      <p:sp>
        <p:nvSpPr>
          <p:cNvPr descr="Stationery" id="903" name="Google Shape;903;p17"/>
          <p:cNvSpPr txBox="1"/>
          <p:nvPr/>
        </p:nvSpPr>
        <p:spPr>
          <a:xfrm>
            <a:off x="914400" y="3886200"/>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Multimedia</a:t>
            </a:r>
            <a:endParaRPr b="0" i="0" sz="1400" u="none" cap="none" strike="noStrike">
              <a:solidFill>
                <a:srgbClr val="000000"/>
              </a:solidFill>
              <a:latin typeface="Arial"/>
              <a:ea typeface="Arial"/>
              <a:cs typeface="Arial"/>
              <a:sym typeface="Arial"/>
            </a:endParaRPr>
          </a:p>
        </p:txBody>
      </p:sp>
      <p:sp>
        <p:nvSpPr>
          <p:cNvPr descr="Stationery" id="904" name="Google Shape;904;p17"/>
          <p:cNvSpPr txBox="1"/>
          <p:nvPr/>
        </p:nvSpPr>
        <p:spPr>
          <a:xfrm>
            <a:off x="914400" y="4960937"/>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Flexibility</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and Portability</a:t>
            </a:r>
            <a:endParaRPr b="0" i="0" sz="1400" u="none" cap="none" strike="noStrike">
              <a:solidFill>
                <a:srgbClr val="000000"/>
              </a:solidFill>
              <a:latin typeface="Arial"/>
              <a:ea typeface="Arial"/>
              <a:cs typeface="Arial"/>
              <a:sym typeface="Arial"/>
            </a:endParaRPr>
          </a:p>
        </p:txBody>
      </p:sp>
      <p:sp>
        <p:nvSpPr>
          <p:cNvPr descr="Stationery" id="905" name="Google Shape;905;p17"/>
          <p:cNvSpPr txBox="1"/>
          <p:nvPr/>
        </p:nvSpPr>
        <p:spPr>
          <a:xfrm>
            <a:off x="5029200" y="3886200"/>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Technique</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Over Content</a:t>
            </a:r>
            <a:endParaRPr b="0" i="0" sz="1400" u="none" cap="none" strike="noStrike">
              <a:solidFill>
                <a:srgbClr val="000000"/>
              </a:solidFill>
              <a:latin typeface="Arial"/>
              <a:ea typeface="Arial"/>
              <a:cs typeface="Arial"/>
              <a:sym typeface="Arial"/>
            </a:endParaRPr>
          </a:p>
        </p:txBody>
      </p:sp>
      <p:sp>
        <p:nvSpPr>
          <p:cNvPr descr="Stationery" id="906" name="Google Shape;906;p17"/>
          <p:cNvSpPr txBox="1"/>
          <p:nvPr/>
        </p:nvSpPr>
        <p:spPr>
          <a:xfrm>
            <a:off x="5029200" y="4960937"/>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Overuse of</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Special Effects</a:t>
            </a:r>
            <a:endParaRPr b="0" i="0" sz="1400" u="none" cap="none" strike="noStrike">
              <a:solidFill>
                <a:srgbClr val="000000"/>
              </a:solidFill>
              <a:latin typeface="Arial"/>
              <a:ea typeface="Arial"/>
              <a:cs typeface="Arial"/>
              <a:sym typeface="Arial"/>
            </a:endParaRPr>
          </a:p>
        </p:txBody>
      </p:sp>
      <p:sp>
        <p:nvSpPr>
          <p:cNvPr descr="Stationery" id="907" name="Google Shape;907;p17"/>
          <p:cNvSpPr txBox="1"/>
          <p:nvPr/>
        </p:nvSpPr>
        <p:spPr>
          <a:xfrm>
            <a:off x="914400" y="2819400"/>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Real-Time Data</a:t>
            </a:r>
            <a:endParaRPr b="0" i="0" sz="1400" u="none" cap="none" strike="noStrike">
              <a:solidFill>
                <a:srgbClr val="000000"/>
              </a:solidFill>
              <a:latin typeface="Arial"/>
              <a:ea typeface="Arial"/>
              <a:cs typeface="Arial"/>
              <a:sym typeface="Arial"/>
            </a:endParaRPr>
          </a:p>
        </p:txBody>
      </p:sp>
      <p:sp>
        <p:nvSpPr>
          <p:cNvPr descr="Stationery" id="908" name="Google Shape;908;p17"/>
          <p:cNvSpPr txBox="1"/>
          <p:nvPr/>
        </p:nvSpPr>
        <p:spPr>
          <a:xfrm>
            <a:off x="5029200" y="2819400"/>
            <a:ext cx="3200400" cy="898525"/>
          </a:xfrm>
          <a:prstGeom prst="rect">
            <a:avLst/>
          </a:prstGeom>
          <a:blipFill rotWithShape="1">
            <a:blip r:embed="rId3">
              <a:alphaModFix/>
            </a:blip>
            <a:tile algn="tl" flip="none" tx="0" sx="100000" ty="0" sy="100000"/>
          </a:blipFill>
          <a:ln>
            <a:noFill/>
          </a:ln>
          <a:effectLst>
            <a:outerShdw blurRad="63500" dir="13500000" dist="17960">
              <a:srgbClr val="99997A">
                <a:alpha val="49411"/>
              </a:srgbClr>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Specialized </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Equipment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15" name="Google Shape;915;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16" name="Google Shape;916;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17" name="Google Shape;917;p18"/>
          <p:cNvSpPr txBox="1"/>
          <p:nvPr>
            <p:ph type="title"/>
          </p:nvPr>
        </p:nvSpPr>
        <p:spPr>
          <a:xfrm>
            <a:off x="457200" y="381000"/>
            <a:ext cx="8229600" cy="990600"/>
          </a:xfrm>
          <a:prstGeom prst="rect">
            <a:avLst/>
          </a:prstGeom>
          <a:solidFill>
            <a:schemeClr val="dk1"/>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Creating Effective Slides</a:t>
            </a:r>
            <a:endParaRPr/>
          </a:p>
        </p:txBody>
      </p:sp>
      <p:sp>
        <p:nvSpPr>
          <p:cNvPr id="918" name="Google Shape;918;p18"/>
          <p:cNvSpPr txBox="1"/>
          <p:nvPr/>
        </p:nvSpPr>
        <p:spPr>
          <a:xfrm>
            <a:off x="457200" y="1371600"/>
            <a:ext cx="8229600" cy="4800600"/>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19" name="Google Shape;919;p18"/>
          <p:cNvGrpSpPr/>
          <p:nvPr/>
        </p:nvGrpSpPr>
        <p:grpSpPr>
          <a:xfrm>
            <a:off x="1371600" y="2209800"/>
            <a:ext cx="6400800" cy="3124200"/>
            <a:chOff x="864" y="1248"/>
            <a:chExt cx="4032" cy="2256"/>
          </a:xfrm>
        </p:grpSpPr>
        <p:sp>
          <p:nvSpPr>
            <p:cNvPr id="920" name="Google Shape;920;p18"/>
            <p:cNvSpPr txBox="1"/>
            <p:nvPr/>
          </p:nvSpPr>
          <p:spPr>
            <a:xfrm>
              <a:off x="864" y="1248"/>
              <a:ext cx="2016" cy="1128"/>
            </a:xfrm>
            <a:prstGeom prst="rect">
              <a:avLst/>
            </a:prstGeom>
            <a:gradFill>
              <a:gsLst>
                <a:gs pos="0">
                  <a:srgbClr val="D6D6D6"/>
                </a:gs>
                <a:gs pos="50000">
                  <a:srgbClr val="F8F8F8"/>
                </a:gs>
                <a:gs pos="100000">
                  <a:srgbClr val="D6D6D6"/>
                </a:gs>
              </a:gsLst>
              <a:lin ang="5400000" scaled="0"/>
            </a:grad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Content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and Graphics</a:t>
              </a:r>
              <a:endParaRPr b="0" i="0" sz="1400" u="none" cap="none" strike="noStrike">
                <a:solidFill>
                  <a:srgbClr val="000000"/>
                </a:solidFill>
                <a:latin typeface="Arial"/>
                <a:ea typeface="Arial"/>
                <a:cs typeface="Arial"/>
                <a:sym typeface="Arial"/>
              </a:endParaRPr>
            </a:p>
          </p:txBody>
        </p:sp>
        <p:sp>
          <p:nvSpPr>
            <p:cNvPr id="921" name="Google Shape;921;p18"/>
            <p:cNvSpPr txBox="1"/>
            <p:nvPr/>
          </p:nvSpPr>
          <p:spPr>
            <a:xfrm>
              <a:off x="864" y="2376"/>
              <a:ext cx="2016" cy="1128"/>
            </a:xfrm>
            <a:prstGeom prst="rect">
              <a:avLst/>
            </a:prstGeom>
            <a:gradFill>
              <a:gsLst>
                <a:gs pos="0">
                  <a:srgbClr val="D6D6D6"/>
                </a:gs>
                <a:gs pos="50000">
                  <a:srgbClr val="F8F8F8"/>
                </a:gs>
                <a:gs pos="100000">
                  <a:srgbClr val="D6D6D6"/>
                </a:gs>
              </a:gsLst>
              <a:lin ang="5400000" scaled="0"/>
            </a:grad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Consistency</a:t>
              </a:r>
              <a:endParaRPr b="0" i="0" sz="1400" u="none" cap="none" strike="noStrike">
                <a:solidFill>
                  <a:srgbClr val="000000"/>
                </a:solidFill>
                <a:latin typeface="Arial"/>
                <a:ea typeface="Arial"/>
                <a:cs typeface="Arial"/>
                <a:sym typeface="Arial"/>
              </a:endParaRPr>
            </a:p>
          </p:txBody>
        </p:sp>
        <p:sp>
          <p:nvSpPr>
            <p:cNvPr id="922" name="Google Shape;922;p18"/>
            <p:cNvSpPr txBox="1"/>
            <p:nvPr/>
          </p:nvSpPr>
          <p:spPr>
            <a:xfrm>
              <a:off x="2880" y="1248"/>
              <a:ext cx="2016" cy="1128"/>
            </a:xfrm>
            <a:prstGeom prst="rect">
              <a:avLst/>
            </a:prstGeom>
            <a:gradFill>
              <a:gsLst>
                <a:gs pos="0">
                  <a:srgbClr val="D6D6D6"/>
                </a:gs>
                <a:gs pos="50000">
                  <a:srgbClr val="F8F8F8"/>
                </a:gs>
                <a:gs pos="100000">
                  <a:srgbClr val="D6D6D6"/>
                </a:gs>
              </a:gsLst>
              <a:lin ang="5400000" scaled="0"/>
            </a:grad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Design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Elements</a:t>
              </a:r>
              <a:endParaRPr b="0" i="0" sz="1400" u="none" cap="none" strike="noStrike">
                <a:solidFill>
                  <a:srgbClr val="000000"/>
                </a:solidFill>
                <a:latin typeface="Arial"/>
                <a:ea typeface="Arial"/>
                <a:cs typeface="Arial"/>
                <a:sym typeface="Arial"/>
              </a:endParaRPr>
            </a:p>
          </p:txBody>
        </p:sp>
        <p:sp>
          <p:nvSpPr>
            <p:cNvPr id="923" name="Google Shape;923;p18"/>
            <p:cNvSpPr txBox="1"/>
            <p:nvPr/>
          </p:nvSpPr>
          <p:spPr>
            <a:xfrm>
              <a:off x="2880" y="2376"/>
              <a:ext cx="2016" cy="1128"/>
            </a:xfrm>
            <a:prstGeom prst="rect">
              <a:avLst/>
            </a:prstGeom>
            <a:gradFill>
              <a:gsLst>
                <a:gs pos="0">
                  <a:srgbClr val="D6D6D6"/>
                </a:gs>
                <a:gs pos="50000">
                  <a:srgbClr val="F8F8F8"/>
                </a:gs>
                <a:gs pos="100000">
                  <a:srgbClr val="D6D6D6"/>
                </a:gs>
              </a:gsLst>
              <a:lin ang="5400000" scaled="0"/>
            </a:grad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Special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Effects</a:t>
              </a:r>
              <a:endParaRPr b="0" i="0" sz="1400" u="none" cap="none" strike="noStrike">
                <a:solidFill>
                  <a:srgbClr val="000000"/>
                </a:solidFill>
                <a:latin typeface="Arial"/>
                <a:ea typeface="Arial"/>
                <a:cs typeface="Arial"/>
                <a:sym typeface="Arial"/>
              </a:endParaRPr>
            </a:p>
          </p:txBody>
        </p:sp>
      </p:grpSp>
      <p:sp>
        <p:nvSpPr>
          <p:cNvPr id="924" name="Google Shape;924;p18"/>
          <p:cNvSpPr txBox="1"/>
          <p:nvPr/>
        </p:nvSpPr>
        <p:spPr>
          <a:xfrm>
            <a:off x="3810000" y="5638800"/>
            <a:ext cx="13811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Simplicity</a:t>
            </a:r>
            <a:endParaRPr b="0" i="0" sz="1400" u="none" cap="none" strike="noStrike">
              <a:solidFill>
                <a:srgbClr val="000000"/>
              </a:solidFill>
              <a:latin typeface="Arial"/>
              <a:ea typeface="Arial"/>
              <a:cs typeface="Arial"/>
              <a:sym typeface="Arial"/>
            </a:endParaRPr>
          </a:p>
        </p:txBody>
      </p:sp>
      <p:sp>
        <p:nvSpPr>
          <p:cNvPr id="925" name="Google Shape;925;p18"/>
          <p:cNvSpPr txBox="1"/>
          <p:nvPr/>
        </p:nvSpPr>
        <p:spPr>
          <a:xfrm>
            <a:off x="3841750" y="1508125"/>
            <a:ext cx="13811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Simplicity</a:t>
            </a:r>
            <a:endParaRPr b="0" i="0" sz="1400" u="none" cap="none" strike="noStrike">
              <a:solidFill>
                <a:srgbClr val="000000"/>
              </a:solidFill>
              <a:latin typeface="Arial"/>
              <a:ea typeface="Arial"/>
              <a:cs typeface="Arial"/>
              <a:sym typeface="Arial"/>
            </a:endParaRPr>
          </a:p>
        </p:txBody>
      </p:sp>
      <p:sp>
        <p:nvSpPr>
          <p:cNvPr id="926" name="Google Shape;926;p18"/>
          <p:cNvSpPr txBox="1"/>
          <p:nvPr/>
        </p:nvSpPr>
        <p:spPr>
          <a:xfrm rot="5400000">
            <a:off x="7566818" y="3528218"/>
            <a:ext cx="15382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Readability</a:t>
            </a:r>
            <a:endParaRPr b="0" i="0" sz="1400" u="none" cap="none" strike="noStrike">
              <a:solidFill>
                <a:srgbClr val="000000"/>
              </a:solidFill>
              <a:latin typeface="Arial"/>
              <a:ea typeface="Arial"/>
              <a:cs typeface="Arial"/>
              <a:sym typeface="Arial"/>
            </a:endParaRPr>
          </a:p>
        </p:txBody>
      </p:sp>
      <p:sp>
        <p:nvSpPr>
          <p:cNvPr id="927" name="Google Shape;927;p18"/>
          <p:cNvSpPr txBox="1"/>
          <p:nvPr/>
        </p:nvSpPr>
        <p:spPr>
          <a:xfrm rot="-5400000">
            <a:off x="38893" y="3528218"/>
            <a:ext cx="15382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Readability</a:t>
            </a:r>
            <a:endParaRPr b="0" i="0" sz="1400" u="none" cap="none" strike="noStrike">
              <a:solidFill>
                <a:srgbClr val="000000"/>
              </a:solidFill>
              <a:latin typeface="Arial"/>
              <a:ea typeface="Arial"/>
              <a:cs typeface="Arial"/>
              <a:sym typeface="Arial"/>
            </a:endParaRPr>
          </a:p>
        </p:txBody>
      </p:sp>
      <p:cxnSp>
        <p:nvCxnSpPr>
          <p:cNvPr id="928" name="Google Shape;928;p18"/>
          <p:cNvCxnSpPr/>
          <p:nvPr/>
        </p:nvCxnSpPr>
        <p:spPr>
          <a:xfrm>
            <a:off x="5222875" y="1706562"/>
            <a:ext cx="3113100" cy="1251000"/>
          </a:xfrm>
          <a:prstGeom prst="bentConnector2">
            <a:avLst/>
          </a:prstGeom>
          <a:noFill/>
          <a:ln cap="flat" cmpd="sng" w="9525">
            <a:solidFill>
              <a:schemeClr val="dk1"/>
            </a:solidFill>
            <a:prstDash val="solid"/>
            <a:miter lim="800000"/>
            <a:headEnd len="med" w="med" type="triangle"/>
            <a:tailEnd len="med" w="med" type="triangle"/>
          </a:ln>
        </p:spPr>
      </p:cxnSp>
      <p:cxnSp>
        <p:nvCxnSpPr>
          <p:cNvPr id="929" name="Google Shape;929;p18"/>
          <p:cNvCxnSpPr/>
          <p:nvPr/>
        </p:nvCxnSpPr>
        <p:spPr>
          <a:xfrm flipH="1">
            <a:off x="5191062" y="4494212"/>
            <a:ext cx="3144900" cy="1343100"/>
          </a:xfrm>
          <a:prstGeom prst="bentConnector2">
            <a:avLst/>
          </a:prstGeom>
          <a:noFill/>
          <a:ln cap="flat" cmpd="sng" w="9525">
            <a:solidFill>
              <a:schemeClr val="dk1"/>
            </a:solidFill>
            <a:prstDash val="solid"/>
            <a:miter lim="800000"/>
            <a:headEnd len="med" w="med" type="triangle"/>
            <a:tailEnd len="med" w="med" type="triangle"/>
          </a:ln>
        </p:spPr>
      </p:cxnSp>
      <p:cxnSp>
        <p:nvCxnSpPr>
          <p:cNvPr id="930" name="Google Shape;930;p18"/>
          <p:cNvCxnSpPr/>
          <p:nvPr/>
        </p:nvCxnSpPr>
        <p:spPr>
          <a:xfrm rot="10800000">
            <a:off x="807899" y="4495937"/>
            <a:ext cx="3002100" cy="1341300"/>
          </a:xfrm>
          <a:prstGeom prst="bentConnector2">
            <a:avLst/>
          </a:prstGeom>
          <a:noFill/>
          <a:ln cap="flat" cmpd="sng" w="9525">
            <a:solidFill>
              <a:schemeClr val="dk1"/>
            </a:solidFill>
            <a:prstDash val="solid"/>
            <a:miter lim="800000"/>
            <a:headEnd len="med" w="med" type="triangle"/>
            <a:tailEnd len="med" w="med" type="triangle"/>
          </a:ln>
        </p:spPr>
      </p:cxnSp>
      <p:cxnSp>
        <p:nvCxnSpPr>
          <p:cNvPr id="931" name="Google Shape;931;p18"/>
          <p:cNvCxnSpPr/>
          <p:nvPr/>
        </p:nvCxnSpPr>
        <p:spPr>
          <a:xfrm flipH="1">
            <a:off x="808149" y="1706562"/>
            <a:ext cx="3033600" cy="1251000"/>
          </a:xfrm>
          <a:prstGeom prst="bentConnector2">
            <a:avLst/>
          </a:prstGeom>
          <a:noFill/>
          <a:ln cap="flat" cmpd="sng" w="9525">
            <a:solidFill>
              <a:schemeClr val="dk1"/>
            </a:solidFill>
            <a:prstDash val="solid"/>
            <a:miter lim="800000"/>
            <a:headEnd len="med" w="med" type="triangle"/>
            <a:tailEnd len="med" w="med" type="triangle"/>
          </a:ln>
        </p:spPr>
      </p:cxnSp>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38" name="Google Shape;938;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39" name="Google Shape;939;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40" name="Google Shape;940;p19"/>
          <p:cNvSpPr txBox="1"/>
          <p:nvPr/>
        </p:nvSpPr>
        <p:spPr>
          <a:xfrm>
            <a:off x="457200" y="1752600"/>
            <a:ext cx="8229600" cy="4419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1" name="Google Shape;941;p19"/>
          <p:cNvSpPr txBox="1"/>
          <p:nvPr>
            <p:ph type="title"/>
          </p:nvPr>
        </p:nvSpPr>
        <p:spPr>
          <a:xfrm>
            <a:off x="457200" y="381000"/>
            <a:ext cx="8229600" cy="13716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Choosing a Color Scheme</a:t>
            </a:r>
            <a:endParaRPr/>
          </a:p>
        </p:txBody>
      </p:sp>
      <p:sp>
        <p:nvSpPr>
          <p:cNvPr id="942" name="Google Shape;942;p19"/>
          <p:cNvSpPr txBox="1"/>
          <p:nvPr>
            <p:ph idx="4294967295" type="body"/>
          </p:nvPr>
        </p:nvSpPr>
        <p:spPr>
          <a:xfrm>
            <a:off x="457200" y="1752600"/>
            <a:ext cx="396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3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Stimulate emotions</a:t>
            </a:r>
            <a:endParaRPr/>
          </a:p>
          <a:p>
            <a:pPr indent="-342900" lvl="0" marL="342900" marR="0" rtl="0" algn="l">
              <a:lnSpc>
                <a:spcPct val="13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Recognize cultural differences</a:t>
            </a:r>
            <a:endParaRPr/>
          </a:p>
          <a:p>
            <a:pPr indent="-342900" lvl="0" marL="342900" marR="0" rtl="0" algn="l">
              <a:lnSpc>
                <a:spcPct val="13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Limit color selections</a:t>
            </a:r>
            <a:endParaRPr/>
          </a:p>
          <a:p>
            <a:pPr indent="-342900" lvl="0" marL="342900" marR="0" rtl="0" algn="l">
              <a:lnSpc>
                <a:spcPct val="13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Use contrasting colors</a:t>
            </a:r>
            <a:endParaRPr/>
          </a:p>
          <a:p>
            <a:pPr indent="-342900" lvl="0" marL="342900" marR="0" rtl="0" algn="l">
              <a:lnSpc>
                <a:spcPct val="13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Adjust to room light</a:t>
            </a:r>
            <a:endParaRPr/>
          </a:p>
          <a:p>
            <a:pPr indent="-342900" lvl="0" marL="342900" marR="0" rtl="0" algn="l">
              <a:lnSpc>
                <a:spcPct val="13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Order colors from dark to light</a:t>
            </a:r>
            <a:endParaRPr/>
          </a:p>
        </p:txBody>
      </p:sp>
      <p:pic>
        <p:nvPicPr>
          <p:cNvPr id="943" name="Google Shape;943;p19"/>
          <p:cNvPicPr preferRelativeResize="0"/>
          <p:nvPr/>
        </p:nvPicPr>
        <p:blipFill rotWithShape="1">
          <a:blip r:embed="rId3">
            <a:alphaModFix/>
          </a:blip>
          <a:srcRect b="0" l="0" r="0" t="0"/>
          <a:stretch/>
        </p:blipFill>
        <p:spPr>
          <a:xfrm>
            <a:off x="4657725" y="1787525"/>
            <a:ext cx="4029075" cy="3538537"/>
          </a:xfrm>
          <a:prstGeom prst="rect">
            <a:avLst/>
          </a:prstGeom>
          <a:noFill/>
          <a:ln>
            <a:noFill/>
          </a:ln>
        </p:spPr>
      </p:pic>
      <p:sp>
        <p:nvSpPr>
          <p:cNvPr id="944" name="Google Shape;944;p19"/>
          <p:cNvSpPr txBox="1"/>
          <p:nvPr/>
        </p:nvSpPr>
        <p:spPr>
          <a:xfrm>
            <a:off x="4495800" y="5326062"/>
            <a:ext cx="41148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Char char="•"/>
            </a:pPr>
            <a:r>
              <a:rPr b="0" i="0" lang="en-US" sz="1200" u="none" cap="none" strike="noStrike">
                <a:solidFill>
                  <a:schemeClr val="dk1"/>
                </a:solidFill>
                <a:latin typeface="Times New Roman"/>
                <a:ea typeface="Times New Roman"/>
                <a:cs typeface="Times New Roman"/>
                <a:sym typeface="Times New Roman"/>
              </a:rPr>
              <a:t>Color palette: https://color.adobe.com/create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https://coolors.co/91f9e5-76f7bf-5fdd9d-499167-3f4531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51" name="Google Shape;951;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52" name="Google Shape;952;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53" name="Google Shape;953;p20"/>
          <p:cNvSpPr txBox="1"/>
          <p:nvPr/>
        </p:nvSpPr>
        <p:spPr>
          <a:xfrm>
            <a:off x="457200" y="381000"/>
            <a:ext cx="8229600" cy="2667000"/>
          </a:xfrm>
          <a:prstGeom prst="rect">
            <a:avLst/>
          </a:prstGeom>
          <a:solidFill>
            <a:schemeClr val="dk1"/>
          </a:solid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6000"/>
              <a:buFont typeface="Tahoma"/>
              <a:buNone/>
            </a:pPr>
            <a:r>
              <a:rPr b="1" i="0" lang="en-US" sz="6000" u="none" cap="none" strike="noStrike">
                <a:solidFill>
                  <a:schemeClr val="lt1"/>
                </a:solidFill>
                <a:latin typeface="Tahoma"/>
                <a:ea typeface="Tahoma"/>
                <a:cs typeface="Tahoma"/>
                <a:sym typeface="Tahoma"/>
              </a:rPr>
              <a:t>Additional Design</a:t>
            </a:r>
            <a:br>
              <a:rPr b="1" i="0" lang="en-US" sz="6000" u="none" cap="none" strike="noStrike">
                <a:solidFill>
                  <a:schemeClr val="lt1"/>
                </a:solidFill>
                <a:latin typeface="Tahoma"/>
                <a:ea typeface="Tahoma"/>
                <a:cs typeface="Tahoma"/>
                <a:sym typeface="Tahoma"/>
              </a:rPr>
            </a:br>
            <a:r>
              <a:rPr b="1" i="0" lang="en-US" sz="6000" u="none" cap="none" strike="noStrike">
                <a:solidFill>
                  <a:schemeClr val="lt1"/>
                </a:solidFill>
                <a:latin typeface="Tahoma"/>
                <a:ea typeface="Tahoma"/>
                <a:cs typeface="Tahoma"/>
                <a:sym typeface="Tahoma"/>
              </a:rPr>
              <a:t>Considerations</a:t>
            </a:r>
            <a:endParaRPr b="0" i="0" sz="1400" u="none" cap="none" strike="noStrike">
              <a:solidFill>
                <a:srgbClr val="000000"/>
              </a:solidFill>
              <a:latin typeface="Arial"/>
              <a:ea typeface="Arial"/>
              <a:cs typeface="Arial"/>
              <a:sym typeface="Arial"/>
            </a:endParaRPr>
          </a:p>
        </p:txBody>
      </p:sp>
      <p:sp>
        <p:nvSpPr>
          <p:cNvPr descr="White marble" id="954" name="Google Shape;954;p20"/>
          <p:cNvSpPr txBox="1"/>
          <p:nvPr/>
        </p:nvSpPr>
        <p:spPr>
          <a:xfrm>
            <a:off x="457200" y="3048000"/>
            <a:ext cx="4114800" cy="3124200"/>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4400"/>
              <a:buFont typeface="Arial Black"/>
              <a:buNone/>
            </a:pPr>
            <a:r>
              <a:rPr b="1" i="0" lang="en-US" sz="4400" u="none" cap="none" strike="noStrike">
                <a:solidFill>
                  <a:schemeClr val="dk1"/>
                </a:solidFill>
                <a:latin typeface="Arial Black"/>
                <a:ea typeface="Arial Black"/>
                <a:cs typeface="Arial Black"/>
                <a:sym typeface="Arial Black"/>
              </a:rPr>
              <a:t>Background</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chemeClr val="dk1"/>
              </a:buClr>
              <a:buSzPts val="4400"/>
              <a:buFont typeface="Arial Black"/>
              <a:buNone/>
            </a:pPr>
            <a:r>
              <a:rPr b="1" i="0" lang="en-US" sz="4400" u="none" cap="none" strike="noStrike">
                <a:solidFill>
                  <a:schemeClr val="dk1"/>
                </a:solidFill>
                <a:latin typeface="Arial Black"/>
                <a:ea typeface="Arial Black"/>
                <a:cs typeface="Arial Black"/>
                <a:sym typeface="Arial Black"/>
              </a:rPr>
              <a:t>Designs</a:t>
            </a:r>
            <a:endParaRPr b="0" i="0" sz="1400" u="none" cap="none" strike="noStrike">
              <a:solidFill>
                <a:srgbClr val="000000"/>
              </a:solidFill>
              <a:latin typeface="Arial"/>
              <a:ea typeface="Arial"/>
              <a:cs typeface="Arial"/>
              <a:sym typeface="Arial"/>
            </a:endParaRPr>
          </a:p>
        </p:txBody>
      </p:sp>
      <p:sp>
        <p:nvSpPr>
          <p:cNvPr descr="White marble" id="955" name="Google Shape;955;p20"/>
          <p:cNvSpPr txBox="1"/>
          <p:nvPr/>
        </p:nvSpPr>
        <p:spPr>
          <a:xfrm>
            <a:off x="4572000" y="3048000"/>
            <a:ext cx="4114800" cy="3124200"/>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4400"/>
              <a:buFont typeface="Arial Black"/>
              <a:buNone/>
            </a:pPr>
            <a:r>
              <a:rPr b="1" i="0" lang="en-US" sz="4400" u="none" cap="none" strike="noStrike">
                <a:solidFill>
                  <a:schemeClr val="dk1"/>
                </a:solidFill>
                <a:latin typeface="Arial Black"/>
                <a:ea typeface="Arial Black"/>
                <a:cs typeface="Arial Black"/>
                <a:sym typeface="Arial Black"/>
              </a:rPr>
              <a:t>Fonts and</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chemeClr val="dk1"/>
              </a:buClr>
              <a:buSzPts val="4400"/>
              <a:buFont typeface="Arial Black"/>
              <a:buNone/>
            </a:pPr>
            <a:r>
              <a:rPr b="1" i="0" lang="en-US" sz="4400" u="none" cap="none" strike="noStrike">
                <a:solidFill>
                  <a:schemeClr val="dk1"/>
                </a:solidFill>
                <a:latin typeface="Arial Black"/>
                <a:ea typeface="Arial Black"/>
                <a:cs typeface="Arial Black"/>
                <a:sym typeface="Arial Black"/>
              </a:rPr>
              <a:t>Type Styles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spli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2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61" name="Google Shape;961;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62" name="Google Shape;962;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63" name="Google Shape;963;p21"/>
          <p:cNvPicPr preferRelativeResize="0"/>
          <p:nvPr/>
        </p:nvPicPr>
        <p:blipFill rotWithShape="1">
          <a:blip r:embed="rId3">
            <a:alphaModFix/>
          </a:blip>
          <a:srcRect b="0" l="0" r="0" t="0"/>
          <a:stretch/>
        </p:blipFill>
        <p:spPr>
          <a:xfrm>
            <a:off x="2209800" y="58737"/>
            <a:ext cx="4859337" cy="4935537"/>
          </a:xfrm>
          <a:prstGeom prst="rect">
            <a:avLst/>
          </a:prstGeom>
          <a:noFill/>
          <a:ln>
            <a:noFill/>
          </a:ln>
        </p:spPr>
      </p:pic>
      <p:sp>
        <p:nvSpPr>
          <p:cNvPr id="964" name="Google Shape;964;p21"/>
          <p:cNvSpPr txBox="1"/>
          <p:nvPr/>
        </p:nvSpPr>
        <p:spPr>
          <a:xfrm>
            <a:off x="685800" y="5199850"/>
            <a:ext cx="7924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https://www.slideshare.net/aymansadiq16/lets-play-fonts-2-typography-illustrated?qid=fba09083-c085-4ecd-aeaa-21becb39e1ba&amp;v=&amp;b=&amp;from_search=16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2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71" name="Google Shape;971;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72" name="Google Shape;972;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Recycled paper" id="973" name="Google Shape;973;p22"/>
          <p:cNvSpPr txBox="1"/>
          <p:nvPr/>
        </p:nvSpPr>
        <p:spPr>
          <a:xfrm>
            <a:off x="420687" y="1739900"/>
            <a:ext cx="8229600" cy="4419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4" name="Google Shape;974;p22"/>
          <p:cNvSpPr txBox="1"/>
          <p:nvPr>
            <p:ph type="title"/>
          </p:nvPr>
        </p:nvSpPr>
        <p:spPr>
          <a:xfrm>
            <a:off x="381000" y="152400"/>
            <a:ext cx="8229600" cy="1371600"/>
          </a:xfrm>
          <a:prstGeom prst="rect">
            <a:avLst/>
          </a:prstGeom>
          <a:gradFill>
            <a:gsLst>
              <a:gs pos="0">
                <a:srgbClr val="181847"/>
              </a:gs>
              <a:gs pos="50000">
                <a:srgbClr val="333399"/>
              </a:gs>
              <a:gs pos="100000">
                <a:srgbClr val="181847"/>
              </a:gs>
            </a:gsLst>
            <a:lin ang="18900000" scaled="0"/>
          </a:gra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Animation and Special Effects</a:t>
            </a:r>
            <a:endParaRPr/>
          </a:p>
        </p:txBody>
      </p:sp>
      <p:grpSp>
        <p:nvGrpSpPr>
          <p:cNvPr id="975" name="Google Shape;975;p22"/>
          <p:cNvGrpSpPr/>
          <p:nvPr/>
        </p:nvGrpSpPr>
        <p:grpSpPr>
          <a:xfrm>
            <a:off x="942975" y="1870075"/>
            <a:ext cx="7600950" cy="4159250"/>
            <a:chOff x="533400" y="1752600"/>
            <a:chExt cx="8077200" cy="4419600"/>
          </a:xfrm>
        </p:grpSpPr>
        <p:sp>
          <p:nvSpPr>
            <p:cNvPr id="976" name="Google Shape;976;p22"/>
            <p:cNvSpPr/>
            <p:nvPr/>
          </p:nvSpPr>
          <p:spPr>
            <a:xfrm>
              <a:off x="533400" y="1752600"/>
              <a:ext cx="8077200" cy="4419600"/>
            </a:xfrm>
            <a:custGeom>
              <a:rect b="b" l="l" r="r" t="t"/>
              <a:pathLst>
                <a:path extrusionOk="0" h="4596" w="4596">
                  <a:moveTo>
                    <a:pt x="2295" y="0"/>
                  </a:moveTo>
                  <a:lnTo>
                    <a:pt x="1958" y="606"/>
                  </a:lnTo>
                  <a:lnTo>
                    <a:pt x="1413" y="169"/>
                  </a:lnTo>
                  <a:lnTo>
                    <a:pt x="1335" y="860"/>
                  </a:lnTo>
                  <a:lnTo>
                    <a:pt x="668" y="668"/>
                  </a:lnTo>
                  <a:lnTo>
                    <a:pt x="860" y="1335"/>
                  </a:lnTo>
                  <a:lnTo>
                    <a:pt x="169" y="1413"/>
                  </a:lnTo>
                  <a:lnTo>
                    <a:pt x="606" y="1958"/>
                  </a:lnTo>
                  <a:lnTo>
                    <a:pt x="0" y="2295"/>
                  </a:lnTo>
                  <a:lnTo>
                    <a:pt x="606" y="2632"/>
                  </a:lnTo>
                  <a:lnTo>
                    <a:pt x="169" y="3177"/>
                  </a:lnTo>
                  <a:lnTo>
                    <a:pt x="860" y="3253"/>
                  </a:lnTo>
                  <a:lnTo>
                    <a:pt x="668" y="3921"/>
                  </a:lnTo>
                  <a:lnTo>
                    <a:pt x="1335" y="3728"/>
                  </a:lnTo>
                  <a:lnTo>
                    <a:pt x="1413" y="4420"/>
                  </a:lnTo>
                  <a:lnTo>
                    <a:pt x="1958" y="3982"/>
                  </a:lnTo>
                  <a:lnTo>
                    <a:pt x="2295" y="4596"/>
                  </a:lnTo>
                  <a:lnTo>
                    <a:pt x="2632" y="3982"/>
                  </a:lnTo>
                  <a:lnTo>
                    <a:pt x="3177" y="4420"/>
                  </a:lnTo>
                  <a:lnTo>
                    <a:pt x="3253" y="3728"/>
                  </a:lnTo>
                  <a:lnTo>
                    <a:pt x="3921" y="3921"/>
                  </a:lnTo>
                  <a:lnTo>
                    <a:pt x="3728" y="3253"/>
                  </a:lnTo>
                  <a:lnTo>
                    <a:pt x="4420" y="3177"/>
                  </a:lnTo>
                  <a:lnTo>
                    <a:pt x="3982" y="2632"/>
                  </a:lnTo>
                  <a:lnTo>
                    <a:pt x="4596" y="2295"/>
                  </a:lnTo>
                  <a:lnTo>
                    <a:pt x="3982" y="1958"/>
                  </a:lnTo>
                  <a:lnTo>
                    <a:pt x="4420" y="1413"/>
                  </a:lnTo>
                  <a:lnTo>
                    <a:pt x="3728" y="1335"/>
                  </a:lnTo>
                  <a:lnTo>
                    <a:pt x="3921" y="668"/>
                  </a:lnTo>
                  <a:lnTo>
                    <a:pt x="3253" y="860"/>
                  </a:lnTo>
                  <a:lnTo>
                    <a:pt x="3177" y="169"/>
                  </a:lnTo>
                  <a:lnTo>
                    <a:pt x="2632" y="606"/>
                  </a:lnTo>
                  <a:lnTo>
                    <a:pt x="2295" y="0"/>
                  </a:lnTo>
                  <a:close/>
                </a:path>
              </a:pathLst>
            </a:custGeom>
            <a:gradFill>
              <a:gsLst>
                <a:gs pos="0">
                  <a:srgbClr val="DCDC00"/>
                </a:gs>
                <a:gs pos="50000">
                  <a:srgbClr val="FFFF00"/>
                </a:gs>
                <a:gs pos="100000">
                  <a:srgbClr val="DCDC00"/>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7" name="Google Shape;977;p22"/>
            <p:cNvSpPr/>
            <p:nvPr/>
          </p:nvSpPr>
          <p:spPr>
            <a:xfrm flipH="1">
              <a:off x="4572000" y="1981200"/>
              <a:ext cx="2057400" cy="1104900"/>
            </a:xfrm>
            <a:prstGeom prst="curvedDownArrow">
              <a:avLst>
                <a:gd fmla="val 25000" name="adj1"/>
                <a:gd fmla="val 50000" name="adj2"/>
                <a:gd fmla="val 16975" name="adj3"/>
              </a:avLst>
            </a:prstGeom>
            <a:gradFill>
              <a:gsLst>
                <a:gs pos="0">
                  <a:srgbClr val="76765E"/>
                </a:gs>
                <a:gs pos="50000">
                  <a:srgbClr val="FFFFCC"/>
                </a:gs>
                <a:gs pos="100000">
                  <a:srgbClr val="76765E"/>
                </a:gs>
              </a:gsLst>
              <a:lin ang="189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8" name="Google Shape;978;p22"/>
            <p:cNvSpPr/>
            <p:nvPr/>
          </p:nvSpPr>
          <p:spPr>
            <a:xfrm>
              <a:off x="2438400" y="1981200"/>
              <a:ext cx="2057400" cy="1104900"/>
            </a:xfrm>
            <a:prstGeom prst="curvedDownArrow">
              <a:avLst>
                <a:gd fmla="val 25000" name="adj1"/>
                <a:gd fmla="val 50000" name="adj2"/>
                <a:gd fmla="val 16975" name="adj3"/>
              </a:avLst>
            </a:prstGeom>
            <a:gradFill>
              <a:gsLst>
                <a:gs pos="0">
                  <a:srgbClr val="76765E"/>
                </a:gs>
                <a:gs pos="50000">
                  <a:srgbClr val="FFFFCC"/>
                </a:gs>
                <a:gs pos="100000">
                  <a:srgbClr val="76765E"/>
                </a:gs>
              </a:gsLst>
              <a:lin ang="189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9" name="Google Shape;979;p22"/>
            <p:cNvSpPr/>
            <p:nvPr/>
          </p:nvSpPr>
          <p:spPr>
            <a:xfrm flipH="1" rot="10800000">
              <a:off x="5257800" y="4762500"/>
              <a:ext cx="2057400" cy="1104900"/>
            </a:xfrm>
            <a:prstGeom prst="curvedDownArrow">
              <a:avLst>
                <a:gd fmla="val 25000" name="adj1"/>
                <a:gd fmla="val 50000" name="adj2"/>
                <a:gd fmla="val 16975" name="adj3"/>
              </a:avLst>
            </a:prstGeom>
            <a:gradFill>
              <a:gsLst>
                <a:gs pos="0">
                  <a:srgbClr val="76765E"/>
                </a:gs>
                <a:gs pos="50000">
                  <a:srgbClr val="FFFFCC"/>
                </a:gs>
                <a:gs pos="100000">
                  <a:srgbClr val="76765E"/>
                </a:gs>
              </a:gsLst>
              <a:lin ang="189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0" name="Google Shape;980;p22"/>
            <p:cNvSpPr/>
            <p:nvPr/>
          </p:nvSpPr>
          <p:spPr>
            <a:xfrm rot="10800000">
              <a:off x="1828800" y="4762500"/>
              <a:ext cx="2057400" cy="1104900"/>
            </a:xfrm>
            <a:prstGeom prst="curvedDownArrow">
              <a:avLst>
                <a:gd fmla="val 25000" name="adj1"/>
                <a:gd fmla="val 50000" name="adj2"/>
                <a:gd fmla="val 16975" name="adj3"/>
              </a:avLst>
            </a:prstGeom>
            <a:gradFill>
              <a:gsLst>
                <a:gs pos="0">
                  <a:srgbClr val="76765E"/>
                </a:gs>
                <a:gs pos="50000">
                  <a:srgbClr val="FFFFCC"/>
                </a:gs>
                <a:gs pos="100000">
                  <a:srgbClr val="76765E"/>
                </a:gs>
              </a:gsLst>
              <a:lin ang="189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81" name="Google Shape;981;p22"/>
            <p:cNvGrpSpPr/>
            <p:nvPr/>
          </p:nvGrpSpPr>
          <p:grpSpPr>
            <a:xfrm>
              <a:off x="914400" y="2286000"/>
              <a:ext cx="7315200" cy="3241675"/>
              <a:chOff x="576" y="1440"/>
              <a:chExt cx="4608" cy="2042"/>
            </a:xfrm>
          </p:grpSpPr>
          <p:sp>
            <p:nvSpPr>
              <p:cNvPr id="982" name="Google Shape;982;p22"/>
              <p:cNvSpPr/>
              <p:nvPr/>
            </p:nvSpPr>
            <p:spPr>
              <a:xfrm>
                <a:off x="3512" y="1440"/>
                <a:ext cx="1672" cy="1538"/>
              </a:xfrm>
              <a:prstGeom prst="ellipse">
                <a:avLst/>
              </a:prstGeom>
              <a:gradFill>
                <a:gsLst>
                  <a:gs pos="0">
                    <a:srgbClr val="990099"/>
                  </a:gs>
                  <a:gs pos="100000">
                    <a:srgbClr val="4C004C"/>
                  </a:gs>
                </a:gsLst>
                <a:path path="circle">
                  <a:fillToRect b="50%" l="50%" r="50%" t="50%"/>
                </a:path>
                <a:tileRect/>
              </a:gradFill>
              <a:ln>
                <a:noFill/>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FFFFFF"/>
                  </a:buClr>
                  <a:buSzPts val="2800"/>
                  <a:buFont typeface="Tahoma"/>
                  <a:buNone/>
                </a:pPr>
                <a:r>
                  <a:rPr b="1" i="0" lang="en-US" sz="2800" u="none" cap="none" strike="noStrike">
                    <a:solidFill>
                      <a:srgbClr val="FFFFFF"/>
                    </a:solidFill>
                    <a:latin typeface="Tahoma"/>
                    <a:ea typeface="Tahoma"/>
                    <a:cs typeface="Tahoma"/>
                    <a:sym typeface="Tahoma"/>
                  </a:rPr>
                  <a:t>Hyperlinks</a:t>
                </a:r>
                <a:endParaRPr b="0" i="0" sz="1400" u="none" cap="none" strike="noStrike">
                  <a:solidFill>
                    <a:srgbClr val="000000"/>
                  </a:solidFill>
                  <a:latin typeface="Arial"/>
                  <a:ea typeface="Arial"/>
                  <a:cs typeface="Arial"/>
                  <a:sym typeface="Arial"/>
                </a:endParaRPr>
              </a:p>
            </p:txBody>
          </p:sp>
          <p:sp>
            <p:nvSpPr>
              <p:cNvPr id="983" name="Google Shape;983;p22"/>
              <p:cNvSpPr/>
              <p:nvPr/>
            </p:nvSpPr>
            <p:spPr>
              <a:xfrm>
                <a:off x="576" y="1440"/>
                <a:ext cx="1672" cy="1538"/>
              </a:xfrm>
              <a:prstGeom prst="ellipse">
                <a:avLst/>
              </a:prstGeom>
              <a:gradFill>
                <a:gsLst>
                  <a:gs pos="0">
                    <a:srgbClr val="FF0000"/>
                  </a:gs>
                  <a:gs pos="100000">
                    <a:srgbClr val="7F0000"/>
                  </a:gs>
                </a:gsLst>
                <a:path path="circle">
                  <a:fillToRect b="50%" l="50%" r="50%" t="50%"/>
                </a:path>
                <a:tileRect/>
              </a:gradFill>
              <a:ln>
                <a:noFill/>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FFFFFF"/>
                  </a:buClr>
                  <a:buSzPts val="2800"/>
                  <a:buFont typeface="Tahoma"/>
                  <a:buNone/>
                </a:pPr>
                <a:r>
                  <a:rPr b="1" i="0" lang="en-US" sz="2800" u="none" cap="none" strike="noStrike">
                    <a:solidFill>
                      <a:srgbClr val="FFFFFF"/>
                    </a:solidFill>
                    <a:latin typeface="Tahoma"/>
                    <a:ea typeface="Tahoma"/>
                    <a:cs typeface="Tahoma"/>
                    <a:sym typeface="Tahoma"/>
                  </a:rPr>
                  <a:t>Transitions</a:t>
                </a:r>
                <a:endParaRPr b="0" i="0" sz="1400" u="none" cap="none" strike="noStrike">
                  <a:solidFill>
                    <a:srgbClr val="000000"/>
                  </a:solidFill>
                  <a:latin typeface="Arial"/>
                  <a:ea typeface="Arial"/>
                  <a:cs typeface="Arial"/>
                  <a:sym typeface="Arial"/>
                </a:endParaRPr>
              </a:p>
            </p:txBody>
          </p:sp>
          <p:sp>
            <p:nvSpPr>
              <p:cNvPr id="984" name="Google Shape;984;p22"/>
              <p:cNvSpPr/>
              <p:nvPr/>
            </p:nvSpPr>
            <p:spPr>
              <a:xfrm>
                <a:off x="2064" y="1944"/>
                <a:ext cx="1672" cy="1538"/>
              </a:xfrm>
              <a:prstGeom prst="ellipse">
                <a:avLst/>
              </a:prstGeom>
              <a:gradFill>
                <a:gsLst>
                  <a:gs pos="0">
                    <a:srgbClr val="00CC99"/>
                  </a:gs>
                  <a:gs pos="100000">
                    <a:srgbClr val="00664C"/>
                  </a:gs>
                </a:gsLst>
                <a:path path="circle">
                  <a:fillToRect b="50%" l="50%" r="50%" t="50%"/>
                </a:path>
                <a:tileRect/>
              </a:gradFill>
              <a:ln>
                <a:noFill/>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FFFFFF"/>
                  </a:buClr>
                  <a:buSzPts val="3200"/>
                  <a:buFont typeface="Tahoma"/>
                  <a:buNone/>
                </a:pPr>
                <a:r>
                  <a:rPr b="1" i="0" lang="en-US" sz="3200" u="none" cap="none" strike="noStrike">
                    <a:solidFill>
                      <a:srgbClr val="FFFFFF"/>
                    </a:solidFill>
                    <a:latin typeface="Tahoma"/>
                    <a:ea typeface="Tahoma"/>
                    <a:cs typeface="Tahoma"/>
                    <a:sym typeface="Tahoma"/>
                  </a:rPr>
                  <a:t>Builds</a:t>
                </a:r>
                <a:endParaRPr b="0" i="0" sz="1400" u="none" cap="none" strike="noStrike">
                  <a:solidFill>
                    <a:srgbClr val="000000"/>
                  </a:solidFill>
                  <a:latin typeface="Arial"/>
                  <a:ea typeface="Arial"/>
                  <a:cs typeface="Arial"/>
                  <a:sym typeface="Arial"/>
                </a:endParaRPr>
              </a:p>
            </p:txBody>
          </p:sp>
        </p:grpSp>
      </p:gr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2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991" name="Google Shape;991;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992" name="Google Shape;992;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descr="Recycled paper" id="993" name="Google Shape;993;p23"/>
          <p:cNvSpPr txBox="1"/>
          <p:nvPr/>
        </p:nvSpPr>
        <p:spPr>
          <a:xfrm>
            <a:off x="457200" y="2514600"/>
            <a:ext cx="8229600" cy="36576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94" name="Google Shape;994;p23"/>
          <p:cNvGrpSpPr/>
          <p:nvPr/>
        </p:nvGrpSpPr>
        <p:grpSpPr>
          <a:xfrm>
            <a:off x="609600" y="2667000"/>
            <a:ext cx="7924800" cy="3276600"/>
            <a:chOff x="384" y="1680"/>
            <a:chExt cx="4992" cy="2064"/>
          </a:xfrm>
        </p:grpSpPr>
        <p:sp>
          <p:nvSpPr>
            <p:cNvPr descr="Recycled paper" id="995" name="Google Shape;995;p23"/>
            <p:cNvSpPr txBox="1"/>
            <p:nvPr/>
          </p:nvSpPr>
          <p:spPr>
            <a:xfrm>
              <a:off x="384" y="1680"/>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Charts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or Diagrams</a:t>
              </a:r>
              <a:endParaRPr b="0" i="0" sz="1400" u="none" cap="none" strike="noStrike">
                <a:solidFill>
                  <a:srgbClr val="000000"/>
                </a:solidFill>
                <a:latin typeface="Arial"/>
                <a:ea typeface="Arial"/>
                <a:cs typeface="Arial"/>
                <a:sym typeface="Arial"/>
              </a:endParaRPr>
            </a:p>
          </p:txBody>
        </p:sp>
        <p:sp>
          <p:nvSpPr>
            <p:cNvPr descr="Recycled paper" id="996" name="Google Shape;996;p23"/>
            <p:cNvSpPr txBox="1"/>
            <p:nvPr/>
          </p:nvSpPr>
          <p:spPr>
            <a:xfrm>
              <a:off x="384" y="2792"/>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Copies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of Slides</a:t>
              </a:r>
              <a:endParaRPr b="0" i="0" sz="1400" u="none" cap="none" strike="noStrike">
                <a:solidFill>
                  <a:srgbClr val="000000"/>
                </a:solidFill>
                <a:latin typeface="Arial"/>
                <a:ea typeface="Arial"/>
                <a:cs typeface="Arial"/>
                <a:sym typeface="Arial"/>
              </a:endParaRPr>
            </a:p>
          </p:txBody>
        </p:sp>
        <p:sp>
          <p:nvSpPr>
            <p:cNvPr descr="Recycled paper" id="997" name="Google Shape;997;p23"/>
            <p:cNvSpPr txBox="1"/>
            <p:nvPr/>
          </p:nvSpPr>
          <p:spPr>
            <a:xfrm>
              <a:off x="3792" y="1680"/>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Magazine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Articles</a:t>
              </a:r>
              <a:endParaRPr b="0" i="0" sz="1400" u="none" cap="none" strike="noStrike">
                <a:solidFill>
                  <a:srgbClr val="000000"/>
                </a:solidFill>
                <a:latin typeface="Arial"/>
                <a:ea typeface="Arial"/>
                <a:cs typeface="Arial"/>
                <a:sym typeface="Arial"/>
              </a:endParaRPr>
            </a:p>
          </p:txBody>
        </p:sp>
        <p:sp>
          <p:nvSpPr>
            <p:cNvPr descr="Recycled paper" id="998" name="Google Shape;998;p23"/>
            <p:cNvSpPr txBox="1"/>
            <p:nvPr/>
          </p:nvSpPr>
          <p:spPr>
            <a:xfrm>
              <a:off x="3792" y="2792"/>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Brochures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and Pictures</a:t>
              </a:r>
              <a:endParaRPr b="0" i="0" sz="1400" u="none" cap="none" strike="noStrike">
                <a:solidFill>
                  <a:srgbClr val="000000"/>
                </a:solidFill>
                <a:latin typeface="Arial"/>
                <a:ea typeface="Arial"/>
                <a:cs typeface="Arial"/>
                <a:sym typeface="Arial"/>
              </a:endParaRPr>
            </a:p>
          </p:txBody>
        </p:sp>
        <p:sp>
          <p:nvSpPr>
            <p:cNvPr descr="Recycled paper" id="999" name="Google Shape;999;p23"/>
            <p:cNvSpPr txBox="1"/>
            <p:nvPr/>
          </p:nvSpPr>
          <p:spPr>
            <a:xfrm>
              <a:off x="2088" y="1680"/>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Company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Reports</a:t>
              </a:r>
              <a:endParaRPr b="0" i="0" sz="1400" u="none" cap="none" strike="noStrike">
                <a:solidFill>
                  <a:srgbClr val="000000"/>
                </a:solidFill>
                <a:latin typeface="Arial"/>
                <a:ea typeface="Arial"/>
                <a:cs typeface="Arial"/>
                <a:sym typeface="Arial"/>
              </a:endParaRPr>
            </a:p>
          </p:txBody>
        </p:sp>
        <p:sp>
          <p:nvSpPr>
            <p:cNvPr descr="Recycled paper" id="1000" name="Google Shape;1000;p23"/>
            <p:cNvSpPr txBox="1"/>
            <p:nvPr/>
          </p:nvSpPr>
          <p:spPr>
            <a:xfrm>
              <a:off x="2088" y="2792"/>
              <a:ext cx="1584" cy="952"/>
            </a:xfrm>
            <a:prstGeom prst="rect">
              <a:avLst/>
            </a:prstGeom>
            <a:blipFill rotWithShape="1">
              <a:blip r:embed="rId3">
                <a:alphaModFix/>
              </a:blip>
              <a:tile algn="tl" flip="none" tx="0" sx="100000" ty="0" sy="100000"/>
            </a:blipFill>
            <a:ln cap="flat" cmpd="thinThick" w="57150">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Lists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of Websites</a:t>
              </a:r>
              <a:endParaRPr b="0" i="0" sz="1400" u="none" cap="none" strike="noStrike">
                <a:solidFill>
                  <a:srgbClr val="000000"/>
                </a:solidFill>
                <a:latin typeface="Arial"/>
                <a:ea typeface="Arial"/>
                <a:cs typeface="Arial"/>
                <a:sym typeface="Arial"/>
              </a:endParaRPr>
            </a:p>
          </p:txBody>
        </p:sp>
      </p:grpSp>
      <p:sp>
        <p:nvSpPr>
          <p:cNvPr id="1001" name="Google Shape;1001;p23"/>
          <p:cNvSpPr txBox="1"/>
          <p:nvPr>
            <p:ph type="title"/>
          </p:nvPr>
        </p:nvSpPr>
        <p:spPr>
          <a:xfrm>
            <a:off x="457200" y="381000"/>
            <a:ext cx="8229600" cy="2133600"/>
          </a:xfrm>
          <a:prstGeom prst="rect">
            <a:avLst/>
          </a:prstGeom>
          <a:solidFill>
            <a:schemeClr val="dk2"/>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Creating Effective Handouts</a:t>
            </a:r>
            <a:endParaRPr/>
          </a:p>
        </p:txBody>
      </p:sp>
    </p:spTree>
  </p:cSld>
  <p:clrMapOvr>
    <a:masterClrMapping/>
  </p:clrMapOvr>
  <p:transition spd="slow">
    <p:checker dir="ver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08" name="Google Shape;1008;p2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09" name="Google Shape;1009;p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10" name="Google Shape;1010;p24"/>
          <p:cNvSpPr txBox="1"/>
          <p:nvPr>
            <p:ph type="title"/>
          </p:nvPr>
        </p:nvSpPr>
        <p:spPr>
          <a:xfrm>
            <a:off x="457200" y="381000"/>
            <a:ext cx="8229600" cy="1295400"/>
          </a:xfrm>
          <a:prstGeom prst="rect">
            <a:avLst/>
          </a:prstGeom>
          <a:solidFill>
            <a:srgbClr val="660066"/>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Mastering Your Delivery</a:t>
            </a:r>
            <a:endParaRPr/>
          </a:p>
        </p:txBody>
      </p:sp>
      <p:sp>
        <p:nvSpPr>
          <p:cNvPr id="1011" name="Google Shape;1011;p24"/>
          <p:cNvSpPr txBox="1"/>
          <p:nvPr/>
        </p:nvSpPr>
        <p:spPr>
          <a:xfrm>
            <a:off x="457200" y="1676400"/>
            <a:ext cx="8229600" cy="4495800"/>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012" name="Google Shape;1012;p24"/>
          <p:cNvGrpSpPr/>
          <p:nvPr/>
        </p:nvGrpSpPr>
        <p:grpSpPr>
          <a:xfrm>
            <a:off x="1295400" y="2486025"/>
            <a:ext cx="6553200" cy="2997200"/>
            <a:chOff x="816" y="1296"/>
            <a:chExt cx="4128" cy="2160"/>
          </a:xfrm>
        </p:grpSpPr>
        <p:sp>
          <p:nvSpPr>
            <p:cNvPr id="1013" name="Google Shape;1013;p24"/>
            <p:cNvSpPr txBox="1"/>
            <p:nvPr/>
          </p:nvSpPr>
          <p:spPr>
            <a:xfrm>
              <a:off x="816" y="1296"/>
              <a:ext cx="2016" cy="988"/>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Memorizing</a:t>
              </a:r>
              <a:endParaRPr b="0" i="0" sz="1400" u="none" cap="none" strike="noStrike">
                <a:solidFill>
                  <a:srgbClr val="000000"/>
                </a:solidFill>
                <a:latin typeface="Arial"/>
                <a:ea typeface="Arial"/>
                <a:cs typeface="Arial"/>
                <a:sym typeface="Arial"/>
              </a:endParaRPr>
            </a:p>
          </p:txBody>
        </p:sp>
        <p:sp>
          <p:nvSpPr>
            <p:cNvPr id="1014" name="Google Shape;1014;p24"/>
            <p:cNvSpPr txBox="1"/>
            <p:nvPr/>
          </p:nvSpPr>
          <p:spPr>
            <a:xfrm>
              <a:off x="816" y="2468"/>
              <a:ext cx="2016" cy="988"/>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Impromptu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Speaking</a:t>
              </a:r>
              <a:endParaRPr b="0" i="0" sz="1400" u="none" cap="none" strike="noStrike">
                <a:solidFill>
                  <a:srgbClr val="000000"/>
                </a:solidFill>
                <a:latin typeface="Arial"/>
                <a:ea typeface="Arial"/>
                <a:cs typeface="Arial"/>
                <a:sym typeface="Arial"/>
              </a:endParaRPr>
            </a:p>
          </p:txBody>
        </p:sp>
        <p:sp>
          <p:nvSpPr>
            <p:cNvPr id="1015" name="Google Shape;1015;p24"/>
            <p:cNvSpPr txBox="1"/>
            <p:nvPr/>
          </p:nvSpPr>
          <p:spPr>
            <a:xfrm>
              <a:off x="2928" y="1296"/>
              <a:ext cx="2016" cy="988"/>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Reading</a:t>
              </a:r>
              <a:endParaRPr b="0" i="0" sz="1400" u="none" cap="none" strike="noStrike">
                <a:solidFill>
                  <a:srgbClr val="000000"/>
                </a:solidFill>
                <a:latin typeface="Arial"/>
                <a:ea typeface="Arial"/>
                <a:cs typeface="Arial"/>
                <a:sym typeface="Arial"/>
              </a:endParaRPr>
            </a:p>
          </p:txBody>
        </p:sp>
        <p:sp>
          <p:nvSpPr>
            <p:cNvPr id="1016" name="Google Shape;1016;p24"/>
            <p:cNvSpPr txBox="1"/>
            <p:nvPr/>
          </p:nvSpPr>
          <p:spPr>
            <a:xfrm>
              <a:off x="2928" y="2468"/>
              <a:ext cx="2016" cy="988"/>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Speaking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From Notes</a:t>
              </a:r>
              <a:endParaRPr b="0" i="0" sz="1400" u="none" cap="none" strike="noStrike">
                <a:solidFill>
                  <a:srgbClr val="000000"/>
                </a:solidFill>
                <a:latin typeface="Arial"/>
                <a:ea typeface="Arial"/>
                <a:cs typeface="Arial"/>
                <a:sym typeface="Arial"/>
              </a:endParaRPr>
            </a:p>
          </p:txBody>
        </p:sp>
      </p:grpSp>
      <p:sp>
        <p:nvSpPr>
          <p:cNvPr id="1017" name="Google Shape;1017;p24"/>
          <p:cNvSpPr txBox="1"/>
          <p:nvPr/>
        </p:nvSpPr>
        <p:spPr>
          <a:xfrm>
            <a:off x="3897312" y="5699125"/>
            <a:ext cx="1328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id="1018" name="Google Shape;1018;p24"/>
          <p:cNvSpPr txBox="1"/>
          <p:nvPr/>
        </p:nvSpPr>
        <p:spPr>
          <a:xfrm>
            <a:off x="3929062" y="1873250"/>
            <a:ext cx="13287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Audience</a:t>
            </a:r>
            <a:endParaRPr b="0" i="0" sz="1400" u="none" cap="none" strike="noStrike">
              <a:solidFill>
                <a:srgbClr val="000000"/>
              </a:solidFill>
              <a:latin typeface="Arial"/>
              <a:ea typeface="Arial"/>
              <a:cs typeface="Arial"/>
              <a:sym typeface="Arial"/>
            </a:endParaRPr>
          </a:p>
        </p:txBody>
      </p:sp>
      <p:sp>
        <p:nvSpPr>
          <p:cNvPr id="1019" name="Google Shape;1019;p24"/>
          <p:cNvSpPr txBox="1"/>
          <p:nvPr/>
        </p:nvSpPr>
        <p:spPr>
          <a:xfrm rot="5400000">
            <a:off x="7289006" y="3799681"/>
            <a:ext cx="19319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Subject Matter</a:t>
            </a:r>
            <a:endParaRPr b="0" i="0" sz="1400" u="none" cap="none" strike="noStrike">
              <a:solidFill>
                <a:srgbClr val="000000"/>
              </a:solidFill>
              <a:latin typeface="Arial"/>
              <a:ea typeface="Arial"/>
              <a:cs typeface="Arial"/>
              <a:sym typeface="Arial"/>
            </a:endParaRPr>
          </a:p>
        </p:txBody>
      </p:sp>
      <p:sp>
        <p:nvSpPr>
          <p:cNvPr id="1020" name="Google Shape;1020;p24"/>
          <p:cNvSpPr txBox="1"/>
          <p:nvPr/>
        </p:nvSpPr>
        <p:spPr>
          <a:xfrm rot="-5400000">
            <a:off x="-86518" y="3848893"/>
            <a:ext cx="19319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Subject Matter</a:t>
            </a:r>
            <a:endParaRPr b="0" i="0" sz="1400" u="none" cap="none" strike="noStrike">
              <a:solidFill>
                <a:srgbClr val="000000"/>
              </a:solidFill>
              <a:latin typeface="Arial"/>
              <a:ea typeface="Arial"/>
              <a:cs typeface="Arial"/>
              <a:sym typeface="Arial"/>
            </a:endParaRPr>
          </a:p>
        </p:txBody>
      </p:sp>
      <p:cxnSp>
        <p:nvCxnSpPr>
          <p:cNvPr id="1021" name="Google Shape;1021;p24"/>
          <p:cNvCxnSpPr/>
          <p:nvPr/>
        </p:nvCxnSpPr>
        <p:spPr>
          <a:xfrm>
            <a:off x="5257800" y="2071687"/>
            <a:ext cx="2997300" cy="960300"/>
          </a:xfrm>
          <a:prstGeom prst="bentConnector2">
            <a:avLst/>
          </a:prstGeom>
          <a:noFill/>
          <a:ln cap="flat" cmpd="sng" w="9525">
            <a:solidFill>
              <a:schemeClr val="dk1"/>
            </a:solidFill>
            <a:prstDash val="solid"/>
            <a:miter lim="800000"/>
            <a:headEnd len="med" w="med" type="triangle"/>
            <a:tailEnd len="med" w="med" type="triangle"/>
          </a:ln>
        </p:spPr>
      </p:cxnSp>
      <p:cxnSp>
        <p:nvCxnSpPr>
          <p:cNvPr id="1022" name="Google Shape;1022;p24"/>
          <p:cNvCxnSpPr/>
          <p:nvPr/>
        </p:nvCxnSpPr>
        <p:spPr>
          <a:xfrm flipH="1">
            <a:off x="5241899" y="4964100"/>
            <a:ext cx="3029100" cy="935100"/>
          </a:xfrm>
          <a:prstGeom prst="bentConnector2">
            <a:avLst/>
          </a:prstGeom>
          <a:noFill/>
          <a:ln cap="flat" cmpd="sng" w="9525">
            <a:solidFill>
              <a:schemeClr val="dk1"/>
            </a:solidFill>
            <a:prstDash val="solid"/>
            <a:miter lim="800000"/>
            <a:headEnd len="med" w="med" type="triangle"/>
            <a:tailEnd len="med" w="med" type="triangle"/>
          </a:ln>
        </p:spPr>
      </p:cxnSp>
      <p:cxnSp>
        <p:nvCxnSpPr>
          <p:cNvPr id="1023" name="Google Shape;1023;p24"/>
          <p:cNvCxnSpPr/>
          <p:nvPr/>
        </p:nvCxnSpPr>
        <p:spPr>
          <a:xfrm rot="10800000">
            <a:off x="879612" y="5013462"/>
            <a:ext cx="3017700" cy="884100"/>
          </a:xfrm>
          <a:prstGeom prst="bentConnector2">
            <a:avLst/>
          </a:prstGeom>
          <a:noFill/>
          <a:ln cap="flat" cmpd="sng" w="9525">
            <a:solidFill>
              <a:schemeClr val="dk1"/>
            </a:solidFill>
            <a:prstDash val="solid"/>
            <a:miter lim="800000"/>
            <a:headEnd len="med" w="med" type="triangle"/>
            <a:tailEnd len="med" w="med" type="triangle"/>
          </a:ln>
        </p:spPr>
      </p:cxnSp>
      <p:cxnSp>
        <p:nvCxnSpPr>
          <p:cNvPr id="1024" name="Google Shape;1024;p24"/>
          <p:cNvCxnSpPr/>
          <p:nvPr/>
        </p:nvCxnSpPr>
        <p:spPr>
          <a:xfrm flipH="1">
            <a:off x="879562" y="2071687"/>
            <a:ext cx="3049500" cy="1009800"/>
          </a:xfrm>
          <a:prstGeom prst="bentConnector2">
            <a:avLst/>
          </a:prstGeom>
          <a:noFill/>
          <a:ln cap="flat" cmpd="sng" w="9525">
            <a:solidFill>
              <a:schemeClr val="dk1"/>
            </a:solidFill>
            <a:prstDash val="solid"/>
            <a:miter lim="800000"/>
            <a:headEnd len="med" w="med" type="triangle"/>
            <a:tailEnd len="med" w="med" type="triangle"/>
          </a:ln>
        </p:spPr>
      </p:cxnSp>
    </p:spTree>
  </p:cSld>
  <p:clrMapOvr>
    <a:masterClrMapping/>
  </p:clrMapOvr>
  <p:transition spd="slow">
    <p:checker dir="ver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2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31" name="Google Shape;1031;p2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32" name="Google Shape;1032;p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33" name="Google Shape;1033;p25"/>
          <p:cNvSpPr txBox="1"/>
          <p:nvPr>
            <p:ph type="title"/>
          </p:nvPr>
        </p:nvSpPr>
        <p:spPr>
          <a:xfrm>
            <a:off x="457200" y="381000"/>
            <a:ext cx="8229600" cy="17526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Preparing to Speak</a:t>
            </a:r>
            <a:endParaRPr/>
          </a:p>
        </p:txBody>
      </p:sp>
      <p:grpSp>
        <p:nvGrpSpPr>
          <p:cNvPr id="1034" name="Google Shape;1034;p25"/>
          <p:cNvGrpSpPr/>
          <p:nvPr/>
        </p:nvGrpSpPr>
        <p:grpSpPr>
          <a:xfrm>
            <a:off x="457200" y="2133600"/>
            <a:ext cx="8229600" cy="4038600"/>
            <a:chOff x="288" y="1440"/>
            <a:chExt cx="5184" cy="2363"/>
          </a:xfrm>
        </p:grpSpPr>
        <p:grpSp>
          <p:nvGrpSpPr>
            <p:cNvPr id="1035" name="Google Shape;1035;p25"/>
            <p:cNvGrpSpPr/>
            <p:nvPr/>
          </p:nvGrpSpPr>
          <p:grpSpPr>
            <a:xfrm>
              <a:off x="288" y="1440"/>
              <a:ext cx="5184" cy="2352"/>
              <a:chOff x="288" y="1440"/>
              <a:chExt cx="5184" cy="2352"/>
            </a:xfrm>
          </p:grpSpPr>
          <p:sp>
            <p:nvSpPr>
              <p:cNvPr id="1036" name="Google Shape;1036;p25"/>
              <p:cNvSpPr txBox="1"/>
              <p:nvPr/>
            </p:nvSpPr>
            <p:spPr>
              <a:xfrm>
                <a:off x="288" y="1440"/>
                <a:ext cx="2592" cy="235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037" name="Google Shape;1037;p25"/>
              <p:cNvGrpSpPr/>
              <p:nvPr/>
            </p:nvGrpSpPr>
            <p:grpSpPr>
              <a:xfrm>
                <a:off x="2880" y="1440"/>
                <a:ext cx="2592" cy="2352"/>
                <a:chOff x="2880" y="1424"/>
                <a:chExt cx="2592" cy="2368"/>
              </a:xfrm>
            </p:grpSpPr>
            <p:sp>
              <p:nvSpPr>
                <p:cNvPr id="1038" name="Google Shape;1038;p25"/>
                <p:cNvSpPr txBox="1"/>
                <p:nvPr/>
              </p:nvSpPr>
              <p:spPr>
                <a:xfrm>
                  <a:off x="2880" y="2016"/>
                  <a:ext cx="2592" cy="59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Practice Your Delivery</a:t>
                  </a:r>
                  <a:endParaRPr b="0" i="0" sz="1400" u="none" cap="none" strike="noStrike">
                    <a:solidFill>
                      <a:srgbClr val="000000"/>
                    </a:solidFill>
                    <a:latin typeface="Arial"/>
                    <a:ea typeface="Arial"/>
                    <a:cs typeface="Arial"/>
                    <a:sym typeface="Arial"/>
                  </a:endParaRPr>
                </a:p>
              </p:txBody>
            </p:sp>
            <p:sp>
              <p:nvSpPr>
                <p:cNvPr id="1039" name="Google Shape;1039;p25"/>
                <p:cNvSpPr txBox="1"/>
                <p:nvPr/>
              </p:nvSpPr>
              <p:spPr>
                <a:xfrm>
                  <a:off x="2880" y="2608"/>
                  <a:ext cx="2592" cy="59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Know the Location</a:t>
                  </a:r>
                  <a:endParaRPr b="0" i="0" sz="1400" u="none" cap="none" strike="noStrike">
                    <a:solidFill>
                      <a:srgbClr val="000000"/>
                    </a:solidFill>
                    <a:latin typeface="Arial"/>
                    <a:ea typeface="Arial"/>
                    <a:cs typeface="Arial"/>
                    <a:sym typeface="Arial"/>
                  </a:endParaRPr>
                </a:p>
              </p:txBody>
            </p:sp>
            <p:sp>
              <p:nvSpPr>
                <p:cNvPr id="1040" name="Google Shape;1040;p25"/>
                <p:cNvSpPr txBox="1"/>
                <p:nvPr/>
              </p:nvSpPr>
              <p:spPr>
                <a:xfrm>
                  <a:off x="2880" y="3200"/>
                  <a:ext cx="2592" cy="59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Adapt the Content</a:t>
                  </a:r>
                  <a:endParaRPr b="0" i="0" sz="1400" u="none" cap="none" strike="noStrike">
                    <a:solidFill>
                      <a:srgbClr val="000000"/>
                    </a:solidFill>
                    <a:latin typeface="Arial"/>
                    <a:ea typeface="Arial"/>
                    <a:cs typeface="Arial"/>
                    <a:sym typeface="Arial"/>
                  </a:endParaRPr>
                </a:p>
              </p:txBody>
            </p:sp>
            <p:sp>
              <p:nvSpPr>
                <p:cNvPr id="1041" name="Google Shape;1041;p25"/>
                <p:cNvSpPr txBox="1"/>
                <p:nvPr/>
              </p:nvSpPr>
              <p:spPr>
                <a:xfrm>
                  <a:off x="2880" y="1424"/>
                  <a:ext cx="2592" cy="59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Know the Material</a:t>
                  </a:r>
                  <a:endParaRPr b="0" i="0" sz="1400" u="none" cap="none" strike="noStrike">
                    <a:solidFill>
                      <a:srgbClr val="000000"/>
                    </a:solidFill>
                    <a:latin typeface="Arial"/>
                    <a:ea typeface="Arial"/>
                    <a:cs typeface="Arial"/>
                    <a:sym typeface="Arial"/>
                  </a:endParaRPr>
                </a:p>
              </p:txBody>
            </p:sp>
          </p:grpSp>
        </p:grpSp>
        <p:pic>
          <p:nvPicPr>
            <p:cNvPr descr="M:\PFiles\MSOffice\Clipart\standard\stddir3\pe01560_.wmf" id="1042" name="Google Shape;1042;p25"/>
            <p:cNvPicPr preferRelativeResize="0"/>
            <p:nvPr/>
          </p:nvPicPr>
          <p:blipFill rotWithShape="1">
            <a:blip r:embed="rId3">
              <a:alphaModFix/>
            </a:blip>
            <a:srcRect b="0" l="0" r="0" t="0"/>
            <a:stretch/>
          </p:blipFill>
          <p:spPr>
            <a:xfrm>
              <a:off x="288" y="1776"/>
              <a:ext cx="2592" cy="2027"/>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2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49" name="Google Shape;1049;p2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50" name="Google Shape;1050;p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51" name="Google Shape;1051;p26"/>
          <p:cNvSpPr txBox="1"/>
          <p:nvPr/>
        </p:nvSpPr>
        <p:spPr>
          <a:xfrm>
            <a:off x="4572000" y="1447800"/>
            <a:ext cx="4114800" cy="47244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52" name="Google Shape;1052;p26"/>
          <p:cNvSpPr txBox="1"/>
          <p:nvPr/>
        </p:nvSpPr>
        <p:spPr>
          <a:xfrm>
            <a:off x="457200" y="1447800"/>
            <a:ext cx="4114800" cy="47244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53" name="Google Shape;1053;p26"/>
          <p:cNvSpPr txBox="1"/>
          <p:nvPr>
            <p:ph type="title"/>
          </p:nvPr>
        </p:nvSpPr>
        <p:spPr>
          <a:xfrm>
            <a:off x="457200" y="381000"/>
            <a:ext cx="8229600" cy="1066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Building Your Confidence</a:t>
            </a:r>
            <a:endParaRPr/>
          </a:p>
        </p:txBody>
      </p:sp>
      <p:sp>
        <p:nvSpPr>
          <p:cNvPr id="1054" name="Google Shape;1054;p26"/>
          <p:cNvSpPr txBox="1"/>
          <p:nvPr/>
        </p:nvSpPr>
        <p:spPr>
          <a:xfrm>
            <a:off x="533400" y="3421062"/>
            <a:ext cx="3810000" cy="77787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Think Positively</a:t>
            </a:r>
            <a:endParaRPr b="0" i="0" sz="1400" u="none" cap="none" strike="noStrike">
              <a:solidFill>
                <a:srgbClr val="000000"/>
              </a:solidFill>
              <a:latin typeface="Arial"/>
              <a:ea typeface="Arial"/>
              <a:cs typeface="Arial"/>
              <a:sym typeface="Arial"/>
            </a:endParaRPr>
          </a:p>
        </p:txBody>
      </p:sp>
      <p:sp>
        <p:nvSpPr>
          <p:cNvPr id="1055" name="Google Shape;1055;p26"/>
          <p:cNvSpPr txBox="1"/>
          <p:nvPr/>
        </p:nvSpPr>
        <p:spPr>
          <a:xfrm>
            <a:off x="533400" y="4340225"/>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Visualize Success</a:t>
            </a:r>
            <a:endParaRPr b="0" i="0" sz="1400" u="none" cap="none" strike="noStrike">
              <a:solidFill>
                <a:srgbClr val="000000"/>
              </a:solidFill>
              <a:latin typeface="Arial"/>
              <a:ea typeface="Arial"/>
              <a:cs typeface="Arial"/>
              <a:sym typeface="Arial"/>
            </a:endParaRPr>
          </a:p>
        </p:txBody>
      </p:sp>
      <p:sp>
        <p:nvSpPr>
          <p:cNvPr id="1056" name="Google Shape;1056;p26"/>
          <p:cNvSpPr txBox="1"/>
          <p:nvPr/>
        </p:nvSpPr>
        <p:spPr>
          <a:xfrm>
            <a:off x="533400" y="5257800"/>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Take a few deep breaths</a:t>
            </a:r>
            <a:endParaRPr b="0" i="0" sz="1400" u="none" cap="none" strike="noStrike">
              <a:solidFill>
                <a:srgbClr val="000000"/>
              </a:solidFill>
              <a:latin typeface="Arial"/>
              <a:ea typeface="Arial"/>
              <a:cs typeface="Arial"/>
              <a:sym typeface="Arial"/>
            </a:endParaRPr>
          </a:p>
        </p:txBody>
      </p:sp>
      <p:sp>
        <p:nvSpPr>
          <p:cNvPr id="1057" name="Google Shape;1057;p26"/>
          <p:cNvSpPr txBox="1"/>
          <p:nvPr/>
        </p:nvSpPr>
        <p:spPr>
          <a:xfrm>
            <a:off x="533400" y="2503487"/>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Rehearse</a:t>
            </a:r>
            <a:endParaRPr b="0" i="0" sz="1400" u="none" cap="none" strike="noStrike">
              <a:solidFill>
                <a:srgbClr val="000000"/>
              </a:solidFill>
              <a:latin typeface="Arial"/>
              <a:ea typeface="Arial"/>
              <a:cs typeface="Arial"/>
              <a:sym typeface="Arial"/>
            </a:endParaRPr>
          </a:p>
        </p:txBody>
      </p:sp>
      <p:sp>
        <p:nvSpPr>
          <p:cNvPr id="1058" name="Google Shape;1058;p26"/>
          <p:cNvSpPr txBox="1"/>
          <p:nvPr/>
        </p:nvSpPr>
        <p:spPr>
          <a:xfrm>
            <a:off x="533400" y="1585912"/>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Prepare Extra Material</a:t>
            </a:r>
            <a:endParaRPr b="0" i="0" sz="1400" u="none" cap="none" strike="noStrike">
              <a:solidFill>
                <a:srgbClr val="000000"/>
              </a:solidFill>
              <a:latin typeface="Arial"/>
              <a:ea typeface="Arial"/>
              <a:cs typeface="Arial"/>
              <a:sym typeface="Arial"/>
            </a:endParaRPr>
          </a:p>
        </p:txBody>
      </p:sp>
      <p:sp>
        <p:nvSpPr>
          <p:cNvPr id="1059" name="Google Shape;1059;p26"/>
          <p:cNvSpPr txBox="1"/>
          <p:nvPr/>
        </p:nvSpPr>
        <p:spPr>
          <a:xfrm>
            <a:off x="4800600" y="3421062"/>
            <a:ext cx="3810000" cy="777875"/>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Don’t Panic</a:t>
            </a:r>
            <a:endParaRPr b="0" i="0" sz="1400" u="none" cap="none" strike="noStrike">
              <a:solidFill>
                <a:srgbClr val="000000"/>
              </a:solidFill>
              <a:latin typeface="Arial"/>
              <a:ea typeface="Arial"/>
              <a:cs typeface="Arial"/>
              <a:sym typeface="Arial"/>
            </a:endParaRPr>
          </a:p>
        </p:txBody>
      </p:sp>
      <p:sp>
        <p:nvSpPr>
          <p:cNvPr id="1060" name="Google Shape;1060;p26"/>
          <p:cNvSpPr txBox="1"/>
          <p:nvPr/>
        </p:nvSpPr>
        <p:spPr>
          <a:xfrm>
            <a:off x="4800600" y="4340225"/>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Keep Going</a:t>
            </a:r>
            <a:endParaRPr b="0" i="0" sz="1400" u="none" cap="none" strike="noStrike">
              <a:solidFill>
                <a:srgbClr val="000000"/>
              </a:solidFill>
              <a:latin typeface="Arial"/>
              <a:ea typeface="Arial"/>
              <a:cs typeface="Arial"/>
              <a:sym typeface="Arial"/>
            </a:endParaRPr>
          </a:p>
        </p:txBody>
      </p:sp>
      <p:sp>
        <p:nvSpPr>
          <p:cNvPr id="1061" name="Google Shape;1061;p26"/>
          <p:cNvSpPr txBox="1"/>
          <p:nvPr/>
        </p:nvSpPr>
        <p:spPr>
          <a:xfrm>
            <a:off x="4800600" y="5257800"/>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Focus Outside Yourself</a:t>
            </a:r>
            <a:endParaRPr b="0" i="0" sz="1400" u="none" cap="none" strike="noStrike">
              <a:solidFill>
                <a:srgbClr val="000000"/>
              </a:solidFill>
              <a:latin typeface="Arial"/>
              <a:ea typeface="Arial"/>
              <a:cs typeface="Arial"/>
              <a:sym typeface="Arial"/>
            </a:endParaRPr>
          </a:p>
        </p:txBody>
      </p:sp>
      <p:sp>
        <p:nvSpPr>
          <p:cNvPr id="1062" name="Google Shape;1062;p26"/>
          <p:cNvSpPr txBox="1"/>
          <p:nvPr/>
        </p:nvSpPr>
        <p:spPr>
          <a:xfrm>
            <a:off x="4800600" y="2503487"/>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Get Comfortable</a:t>
            </a:r>
            <a:endParaRPr b="0" i="0" sz="1400" u="none" cap="none" strike="noStrike">
              <a:solidFill>
                <a:srgbClr val="000000"/>
              </a:solidFill>
              <a:latin typeface="Arial"/>
              <a:ea typeface="Arial"/>
              <a:cs typeface="Arial"/>
              <a:sym typeface="Arial"/>
            </a:endParaRPr>
          </a:p>
        </p:txBody>
      </p:sp>
      <p:sp>
        <p:nvSpPr>
          <p:cNvPr id="1063" name="Google Shape;1063;p26"/>
          <p:cNvSpPr txBox="1"/>
          <p:nvPr/>
        </p:nvSpPr>
        <p:spPr>
          <a:xfrm>
            <a:off x="4800600" y="1585912"/>
            <a:ext cx="3810000" cy="776287"/>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Char char="•"/>
            </a:pPr>
            <a:r>
              <a:rPr b="1" i="0" lang="en-US" sz="2000" u="none" cap="none" strike="noStrike">
                <a:solidFill>
                  <a:schemeClr val="dk1"/>
                </a:solidFill>
                <a:latin typeface="Tahoma"/>
                <a:ea typeface="Tahoma"/>
                <a:cs typeface="Tahoma"/>
                <a:sym typeface="Tahoma"/>
              </a:rPr>
              <a:t>Be Prepared</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2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70" name="Google Shape;1070;p2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71" name="Google Shape;1071;p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72" name="Google Shape;1072;p27"/>
          <p:cNvSpPr txBox="1"/>
          <p:nvPr>
            <p:ph type="title"/>
          </p:nvPr>
        </p:nvSpPr>
        <p:spPr>
          <a:xfrm>
            <a:off x="457200" y="381000"/>
            <a:ext cx="8229600" cy="1219200"/>
          </a:xfrm>
          <a:prstGeom prst="rect">
            <a:avLst/>
          </a:prstGeom>
          <a:solidFill>
            <a:srgbClr val="660033"/>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Appearing More Confident</a:t>
            </a:r>
            <a:endParaRPr/>
          </a:p>
        </p:txBody>
      </p:sp>
      <p:sp>
        <p:nvSpPr>
          <p:cNvPr descr="Stationery" id="1073" name="Google Shape;1073;p27"/>
          <p:cNvSpPr txBox="1"/>
          <p:nvPr/>
        </p:nvSpPr>
        <p:spPr>
          <a:xfrm>
            <a:off x="457200" y="1600200"/>
            <a:ext cx="8229600" cy="4572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descr="Stationery" id="1074" name="Google Shape;1074;p27"/>
          <p:cNvSpPr txBox="1"/>
          <p:nvPr/>
        </p:nvSpPr>
        <p:spPr>
          <a:xfrm>
            <a:off x="685800" y="17526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Get Control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At the Start</a:t>
            </a:r>
            <a:endParaRPr b="0" i="0" sz="1400" u="none" cap="none" strike="noStrike">
              <a:solidFill>
                <a:srgbClr val="000000"/>
              </a:solidFill>
              <a:latin typeface="Arial"/>
              <a:ea typeface="Arial"/>
              <a:cs typeface="Arial"/>
              <a:sym typeface="Arial"/>
            </a:endParaRPr>
          </a:p>
        </p:txBody>
      </p:sp>
      <p:sp>
        <p:nvSpPr>
          <p:cNvPr descr="Stationery" id="1075" name="Google Shape;1075;p27"/>
          <p:cNvSpPr txBox="1"/>
          <p:nvPr/>
        </p:nvSpPr>
        <p:spPr>
          <a:xfrm>
            <a:off x="685800" y="32131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Watch Your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Posture</a:t>
            </a:r>
            <a:endParaRPr b="0" i="0" sz="1400" u="none" cap="none" strike="noStrike">
              <a:solidFill>
                <a:srgbClr val="000000"/>
              </a:solidFill>
              <a:latin typeface="Arial"/>
              <a:ea typeface="Arial"/>
              <a:cs typeface="Arial"/>
              <a:sym typeface="Arial"/>
            </a:endParaRPr>
          </a:p>
        </p:txBody>
      </p:sp>
      <p:sp>
        <p:nvSpPr>
          <p:cNvPr descr="Stationery" id="1076" name="Google Shape;1076;p27"/>
          <p:cNvSpPr txBox="1"/>
          <p:nvPr/>
        </p:nvSpPr>
        <p:spPr>
          <a:xfrm>
            <a:off x="685800" y="46736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Vary Facial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Expressions</a:t>
            </a:r>
            <a:endParaRPr b="0" i="0" sz="1400" u="none" cap="none" strike="noStrike">
              <a:solidFill>
                <a:srgbClr val="000000"/>
              </a:solidFill>
              <a:latin typeface="Arial"/>
              <a:ea typeface="Arial"/>
              <a:cs typeface="Arial"/>
              <a:sym typeface="Arial"/>
            </a:endParaRPr>
          </a:p>
        </p:txBody>
      </p:sp>
      <p:sp>
        <p:nvSpPr>
          <p:cNvPr descr="Stationery" id="1077" name="Google Shape;1077;p27"/>
          <p:cNvSpPr txBox="1"/>
          <p:nvPr/>
        </p:nvSpPr>
        <p:spPr>
          <a:xfrm>
            <a:off x="4800600" y="17526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Maintain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Eye Contact</a:t>
            </a:r>
            <a:endParaRPr b="0" i="0" sz="1400" u="none" cap="none" strike="noStrike">
              <a:solidFill>
                <a:srgbClr val="000000"/>
              </a:solidFill>
              <a:latin typeface="Arial"/>
              <a:ea typeface="Arial"/>
              <a:cs typeface="Arial"/>
              <a:sym typeface="Arial"/>
            </a:endParaRPr>
          </a:p>
        </p:txBody>
      </p:sp>
      <p:sp>
        <p:nvSpPr>
          <p:cNvPr descr="Stationery" id="1078" name="Google Shape;1078;p27"/>
          <p:cNvSpPr txBox="1"/>
          <p:nvPr/>
        </p:nvSpPr>
        <p:spPr>
          <a:xfrm>
            <a:off x="4800600" y="32131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Use Appropriate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Gestures</a:t>
            </a:r>
            <a:endParaRPr b="0" i="0" sz="1400" u="none" cap="none" strike="noStrike">
              <a:solidFill>
                <a:srgbClr val="000000"/>
              </a:solidFill>
              <a:latin typeface="Arial"/>
              <a:ea typeface="Arial"/>
              <a:cs typeface="Arial"/>
              <a:sym typeface="Arial"/>
            </a:endParaRPr>
          </a:p>
        </p:txBody>
      </p:sp>
      <p:sp>
        <p:nvSpPr>
          <p:cNvPr descr="Stationery" id="1079" name="Google Shape;1079;p27"/>
          <p:cNvSpPr txBox="1"/>
          <p:nvPr/>
        </p:nvSpPr>
        <p:spPr>
          <a:xfrm>
            <a:off x="4800600" y="4673600"/>
            <a:ext cx="3657600" cy="1346200"/>
          </a:xfrm>
          <a:prstGeom prst="rect">
            <a:avLst/>
          </a:prstGeom>
          <a:blipFill rotWithShape="1">
            <a:blip r:embed="rId3">
              <a:alphaModFix/>
            </a:blip>
            <a:tile algn="tl" flip="none" tx="0" sx="100000" ty="0" sy="100000"/>
          </a:blipFill>
          <a:ln>
            <a:noFill/>
          </a:ln>
          <a:effectLst>
            <a:outerShdw blurRad="63500" dir="27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Control Your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Tone of Voice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086" name="Google Shape;1086;p2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087" name="Google Shape;1087;p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88" name="Google Shape;1088;p28"/>
          <p:cNvSpPr txBox="1"/>
          <p:nvPr/>
        </p:nvSpPr>
        <p:spPr>
          <a:xfrm>
            <a:off x="457200" y="2057400"/>
            <a:ext cx="8229600" cy="4114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89" name="Google Shape;1089;p28"/>
          <p:cNvSpPr txBox="1"/>
          <p:nvPr>
            <p:ph type="title"/>
          </p:nvPr>
        </p:nvSpPr>
        <p:spPr>
          <a:xfrm>
            <a:off x="457200" y="381000"/>
            <a:ext cx="8229600" cy="16764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Presenting the Visuals</a:t>
            </a:r>
            <a:endParaRPr/>
          </a:p>
        </p:txBody>
      </p:sp>
      <p:sp>
        <p:nvSpPr>
          <p:cNvPr id="1090" name="Google Shape;1090;p28"/>
          <p:cNvSpPr txBox="1"/>
          <p:nvPr/>
        </p:nvSpPr>
        <p:spPr>
          <a:xfrm>
            <a:off x="3862387" y="2193925"/>
            <a:ext cx="139541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Highlighting</a:t>
            </a:r>
            <a:endParaRPr b="0" i="0" sz="1400" u="none" cap="none" strike="noStrike">
              <a:solidFill>
                <a:srgbClr val="000000"/>
              </a:solidFill>
              <a:latin typeface="Arial"/>
              <a:ea typeface="Arial"/>
              <a:cs typeface="Arial"/>
              <a:sym typeface="Arial"/>
            </a:endParaRPr>
          </a:p>
        </p:txBody>
      </p:sp>
      <p:sp>
        <p:nvSpPr>
          <p:cNvPr id="1091" name="Google Shape;1091;p28"/>
          <p:cNvSpPr txBox="1"/>
          <p:nvPr/>
        </p:nvSpPr>
        <p:spPr>
          <a:xfrm rot="-5400000">
            <a:off x="220662" y="3894137"/>
            <a:ext cx="11430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Changing</a:t>
            </a:r>
            <a:endParaRPr b="0" i="0" sz="1400" u="none" cap="none" strike="noStrike">
              <a:solidFill>
                <a:srgbClr val="000000"/>
              </a:solidFill>
              <a:latin typeface="Arial"/>
              <a:ea typeface="Arial"/>
              <a:cs typeface="Arial"/>
              <a:sym typeface="Arial"/>
            </a:endParaRPr>
          </a:p>
        </p:txBody>
      </p:sp>
      <p:sp>
        <p:nvSpPr>
          <p:cNvPr id="1092" name="Google Shape;1092;p28"/>
          <p:cNvSpPr txBox="1"/>
          <p:nvPr/>
        </p:nvSpPr>
        <p:spPr>
          <a:xfrm rot="5400000">
            <a:off x="7904162" y="3897312"/>
            <a:ext cx="10160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Pointing</a:t>
            </a:r>
            <a:endParaRPr b="0" i="0" sz="1400" u="none" cap="none" strike="noStrike">
              <a:solidFill>
                <a:srgbClr val="000000"/>
              </a:solidFill>
              <a:latin typeface="Arial"/>
              <a:ea typeface="Arial"/>
              <a:cs typeface="Arial"/>
              <a:sym typeface="Arial"/>
            </a:endParaRPr>
          </a:p>
        </p:txBody>
      </p:sp>
      <p:cxnSp>
        <p:nvCxnSpPr>
          <p:cNvPr id="1093" name="Google Shape;1093;p28"/>
          <p:cNvCxnSpPr/>
          <p:nvPr/>
        </p:nvCxnSpPr>
        <p:spPr>
          <a:xfrm flipH="1" rot="10800000">
            <a:off x="790574" y="2392387"/>
            <a:ext cx="3071700" cy="1127100"/>
          </a:xfrm>
          <a:prstGeom prst="bentConnector2">
            <a:avLst/>
          </a:prstGeom>
          <a:noFill/>
          <a:ln cap="flat" cmpd="sng" w="19050">
            <a:solidFill>
              <a:schemeClr val="dk1"/>
            </a:solidFill>
            <a:prstDash val="solid"/>
            <a:miter lim="800000"/>
            <a:headEnd len="sm" w="sm" type="none"/>
            <a:tailEnd len="sm" w="sm" type="none"/>
          </a:ln>
        </p:spPr>
      </p:cxnSp>
      <p:cxnSp>
        <p:nvCxnSpPr>
          <p:cNvPr id="1094" name="Google Shape;1094;p28"/>
          <p:cNvCxnSpPr/>
          <p:nvPr/>
        </p:nvCxnSpPr>
        <p:spPr>
          <a:xfrm>
            <a:off x="5257800" y="2392362"/>
            <a:ext cx="3152700" cy="1195500"/>
          </a:xfrm>
          <a:prstGeom prst="bentConnector2">
            <a:avLst/>
          </a:prstGeom>
          <a:noFill/>
          <a:ln cap="flat" cmpd="sng" w="19050">
            <a:solidFill>
              <a:schemeClr val="dk1"/>
            </a:solidFill>
            <a:prstDash val="solid"/>
            <a:miter lim="800000"/>
            <a:headEnd len="sm" w="sm" type="none"/>
            <a:tailEnd len="sm" w="sm" type="none"/>
          </a:ln>
        </p:spPr>
      </p:cxnSp>
      <p:cxnSp>
        <p:nvCxnSpPr>
          <p:cNvPr id="1095" name="Google Shape;1095;p28"/>
          <p:cNvCxnSpPr/>
          <p:nvPr/>
        </p:nvCxnSpPr>
        <p:spPr>
          <a:xfrm flipH="1">
            <a:off x="5257875" y="4602162"/>
            <a:ext cx="3152700" cy="1235100"/>
          </a:xfrm>
          <a:prstGeom prst="bentConnector2">
            <a:avLst/>
          </a:prstGeom>
          <a:noFill/>
          <a:ln cap="flat" cmpd="sng" w="19050">
            <a:solidFill>
              <a:schemeClr val="dk1"/>
            </a:solidFill>
            <a:prstDash val="solid"/>
            <a:miter lim="800000"/>
            <a:headEnd len="sm" w="sm" type="none"/>
            <a:tailEnd len="sm" w="sm" type="none"/>
          </a:ln>
        </p:spPr>
      </p:cxnSp>
      <p:cxnSp>
        <p:nvCxnSpPr>
          <p:cNvPr id="1096" name="Google Shape;1096;p28"/>
          <p:cNvCxnSpPr/>
          <p:nvPr/>
        </p:nvCxnSpPr>
        <p:spPr>
          <a:xfrm rot="10800000">
            <a:off x="790587" y="4662437"/>
            <a:ext cx="3173400" cy="1174800"/>
          </a:xfrm>
          <a:prstGeom prst="bentConnector2">
            <a:avLst/>
          </a:prstGeom>
          <a:noFill/>
          <a:ln cap="flat" cmpd="sng" w="19050">
            <a:solidFill>
              <a:schemeClr val="dk1"/>
            </a:solidFill>
            <a:prstDash val="solid"/>
            <a:miter lim="800000"/>
            <a:headEnd len="sm" w="sm" type="none"/>
            <a:tailEnd len="sm" w="sm" type="none"/>
          </a:ln>
        </p:spPr>
      </p:cxnSp>
      <p:grpSp>
        <p:nvGrpSpPr>
          <p:cNvPr id="1097" name="Google Shape;1097;p28"/>
          <p:cNvGrpSpPr/>
          <p:nvPr/>
        </p:nvGrpSpPr>
        <p:grpSpPr>
          <a:xfrm>
            <a:off x="1219200" y="3048000"/>
            <a:ext cx="6705600" cy="2057400"/>
            <a:chOff x="768" y="1920"/>
            <a:chExt cx="2816" cy="1296"/>
          </a:xfrm>
        </p:grpSpPr>
        <p:sp>
          <p:nvSpPr>
            <p:cNvPr id="1098" name="Google Shape;1098;p28"/>
            <p:cNvSpPr txBox="1"/>
            <p:nvPr/>
          </p:nvSpPr>
          <p:spPr>
            <a:xfrm>
              <a:off x="768" y="1920"/>
              <a:ext cx="1408" cy="1296"/>
            </a:xfrm>
            <a:prstGeom prst="rect">
              <a:avLst/>
            </a:prstGeom>
            <a:solidFill>
              <a:srgbClr val="F8F8F8"/>
            </a:solidFill>
            <a:ln cap="flat" cmpd="sng" w="19050">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Overhead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Transparencies</a:t>
              </a:r>
              <a:endParaRPr b="0" i="0" sz="1400" u="none" cap="none" strike="noStrike">
                <a:solidFill>
                  <a:srgbClr val="000000"/>
                </a:solidFill>
                <a:latin typeface="Arial"/>
                <a:ea typeface="Arial"/>
                <a:cs typeface="Arial"/>
                <a:sym typeface="Arial"/>
              </a:endParaRPr>
            </a:p>
          </p:txBody>
        </p:sp>
        <p:sp>
          <p:nvSpPr>
            <p:cNvPr id="1099" name="Google Shape;1099;p28"/>
            <p:cNvSpPr txBox="1"/>
            <p:nvPr/>
          </p:nvSpPr>
          <p:spPr>
            <a:xfrm>
              <a:off x="2176" y="1920"/>
              <a:ext cx="1408" cy="1296"/>
            </a:xfrm>
            <a:prstGeom prst="rect">
              <a:avLst/>
            </a:prstGeom>
            <a:solidFill>
              <a:srgbClr val="F8F8F8"/>
            </a:solidFill>
            <a:ln cap="flat" cmpd="sng" w="19050">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Electronic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Slides</a:t>
              </a:r>
              <a:endParaRPr b="0" i="0" sz="1400" u="none" cap="none" strike="noStrike">
                <a:solidFill>
                  <a:srgbClr val="000000"/>
                </a:solidFill>
                <a:latin typeface="Arial"/>
                <a:ea typeface="Arial"/>
                <a:cs typeface="Arial"/>
                <a:sym typeface="Arial"/>
              </a:endParaRPr>
            </a:p>
          </p:txBody>
        </p:sp>
      </p:grpSp>
      <p:sp>
        <p:nvSpPr>
          <p:cNvPr id="1100" name="Google Shape;1100;p28"/>
          <p:cNvSpPr txBox="1"/>
          <p:nvPr/>
        </p:nvSpPr>
        <p:spPr>
          <a:xfrm>
            <a:off x="3963987" y="5638800"/>
            <a:ext cx="129381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Discussing</a:t>
            </a:r>
            <a:endParaRPr b="0" i="0" sz="1400" u="none" cap="none" strike="noStrike">
              <a:solidFill>
                <a:srgbClr val="000000"/>
              </a:solidFill>
              <a:latin typeface="Arial"/>
              <a:ea typeface="Arial"/>
              <a:cs typeface="Arial"/>
              <a:sym typeface="Arial"/>
            </a:endParaRPr>
          </a:p>
        </p:txBody>
      </p:sp>
    </p:spTree>
  </p:cSld>
  <p:clrMapOvr>
    <a:masterClrMapping/>
  </p:clrMapOvr>
  <p:transition spd="slow">
    <p:spli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2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107" name="Google Shape;1107;p2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108" name="Google Shape;1108;p2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09" name="Google Shape;1109;p29"/>
          <p:cNvSpPr txBox="1"/>
          <p:nvPr>
            <p:ph type="title"/>
          </p:nvPr>
        </p:nvSpPr>
        <p:spPr>
          <a:xfrm>
            <a:off x="457200" y="381000"/>
            <a:ext cx="8229600" cy="1219200"/>
          </a:xfrm>
          <a:prstGeom prst="rect">
            <a:avLst/>
          </a:prstGeom>
          <a:solidFill>
            <a:schemeClr val="dk2"/>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Answering Questions</a:t>
            </a:r>
            <a:endParaRPr/>
          </a:p>
        </p:txBody>
      </p:sp>
      <p:sp>
        <p:nvSpPr>
          <p:cNvPr id="1110" name="Google Shape;1110;p29"/>
          <p:cNvSpPr txBox="1"/>
          <p:nvPr/>
        </p:nvSpPr>
        <p:spPr>
          <a:xfrm>
            <a:off x="457200" y="1600200"/>
            <a:ext cx="8229600" cy="4572000"/>
          </a:xfrm>
          <a:prstGeom prst="rect">
            <a:avLst/>
          </a:prstGeom>
          <a:gradFill>
            <a:gsLst>
              <a:gs pos="0">
                <a:srgbClr val="D1C39F"/>
              </a:gs>
              <a:gs pos="17500">
                <a:srgbClr val="F0EBD5"/>
              </a:gs>
              <a:gs pos="50000">
                <a:srgbClr val="FFEFD1"/>
              </a:gs>
              <a:gs pos="82499">
                <a:srgbClr val="F0EBD5"/>
              </a:gs>
              <a:gs pos="100000">
                <a:srgbClr val="D1C39F"/>
              </a:gs>
            </a:gsLst>
            <a:lin ang="2700000" scaled="0"/>
          </a:gra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11" name="Google Shape;1111;p29"/>
          <p:cNvSpPr txBox="1"/>
          <p:nvPr/>
        </p:nvSpPr>
        <p:spPr>
          <a:xfrm>
            <a:off x="685800" y="17526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Focus on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Questioner</a:t>
            </a:r>
            <a:endParaRPr b="0" i="0" sz="1400" u="none" cap="none" strike="noStrike">
              <a:solidFill>
                <a:srgbClr val="000000"/>
              </a:solidFill>
              <a:latin typeface="Arial"/>
              <a:ea typeface="Arial"/>
              <a:cs typeface="Arial"/>
              <a:sym typeface="Arial"/>
            </a:endParaRPr>
          </a:p>
        </p:txBody>
      </p:sp>
      <p:sp>
        <p:nvSpPr>
          <p:cNvPr id="1112" name="Google Shape;1112;p29"/>
          <p:cNvSpPr txBox="1"/>
          <p:nvPr/>
        </p:nvSpPr>
        <p:spPr>
          <a:xfrm>
            <a:off x="685800" y="32131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Control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the Situation</a:t>
            </a:r>
            <a:endParaRPr b="0" i="0" sz="1400" u="none" cap="none" strike="noStrike">
              <a:solidFill>
                <a:srgbClr val="000000"/>
              </a:solidFill>
              <a:latin typeface="Arial"/>
              <a:ea typeface="Arial"/>
              <a:cs typeface="Arial"/>
              <a:sym typeface="Arial"/>
            </a:endParaRPr>
          </a:p>
        </p:txBody>
      </p:sp>
      <p:sp>
        <p:nvSpPr>
          <p:cNvPr id="1113" name="Google Shape;1113;p29"/>
          <p:cNvSpPr txBox="1"/>
          <p:nvPr/>
        </p:nvSpPr>
        <p:spPr>
          <a:xfrm>
            <a:off x="685800" y="46736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Motivate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Questions</a:t>
            </a:r>
            <a:endParaRPr b="0" i="0" sz="1400" u="none" cap="none" strike="noStrike">
              <a:solidFill>
                <a:srgbClr val="000000"/>
              </a:solidFill>
              <a:latin typeface="Arial"/>
              <a:ea typeface="Arial"/>
              <a:cs typeface="Arial"/>
              <a:sym typeface="Arial"/>
            </a:endParaRPr>
          </a:p>
        </p:txBody>
      </p:sp>
      <p:sp>
        <p:nvSpPr>
          <p:cNvPr id="1114" name="Google Shape;1114;p29"/>
          <p:cNvSpPr txBox="1"/>
          <p:nvPr/>
        </p:nvSpPr>
        <p:spPr>
          <a:xfrm>
            <a:off x="4800600" y="17526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Respond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Appropriately</a:t>
            </a:r>
            <a:endParaRPr b="0" i="0" sz="1400" u="none" cap="none" strike="noStrike">
              <a:solidFill>
                <a:srgbClr val="000000"/>
              </a:solidFill>
              <a:latin typeface="Arial"/>
              <a:ea typeface="Arial"/>
              <a:cs typeface="Arial"/>
              <a:sym typeface="Arial"/>
            </a:endParaRPr>
          </a:p>
        </p:txBody>
      </p:sp>
      <p:sp>
        <p:nvSpPr>
          <p:cNvPr id="1115" name="Google Shape;1115;p29"/>
          <p:cNvSpPr txBox="1"/>
          <p:nvPr/>
        </p:nvSpPr>
        <p:spPr>
          <a:xfrm>
            <a:off x="4800600" y="32131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Maintain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Self-Control</a:t>
            </a:r>
            <a:endParaRPr b="0" i="0" sz="1400" u="none" cap="none" strike="noStrike">
              <a:solidFill>
                <a:srgbClr val="000000"/>
              </a:solidFill>
              <a:latin typeface="Arial"/>
              <a:ea typeface="Arial"/>
              <a:cs typeface="Arial"/>
              <a:sym typeface="Arial"/>
            </a:endParaRPr>
          </a:p>
        </p:txBody>
      </p:sp>
      <p:sp>
        <p:nvSpPr>
          <p:cNvPr id="1116" name="Google Shape;1116;p29"/>
          <p:cNvSpPr txBox="1"/>
          <p:nvPr/>
        </p:nvSpPr>
        <p:spPr>
          <a:xfrm>
            <a:off x="4800600" y="4673600"/>
            <a:ext cx="3657600" cy="13462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a:noFill/>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Conclude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ahoma"/>
              <a:buNone/>
            </a:pPr>
            <a:r>
              <a:rPr b="1" i="0" lang="en-US" sz="2800" u="none" cap="none" strike="noStrike">
                <a:solidFill>
                  <a:schemeClr val="dk1"/>
                </a:solidFill>
                <a:latin typeface="Tahoma"/>
                <a:ea typeface="Tahoma"/>
                <a:cs typeface="Tahoma"/>
                <a:sym typeface="Tahoma"/>
              </a:rPr>
              <a:t>the Speech</a:t>
            </a:r>
            <a:endParaRPr b="0" i="0" sz="1400" u="none" cap="none" strike="noStrike">
              <a:solidFill>
                <a:srgbClr val="000000"/>
              </a:solidFill>
              <a:latin typeface="Arial"/>
              <a:ea typeface="Arial"/>
              <a:cs typeface="Arial"/>
              <a:sym typeface="Arial"/>
            </a:endParaRPr>
          </a:p>
        </p:txBody>
      </p:sp>
    </p:spTree>
  </p:cSld>
  <p:clrMapOvr>
    <a:masterClrMapping/>
  </p:clrMapOvr>
  <p:transition spd="slow">
    <p:checker dir="ver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30"/>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Guideline for presentation</a:t>
            </a:r>
            <a:endParaRPr/>
          </a:p>
        </p:txBody>
      </p:sp>
      <p:sp>
        <p:nvSpPr>
          <p:cNvPr id="1122" name="Google Shape;1122;p3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b="0" i="0" sz="1400" u="none" cap="none" strike="noStrike">
              <a:solidFill>
                <a:srgbClr val="000000"/>
              </a:solidFill>
              <a:latin typeface="Arial"/>
              <a:ea typeface="Arial"/>
              <a:cs typeface="Arial"/>
              <a:sym typeface="Arial"/>
            </a:endParaRPr>
          </a:p>
        </p:txBody>
      </p:sp>
      <p:sp>
        <p:nvSpPr>
          <p:cNvPr id="1123" name="Google Shape;1123;p3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b="0" i="0" sz="1400" u="none" cap="none" strike="noStrike">
              <a:solidFill>
                <a:srgbClr val="000000"/>
              </a:solidFill>
              <a:latin typeface="Arial"/>
              <a:ea typeface="Arial"/>
              <a:cs typeface="Arial"/>
              <a:sym typeface="Arial"/>
            </a:endParaRPr>
          </a:p>
        </p:txBody>
      </p:sp>
      <p:sp>
        <p:nvSpPr>
          <p:cNvPr id="1124" name="Google Shape;1124;p3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12 - </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25" name="Google Shape;1125;p30"/>
          <p:cNvSpPr txBox="1"/>
          <p:nvPr/>
        </p:nvSpPr>
        <p:spPr>
          <a:xfrm>
            <a:off x="533400" y="2459037"/>
            <a:ext cx="80010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https://www.slideshare.net/aymansadiq16/things-that-dont-matter-in-your-presentation/10-Fads_gures_DONT_evoke_emoonAC</a:t>
            </a:r>
            <a:endParaRPr b="0" i="0" sz="1400" u="none" cap="none" strike="noStrike">
              <a:solidFill>
                <a:srgbClr val="000000"/>
              </a:solidFill>
              <a:latin typeface="Arial"/>
              <a:ea typeface="Arial"/>
              <a:cs typeface="Arial"/>
              <a:sym typeface="Arial"/>
            </a:endParaRPr>
          </a:p>
        </p:txBody>
      </p:sp>
      <p:sp>
        <p:nvSpPr>
          <p:cNvPr id="1126" name="Google Shape;1126;p30"/>
          <p:cNvSpPr txBox="1"/>
          <p:nvPr/>
        </p:nvSpPr>
        <p:spPr>
          <a:xfrm>
            <a:off x="609600" y="4114800"/>
            <a:ext cx="74676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https://www.slideshare.net/aymansadiq16/12-slides-to-pitch-your-next-big-idea-46057961?qid=fba09083-c085-4ecd-aeaa-21becb39e1ba&amp;v=&amp;b=&amp;from_search=35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2002-06-07T19:31:40Z</dcterms:created>
  <dc:creator>Myles A. Hassell</dc:creator>
</cp:coreProperties>
</file>