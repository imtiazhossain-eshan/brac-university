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5" r:id="rId4"/>
    <p:sldMasterId id="2147483686" r:id="rId5"/>
    <p:sldMasterId id="214748368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</p:sldIdLst>
  <p:sldSz cy="5143500" cx="9144000"/>
  <p:notesSz cx="6858000" cy="9144000"/>
  <p:embeddedFontLst>
    <p:embeddedFont>
      <p:font typeface="Proxima Nova"/>
      <p:regular r:id="rId121"/>
      <p:bold r:id="rId122"/>
      <p:italic r:id="rId123"/>
      <p:boldItalic r:id="rId124"/>
    </p:embeddedFont>
    <p:embeddedFont>
      <p:font typeface="Alfa Slab One"/>
      <p:regular r:id="rId1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slide" Target="slides/slide100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104" Type="http://schemas.openxmlformats.org/officeDocument/2006/relationships/slide" Target="slides/slide97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121" Type="http://schemas.openxmlformats.org/officeDocument/2006/relationships/font" Target="fonts/ProximaNova-regular.fntdata"/><Relationship Id="rId25" Type="http://schemas.openxmlformats.org/officeDocument/2006/relationships/slide" Target="slides/slide18.xml"/><Relationship Id="rId120" Type="http://schemas.openxmlformats.org/officeDocument/2006/relationships/slide" Target="slides/slide113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125" Type="http://schemas.openxmlformats.org/officeDocument/2006/relationships/font" Target="fonts/AlfaSlabOne-regular.fntdata"/><Relationship Id="rId29" Type="http://schemas.openxmlformats.org/officeDocument/2006/relationships/slide" Target="slides/slide22.xml"/><Relationship Id="rId124" Type="http://schemas.openxmlformats.org/officeDocument/2006/relationships/font" Target="fonts/ProximaNova-boldItalic.fntdata"/><Relationship Id="rId123" Type="http://schemas.openxmlformats.org/officeDocument/2006/relationships/font" Target="fonts/ProximaNova-italic.fntdata"/><Relationship Id="rId122" Type="http://schemas.openxmlformats.org/officeDocument/2006/relationships/font" Target="fonts/ProximaNova-bold.fntdata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11" Type="http://schemas.openxmlformats.org/officeDocument/2006/relationships/slide" Target="slides/slide4.xml"/><Relationship Id="rId99" Type="http://schemas.openxmlformats.org/officeDocument/2006/relationships/slide" Target="slides/slide92.xml"/><Relationship Id="rId10" Type="http://schemas.openxmlformats.org/officeDocument/2006/relationships/slide" Target="slides/slide3.xml"/><Relationship Id="rId98" Type="http://schemas.openxmlformats.org/officeDocument/2006/relationships/slide" Target="slides/slide9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8" Type="http://schemas.openxmlformats.org/officeDocument/2006/relationships/slide" Target="slides/slide111.xml"/><Relationship Id="rId117" Type="http://schemas.openxmlformats.org/officeDocument/2006/relationships/slide" Target="slides/slide110.xml"/><Relationship Id="rId116" Type="http://schemas.openxmlformats.org/officeDocument/2006/relationships/slide" Target="slides/slide109.xml"/><Relationship Id="rId115" Type="http://schemas.openxmlformats.org/officeDocument/2006/relationships/slide" Target="slides/slide108.xml"/><Relationship Id="rId119" Type="http://schemas.openxmlformats.org/officeDocument/2006/relationships/slide" Target="slides/slide112.xml"/><Relationship Id="rId15" Type="http://schemas.openxmlformats.org/officeDocument/2006/relationships/slide" Target="slides/slide8.xml"/><Relationship Id="rId110" Type="http://schemas.openxmlformats.org/officeDocument/2006/relationships/slide" Target="slides/slide103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14" Type="http://schemas.openxmlformats.org/officeDocument/2006/relationships/slide" Target="slides/slide107.xml"/><Relationship Id="rId18" Type="http://schemas.openxmlformats.org/officeDocument/2006/relationships/slide" Target="slides/slide11.xml"/><Relationship Id="rId113" Type="http://schemas.openxmlformats.org/officeDocument/2006/relationships/slide" Target="slides/slide106.xml"/><Relationship Id="rId112" Type="http://schemas.openxmlformats.org/officeDocument/2006/relationships/slide" Target="slides/slide105.xml"/><Relationship Id="rId111" Type="http://schemas.openxmlformats.org/officeDocument/2006/relationships/slide" Target="slides/slide104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ea8a3bf39e_0_5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ea8a3bf39e_0_5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ea8a3bf39e_0_7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2ea8a3bf39e_0_7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ea8a3bf39e_0_7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2ea8a3bf39e_0_7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ea8a3bf39e_0_7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ea8a3bf39e_0_7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ea8a3bf39e_0_7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2ea8a3bf39e_0_7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ea8a3bf39e_0_7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2ea8a3bf39e_0_7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ea8a3bf39e_0_7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2ea8a3bf39e_0_7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ea8a3bf39e_0_7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2ea8a3bf39e_0_7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ea8a3bf39e_0_7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2ea8a3bf39e_0_7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ea8a3bf39e_0_7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2ea8a3bf39e_0_7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ea8a3bf39e_0_7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2ea8a3bf39e_0_7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ea8a3bf39e_0_7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2ea8a3bf39e_0_7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ea8a3bf39e_0_7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g2ea8a3bf39e_0_7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ea8a3bf39e_0_79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g2ea8a3bf39e_0_79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ea8a3bf39e_0_7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g2ea8a3bf39e_0_7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ea8a3bf39e_0_8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g2ea8a3bf39e_0_8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ea8a3bf39e_0_8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g2ea8a3bf39e_0_8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ea8a3bf39e_0_8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g2ea8a3bf39e_0_8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ea8a3bf39e_0_80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g2ea8a3bf39e_0_8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2ea8a3bf39e_0_80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g2ea8a3bf39e_0_8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ea8a3bf39e_0_8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g2ea8a3bf39e_0_8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ea8a3bf39e_0_8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g2ea8a3bf39e_0_8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2ea8a3bf39e_0_8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g2ea8a3bf39e_0_8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ea8a3bf39e_0_8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g2ea8a3bf39e_0_8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2ea8a3bf39e_0_8179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0" name="Google Shape;680;g2ea8a3bf39e_0_8179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2ea8a3bf39e_0_8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g2ea8a3bf39e_0_8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2ea8a3bf39e_0_8209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4" name="Google Shape;714;g2ea8a3bf39e_0_8209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2ea8a3bf39e_0_8216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3" name="Google Shape;723;g2ea8a3bf39e_0_8216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ea8a3bf39e_0_8245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4" name="Google Shape;754;g2ea8a3bf39e_0_8245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ea8a3bf39e_0_8276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7" name="Google Shape;787;g2ea8a3bf39e_0_8276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ea8a3bf39e_0_8307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0" name="Google Shape;820;g2ea8a3bf39e_0_8307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ea8a3bf39e_0_8339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4" name="Google Shape;854;g2ea8a3bf39e_0_8339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ea8a3bf39e_0_8371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8" name="Google Shape;888;g2ea8a3bf39e_0_8371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ea8a3bf39e_0_8404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3" name="Google Shape;923;g2ea8a3bf39e_0_8404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2ea8a3bf39e_0_8437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8" name="Google Shape;958;g2ea8a3bf39e_0_8437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2ea8a3bf39e_0_8470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3" name="Google Shape;993;g2ea8a3bf39e_0_8470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2ea8a3bf39e_0_8503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8" name="Google Shape;1028;g2ea8a3bf39e_0_8503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2ea8a3bf39e_0_8535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2" name="Google Shape;1062;g2ea8a3bf39e_0_8535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2ea8a3bf39e_0_8566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5" name="Google Shape;1095;g2ea8a3bf39e_0_8566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ea8a3bf39e_0_8597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8" name="Google Shape;1128;g2ea8a3bf39e_0_8597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2ea8a3bf39e_0_8602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5" name="Google Shape;1135;g2ea8a3bf39e_0_8602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2ea8a3bf39e_0_8617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2" name="Google Shape;1152;g2ea8a3bf39e_0_8617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2ea8a3bf39e_0_8622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9" name="Google Shape;1159;g2ea8a3bf39e_0_8622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2ea8a3bf39e_0_8652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1" name="Google Shape;1191;g2ea8a3bf39e_0_8652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2ea8a3bf39e_0_8683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4" name="Google Shape;1224;g2ea8a3bf39e_0_8683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2ea8a3bf39e_0_8714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7" name="Google Shape;1257;g2ea8a3bf39e_0_8714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2ea8a3bf39e_0_8745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0" name="Google Shape;1290;g2ea8a3bf39e_0_8745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2ea8a3bf39e_0_8775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2" name="Google Shape;1322;g2ea8a3bf39e_0_8775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2ea8a3bf39e_0_8806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5" name="Google Shape;1355;g2ea8a3bf39e_0_8806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2ea8a3bf39e_0_8838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9" name="Google Shape;1389;g2ea8a3bf39e_0_8838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g2ea8a3bf39e_0_8871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4" name="Google Shape;1424;g2ea8a3bf39e_0_8871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2ea8a3bf39e_0_8876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1" name="Google Shape;1431;g2ea8a3bf39e_0_8876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2ea8a3bf39e_0_8881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8" name="Google Shape;1438;g2ea8a3bf39e_0_8881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2ea8a3bf39e_0_8888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7" name="Google Shape;1447;g2ea8a3bf39e_0_8888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2ea8a3bf39e_0_8896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7" name="Google Shape;1457;g2ea8a3bf39e_0_8896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2ea8a3bf39e_0_8904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7" name="Google Shape;1467;g2ea8a3bf39e_0_8904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2ea8a3bf39e_0_8912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7" name="Google Shape;1477;g2ea8a3bf39e_0_8912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2ea8a3bf39e_0_8920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7" name="Google Shape;1487;g2ea8a3bf39e_0_8920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2ea8a3bf39e_0_8948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7" name="Google Shape;1517;g2ea8a3bf39e_0_8948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2ea8a3bf39e_0_8977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8" name="Google Shape;1548;g2ea8a3bf39e_0_8977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2ea8a3bf39e_0_9006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9" name="Google Shape;1579;g2ea8a3bf39e_0_9006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g2ea8a3bf39e_0_9035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0" name="Google Shape;1610;g2ea8a3bf39e_0_9035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g2ea8a3bf39e_0_9064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1" name="Google Shape;1641;g2ea8a3bf39e_0_9064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g2ea8a3bf39e_0_9093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2" name="Google Shape;1672;g2ea8a3bf39e_0_9093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g2ea8a3bf39e_0_9122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3" name="Google Shape;1703;g2ea8a3bf39e_0_9122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2ea8a3bf39e_0_9151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4" name="Google Shape;1734;g2ea8a3bf39e_0_9151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2ea8a3bf39e_0_9181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6" name="Google Shape;1766;g2ea8a3bf39e_0_9181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2ea8a3bf39e_0_9210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7" name="Google Shape;1797;g2ea8a3bf39e_0_9210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g2ea8a3bf39e_0_9239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8" name="Google Shape;1828;g2ea8a3bf39e_0_9239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g2ea8a3bf39e_0_9268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9" name="Google Shape;1859;g2ea8a3bf39e_0_9268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g2ea8a3bf39e_0_9297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0" name="Google Shape;1890;g2ea8a3bf39e_0_9297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g2ea8a3bf39e_0_9326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1" name="Google Shape;1921;g2ea8a3bf39e_0_9326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g2ea8a3bf39e_0_9355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2" name="Google Shape;1952;g2ea8a3bf39e_0_9355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g2ea8a3bf39e_0_9384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3" name="Google Shape;1983;g2ea8a3bf39e_0_9384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2ea8a3bf39e_0_9389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0" name="Google Shape;1990;g2ea8a3bf39e_0_9389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5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g2ea8a3bf39e_0_9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7" name="Google Shape;1997;g2ea8a3bf39e_0_9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g2ea8a3bf39e_0_9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8" name="Google Shape;2018;g2ea8a3bf39e_0_9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g2ea8a3bf39e_0_9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0" name="Google Shape;2040;g2ea8a3bf39e_0_9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g2ea8a3bf39e_0_9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2" name="Google Shape;2062;g2ea8a3bf39e_0_9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5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g2ea8a3bf39e_0_9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7" name="Google Shape;2087;g2ea8a3bf39e_0_9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9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g2ea8a3bf39e_0_9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1" name="Google Shape;2111;g2ea8a3bf39e_0_9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6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g2ea8a3bf39e_0_9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8" name="Google Shape;2138;g2ea8a3bf39e_0_9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g2ea8a3bf39e_0_9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4" name="Google Shape;2164;g2ea8a3bf39e_0_9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g2ea8a3bf39e_0_9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0" name="Google Shape;2190;g2ea8a3bf39e_0_9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4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g2ea8a3bf39e_0_9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6" name="Google Shape;2216;g2ea8a3bf39e_0_9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0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g2ea8a3bf39e_0_9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2" name="Google Shape;2242;g2ea8a3bf39e_0_9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6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g2ea8a3bf39e_0_9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8" name="Google Shape;2268;g2ea8a3bf39e_0_9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2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g2ea8a3bf39e_0_9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4" name="Google Shape;2294;g2ea8a3bf39e_0_9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g2ea8a3bf39e_0_9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0" name="Google Shape;2320;g2ea8a3bf39e_0_9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g2ea8a3bf39e_0_9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6" name="Google Shape;2346;g2ea8a3bf39e_0_9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0" name="Shape 2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1" name="Google Shape;2371;g2ea8a3bf39e_0_9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2" name="Google Shape;2372;g2ea8a3bf39e_0_9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6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g2ea8a3bf39e_0_9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8" name="Google Shape;2398;g2ea8a3bf39e_0_9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5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g2ea8a3bf39e_0_9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7" name="Google Shape;2427;g2ea8a3bf39e_0_9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3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4" name="Google Shape;2454;g2ea8a3bf39e_0_9816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5" name="Google Shape;2455;g2ea8a3bf39e_0_9816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5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g2ea8a3bf39e_0_9846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7" name="Google Shape;2487;g2ea8a3bf39e_0_9846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8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g2ea8a3bf39e_0_9877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0" name="Google Shape;2520;g2ea8a3bf39e_0_9877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2" name="Shape 2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3" name="Google Shape;2553;g2ea8a3bf39e_0_9909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4" name="Google Shape;2554;g2ea8a3bf39e_0_9909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7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g2ea8a3bf39e_0_9942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9" name="Google Shape;2589;g2ea8a3bf39e_0_9942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1" name="Shape 2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2" name="Google Shape;2612;g2ea8a3bf39e_0_9964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3" name="Google Shape;2613;g2ea8a3bf39e_0_9964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1" name="Shape 2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2" name="Google Shape;2622;g2ea8a3bf39e_0_9972:notes"/>
          <p:cNvSpPr txBox="1"/>
          <p:nvPr>
            <p:ph idx="1" type="body"/>
          </p:nvPr>
        </p:nvSpPr>
        <p:spPr>
          <a:xfrm>
            <a:off x="913668" y="4344028"/>
            <a:ext cx="5030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350" lIns="90350" spcFirstLastPara="1" rIns="90350" wrap="square" tIns="90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3" name="Google Shape;2623;g2ea8a3bf39e_0_9972:notes"/>
          <p:cNvSpPr/>
          <p:nvPr>
            <p:ph idx="2" type="sldImg"/>
          </p:nvPr>
        </p:nvSpPr>
        <p:spPr>
          <a:xfrm>
            <a:off x="390751" y="68548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0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" name="Google Shape;2631;g2ea8a3bf39e_0_99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2" name="Google Shape;2632;g2ea8a3bf39e_0_9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8" name="Shape 2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9" name="Google Shape;2639;g2ea8a3bf39e_0_9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0" name="Google Shape;2640;g2ea8a3bf39e_0_9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2" name="Shape 2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3" name="Google Shape;2653;g2ea8a3bf39e_0_9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4" name="Google Shape;2654;g2ea8a3bf39e_0_9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9" name="Shape 2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0" name="Google Shape;2670;g2ea8a3bf39e_0_10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1" name="Google Shape;2671;g2ea8a3bf39e_0_10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6" name="Shape 2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7" name="Google Shape;2677;g2ea8a3bf39e_0_10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8" name="Google Shape;2678;g2ea8a3bf39e_0_10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7" name="Shape 2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8" name="Google Shape;2708;g2ea8a3bf39e_0_10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9" name="Google Shape;2709;g2ea8a3bf39e_0_10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8" name="Shape 2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9" name="Google Shape;2739;g2ea8a3bf39e_0_100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0" name="Google Shape;2740;g2ea8a3bf39e_0_10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9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g2ea8a3bf39e_0_10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1" name="Google Shape;2771;g2ea8a3bf39e_0_10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0" name="Shape 2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" name="Google Shape;2801;g2ea8a3bf39e_0_10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2" name="Google Shape;2802;g2ea8a3bf39e_0_10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g2ea8a3bf39e_0_10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3" name="Google Shape;2833;g2ea8a3bf39e_0_10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3" name="Shape 2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4" name="Google Shape;2864;g2ea8a3bf39e_0_10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5" name="Google Shape;2865;g2ea8a3bf39e_0_10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6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Google Shape;2897;g2ea8a3bf39e_0_10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8" name="Google Shape;2898;g2ea8a3bf39e_0_10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3" name="Shape 2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4" name="Google Shape;2904;g2ea8a3bf39e_0_10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5" name="Google Shape;2905;g2ea8a3bf39e_0_10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21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>
            <p:ph type="title"/>
          </p:nvPr>
        </p:nvSpPr>
        <p:spPr>
          <a:xfrm>
            <a:off x="341313" y="75010"/>
            <a:ext cx="82296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" type="body"/>
          </p:nvPr>
        </p:nvSpPr>
        <p:spPr>
          <a:xfrm>
            <a:off x="350838" y="910829"/>
            <a:ext cx="8229600" cy="38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indent="-31750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/>
            </a:lvl3pPr>
            <a:lvl4pPr indent="-317500" lvl="3" marL="182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0" type="dt"/>
          </p:nvPr>
        </p:nvSpPr>
        <p:spPr>
          <a:xfrm>
            <a:off x="457200" y="4798219"/>
            <a:ext cx="21336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1" name="Google Shape;101;p25"/>
          <p:cNvSpPr txBox="1"/>
          <p:nvPr>
            <p:ph idx="11" type="ftr"/>
          </p:nvPr>
        </p:nvSpPr>
        <p:spPr>
          <a:xfrm>
            <a:off x="3124200" y="4798219"/>
            <a:ext cx="28956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2" name="Google Shape;102;p25"/>
          <p:cNvSpPr txBox="1"/>
          <p:nvPr>
            <p:ph idx="12" type="sldNum"/>
          </p:nvPr>
        </p:nvSpPr>
        <p:spPr>
          <a:xfrm>
            <a:off x="6553200" y="4798219"/>
            <a:ext cx="21336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type="title"/>
          </p:nvPr>
        </p:nvSpPr>
        <p:spPr>
          <a:xfrm>
            <a:off x="341313" y="75010"/>
            <a:ext cx="82296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" type="body"/>
          </p:nvPr>
        </p:nvSpPr>
        <p:spPr>
          <a:xfrm>
            <a:off x="350838" y="910829"/>
            <a:ext cx="4038600" cy="38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2" type="body"/>
          </p:nvPr>
        </p:nvSpPr>
        <p:spPr>
          <a:xfrm>
            <a:off x="4541838" y="910829"/>
            <a:ext cx="4038600" cy="38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0" type="dt"/>
          </p:nvPr>
        </p:nvSpPr>
        <p:spPr>
          <a:xfrm>
            <a:off x="457200" y="4798219"/>
            <a:ext cx="21336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6553200" y="4798219"/>
            <a:ext cx="21336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type="title"/>
          </p:nvPr>
        </p:nvSpPr>
        <p:spPr>
          <a:xfrm>
            <a:off x="341313" y="75010"/>
            <a:ext cx="82296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1" type="body"/>
          </p:nvPr>
        </p:nvSpPr>
        <p:spPr>
          <a:xfrm>
            <a:off x="350838" y="910829"/>
            <a:ext cx="4038600" cy="38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12" name="Google Shape;112;p27"/>
          <p:cNvSpPr txBox="1"/>
          <p:nvPr>
            <p:ph idx="2" type="body"/>
          </p:nvPr>
        </p:nvSpPr>
        <p:spPr>
          <a:xfrm>
            <a:off x="4541838" y="910829"/>
            <a:ext cx="4038600" cy="18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3" type="body"/>
          </p:nvPr>
        </p:nvSpPr>
        <p:spPr>
          <a:xfrm>
            <a:off x="4541838" y="2871788"/>
            <a:ext cx="4038600" cy="18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0" type="dt"/>
          </p:nvPr>
        </p:nvSpPr>
        <p:spPr>
          <a:xfrm>
            <a:off x="457200" y="4798219"/>
            <a:ext cx="21336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7"/>
          <p:cNvSpPr txBox="1"/>
          <p:nvPr>
            <p:ph idx="12" type="sldNum"/>
          </p:nvPr>
        </p:nvSpPr>
        <p:spPr>
          <a:xfrm>
            <a:off x="6553200" y="4798219"/>
            <a:ext cx="21336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57200" y="1143000"/>
            <a:ext cx="4038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7973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380"/>
              <a:buChar char="●"/>
              <a:defRPr sz="2800"/>
            </a:lvl1pPr>
            <a:lvl2pPr indent="-35814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■"/>
              <a:defRPr sz="2400"/>
            </a:lvl2pPr>
            <a:lvl3pPr indent="-33655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○"/>
              <a:defRPr sz="2000"/>
            </a:lvl3pPr>
            <a:lvl4pPr indent="-302894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◆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4648200" y="1143000"/>
            <a:ext cx="4038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7973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380"/>
              <a:buChar char="●"/>
              <a:defRPr sz="2800"/>
            </a:lvl1pPr>
            <a:lvl2pPr indent="-35814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■"/>
              <a:defRPr sz="2400"/>
            </a:lvl2pPr>
            <a:lvl3pPr indent="-33655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○"/>
              <a:defRPr sz="2000"/>
            </a:lvl3pPr>
            <a:lvl4pPr indent="-302894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◆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9pPr>
          </a:lstStyle>
          <a:p/>
        </p:txBody>
      </p:sp>
      <p:sp>
        <p:nvSpPr>
          <p:cNvPr id="120" name="Google Shape;120;p28"/>
          <p:cNvSpPr txBox="1"/>
          <p:nvPr>
            <p:ph idx="11" type="ftr"/>
          </p:nvPr>
        </p:nvSpPr>
        <p:spPr>
          <a:xfrm>
            <a:off x="457200" y="49149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0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720"/>
              <a:buNone/>
              <a:defRPr/>
            </a:lvl1pPr>
            <a:lvl2pPr lvl="1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380"/>
              <a:buNone/>
              <a:defRPr/>
            </a:lvl2pPr>
            <a:lvl3pPr lvl="2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  <a:defRPr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9pPr>
          </a:lstStyle>
          <a:p/>
        </p:txBody>
      </p:sp>
      <p:sp>
        <p:nvSpPr>
          <p:cNvPr id="132" name="Google Shape;132;p30"/>
          <p:cNvSpPr txBox="1"/>
          <p:nvPr>
            <p:ph idx="11" type="ftr"/>
          </p:nvPr>
        </p:nvSpPr>
        <p:spPr>
          <a:xfrm>
            <a:off x="457200" y="49149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1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1"/>
          <p:cNvSpPr txBox="1"/>
          <p:nvPr>
            <p:ph idx="11" type="ftr"/>
          </p:nvPr>
        </p:nvSpPr>
        <p:spPr>
          <a:xfrm>
            <a:off x="457200" y="49149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2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2"/>
          <p:cNvSpPr txBox="1"/>
          <p:nvPr>
            <p:ph idx="1" type="body"/>
          </p:nvPr>
        </p:nvSpPr>
        <p:spPr>
          <a:xfrm>
            <a:off x="457200" y="1143000"/>
            <a:ext cx="8229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2575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●"/>
              <a:defRPr/>
            </a:lvl1pPr>
            <a:lvl2pPr indent="-32575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■"/>
              <a:defRPr/>
            </a:lvl2pPr>
            <a:lvl3pPr indent="-325755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○"/>
              <a:defRPr/>
            </a:lvl3pPr>
            <a:lvl4pPr indent="-302894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◆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141" name="Google Shape;141;p32"/>
          <p:cNvSpPr txBox="1"/>
          <p:nvPr>
            <p:ph idx="11" type="ftr"/>
          </p:nvPr>
        </p:nvSpPr>
        <p:spPr>
          <a:xfrm>
            <a:off x="457200" y="49149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3"/>
          <p:cNvSpPr txBox="1"/>
          <p:nvPr>
            <p:ph idx="1" type="body"/>
          </p:nvPr>
        </p:nvSpPr>
        <p:spPr>
          <a:xfrm>
            <a:off x="457200" y="1143000"/>
            <a:ext cx="4038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7973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380"/>
              <a:buChar char="●"/>
              <a:defRPr sz="2800"/>
            </a:lvl1pPr>
            <a:lvl2pPr indent="-35814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■"/>
              <a:defRPr sz="2400"/>
            </a:lvl2pPr>
            <a:lvl3pPr indent="-33655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○"/>
              <a:defRPr sz="2000"/>
            </a:lvl3pPr>
            <a:lvl4pPr indent="-302894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◆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9pPr>
          </a:lstStyle>
          <a:p/>
        </p:txBody>
      </p:sp>
      <p:sp>
        <p:nvSpPr>
          <p:cNvPr id="146" name="Google Shape;146;p33"/>
          <p:cNvSpPr txBox="1"/>
          <p:nvPr>
            <p:ph idx="2" type="body"/>
          </p:nvPr>
        </p:nvSpPr>
        <p:spPr>
          <a:xfrm>
            <a:off x="4648200" y="1143000"/>
            <a:ext cx="4038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7973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380"/>
              <a:buChar char="●"/>
              <a:defRPr sz="2800"/>
            </a:lvl1pPr>
            <a:lvl2pPr indent="-35814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■"/>
              <a:defRPr sz="2400"/>
            </a:lvl2pPr>
            <a:lvl3pPr indent="-33655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○"/>
              <a:defRPr sz="2000"/>
            </a:lvl3pPr>
            <a:lvl4pPr indent="-302894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◆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9pPr>
          </a:lstStyle>
          <a:p/>
        </p:txBody>
      </p:sp>
      <p:sp>
        <p:nvSpPr>
          <p:cNvPr id="147" name="Google Shape;147;p33"/>
          <p:cNvSpPr txBox="1"/>
          <p:nvPr>
            <p:ph idx="11" type="ftr"/>
          </p:nvPr>
        </p:nvSpPr>
        <p:spPr>
          <a:xfrm>
            <a:off x="457200" y="49149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4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1pPr>
            <a:lvl2pPr indent="-2286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  <a:defRPr sz="1600"/>
            </a:lvl3pPr>
            <a:lvl4pPr indent="-228600" lvl="3" marL="18288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4pPr>
            <a:lvl5pPr indent="-228600" lvl="4" marL="22860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5pPr>
            <a:lvl6pPr indent="-228600" lvl="5" marL="27432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6pPr>
            <a:lvl7pPr indent="-228600" lvl="6" marL="32004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7pPr>
            <a:lvl8pPr indent="-228600" lvl="7" marL="36576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8pPr>
            <a:lvl9pPr indent="-228600" lvl="8" marL="41148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9pPr>
          </a:lstStyle>
          <a:p/>
        </p:txBody>
      </p:sp>
      <p:sp>
        <p:nvSpPr>
          <p:cNvPr id="152" name="Google Shape;152;p34"/>
          <p:cNvSpPr txBox="1"/>
          <p:nvPr>
            <p:ph idx="11" type="ftr"/>
          </p:nvPr>
        </p:nvSpPr>
        <p:spPr>
          <a:xfrm>
            <a:off x="457200" y="49149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5"/>
          <p:cNvSpPr txBox="1"/>
          <p:nvPr>
            <p:ph idx="11" type="ftr"/>
          </p:nvPr>
        </p:nvSpPr>
        <p:spPr>
          <a:xfrm>
            <a:off x="457200" y="49149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6"/>
          <p:cNvSpPr txBox="1"/>
          <p:nvPr>
            <p:ph type="title"/>
          </p:nvPr>
        </p:nvSpPr>
        <p:spPr>
          <a:xfrm rot="5400000">
            <a:off x="5543550" y="1257300"/>
            <a:ext cx="42291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6"/>
          <p:cNvSpPr txBox="1"/>
          <p:nvPr>
            <p:ph idx="1" type="body"/>
          </p:nvPr>
        </p:nvSpPr>
        <p:spPr>
          <a:xfrm rot="5400000">
            <a:off x="1352550" y="-723900"/>
            <a:ext cx="42291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2575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●"/>
              <a:defRPr/>
            </a:lvl1pPr>
            <a:lvl2pPr indent="-32575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■"/>
              <a:defRPr/>
            </a:lvl2pPr>
            <a:lvl3pPr indent="-325755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○"/>
              <a:defRPr/>
            </a:lvl3pPr>
            <a:lvl4pPr indent="-302894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◆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160" name="Google Shape;160;p36"/>
          <p:cNvSpPr txBox="1"/>
          <p:nvPr>
            <p:ph idx="11" type="ftr"/>
          </p:nvPr>
        </p:nvSpPr>
        <p:spPr>
          <a:xfrm>
            <a:off x="457200" y="49149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7"/>
          <p:cNvSpPr txBox="1"/>
          <p:nvPr>
            <p:ph idx="1" type="body"/>
          </p:nvPr>
        </p:nvSpPr>
        <p:spPr>
          <a:xfrm rot="5400000">
            <a:off x="2943150" y="-1342950"/>
            <a:ext cx="32577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2575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●"/>
              <a:defRPr/>
            </a:lvl1pPr>
            <a:lvl2pPr indent="-32575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■"/>
              <a:defRPr/>
            </a:lvl2pPr>
            <a:lvl3pPr indent="-325755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○"/>
              <a:defRPr/>
            </a:lvl3pPr>
            <a:lvl4pPr indent="-302894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◆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  <p:sp>
        <p:nvSpPr>
          <p:cNvPr id="165" name="Google Shape;165;p37"/>
          <p:cNvSpPr txBox="1"/>
          <p:nvPr>
            <p:ph idx="11" type="ftr"/>
          </p:nvPr>
        </p:nvSpPr>
        <p:spPr>
          <a:xfrm>
            <a:off x="457200" y="49149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8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8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8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190"/>
              <a:buNone/>
              <a:defRPr sz="1400"/>
            </a:lvl1pPr>
            <a:lvl2pPr indent="-228600" lvl="1" marL="9144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indent="-228600" lvl="5" marL="274320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indent="-228600" lvl="6" marL="320040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indent="-228600" lvl="7" marL="365760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indent="-228600" lvl="8" marL="411480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171" name="Google Shape;171;p38"/>
          <p:cNvSpPr txBox="1"/>
          <p:nvPr>
            <p:ph idx="11" type="ftr"/>
          </p:nvPr>
        </p:nvSpPr>
        <p:spPr>
          <a:xfrm>
            <a:off x="457200" y="49149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9"/>
          <p:cNvSpPr txBox="1"/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9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40132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720"/>
              <a:buChar char="●"/>
              <a:defRPr sz="3200"/>
            </a:lvl1pPr>
            <a:lvl2pPr indent="-37973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380"/>
              <a:buChar char="■"/>
              <a:defRPr sz="2800"/>
            </a:lvl2pPr>
            <a:lvl3pPr indent="-358139" lvl="2" marL="1371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  <a:defRPr sz="2400"/>
            </a:lvl3pPr>
            <a:lvl4pPr indent="-31115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◆"/>
              <a:defRPr sz="2000"/>
            </a:lvl4pPr>
            <a:lvl5pPr indent="-355600" lvl="4" marL="2286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5pPr>
            <a:lvl6pPr indent="-355600" lvl="5" marL="2743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6pPr>
            <a:lvl7pPr indent="-355600" lvl="6" marL="3200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7pPr>
            <a:lvl8pPr indent="-355600" lvl="7" marL="3657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8pPr>
            <a:lvl9pPr indent="-355600" lvl="8" marL="4114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9pPr>
          </a:lstStyle>
          <a:p/>
        </p:txBody>
      </p:sp>
      <p:sp>
        <p:nvSpPr>
          <p:cNvPr id="176" name="Google Shape;176;p39"/>
          <p:cNvSpPr txBox="1"/>
          <p:nvPr>
            <p:ph idx="2" type="body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190"/>
              <a:buNone/>
              <a:defRPr sz="1400"/>
            </a:lvl1pPr>
            <a:lvl2pPr indent="-228600" lvl="1" marL="9144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indent="-228600" lvl="5" marL="274320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indent="-228600" lvl="6" marL="320040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indent="-228600" lvl="7" marL="365760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indent="-228600" lvl="8" marL="411480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177" name="Google Shape;177;p39"/>
          <p:cNvSpPr txBox="1"/>
          <p:nvPr>
            <p:ph idx="11" type="ftr"/>
          </p:nvPr>
        </p:nvSpPr>
        <p:spPr>
          <a:xfrm>
            <a:off x="457200" y="49149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40"/>
          <p:cNvSpPr txBox="1"/>
          <p:nvPr>
            <p:ph idx="1" type="body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  <a:defRPr b="1" sz="2400"/>
            </a:lvl1pPr>
            <a:lvl2pPr indent="-228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5pPr>
            <a:lvl6pPr indent="-228600" lvl="5" marL="2743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6pPr>
            <a:lvl7pPr indent="-228600" lvl="6" marL="32004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7pPr>
            <a:lvl8pPr indent="-228600" lvl="7" marL="36576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8pPr>
            <a:lvl9pPr indent="-228600" lvl="8" marL="41148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182" name="Google Shape;182;p40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5814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●"/>
              <a:defRPr sz="2400"/>
            </a:lvl1pPr>
            <a:lvl2pPr indent="-33655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■"/>
              <a:defRPr sz="2000"/>
            </a:lvl2pPr>
            <a:lvl3pPr indent="-325755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○"/>
              <a:defRPr sz="1800"/>
            </a:lvl3pPr>
            <a:lvl4pPr indent="-294639" lvl="3" marL="18288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◆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5pPr>
            <a:lvl6pPr indent="-330200" lvl="5" marL="2743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6pPr>
            <a:lvl7pPr indent="-330200" lvl="6" marL="32004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7pPr>
            <a:lvl8pPr indent="-330200" lvl="7" marL="36576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8pPr>
            <a:lvl9pPr indent="-330200" lvl="8" marL="41148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9pPr>
          </a:lstStyle>
          <a:p/>
        </p:txBody>
      </p:sp>
      <p:sp>
        <p:nvSpPr>
          <p:cNvPr id="183" name="Google Shape;183;p40"/>
          <p:cNvSpPr txBox="1"/>
          <p:nvPr>
            <p:ph idx="3" type="body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  <a:defRPr b="1" sz="2400"/>
            </a:lvl1pPr>
            <a:lvl2pPr indent="-228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5pPr>
            <a:lvl6pPr indent="-228600" lvl="5" marL="2743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6pPr>
            <a:lvl7pPr indent="-228600" lvl="6" marL="32004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7pPr>
            <a:lvl8pPr indent="-228600" lvl="7" marL="36576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8pPr>
            <a:lvl9pPr indent="-228600" lvl="8" marL="41148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184" name="Google Shape;184;p40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5814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●"/>
              <a:defRPr sz="2400"/>
            </a:lvl1pPr>
            <a:lvl2pPr indent="-33655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■"/>
              <a:defRPr sz="2000"/>
            </a:lvl2pPr>
            <a:lvl3pPr indent="-325755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○"/>
              <a:defRPr sz="1800"/>
            </a:lvl3pPr>
            <a:lvl4pPr indent="-294639" lvl="3" marL="18288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◆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5pPr>
            <a:lvl6pPr indent="-330200" lvl="5" marL="2743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6pPr>
            <a:lvl7pPr indent="-330200" lvl="6" marL="32004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7pPr>
            <a:lvl8pPr indent="-330200" lvl="7" marL="36576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8pPr>
            <a:lvl9pPr indent="-330200" lvl="8" marL="41148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9pPr>
          </a:lstStyle>
          <a:p/>
        </p:txBody>
      </p:sp>
      <p:sp>
        <p:nvSpPr>
          <p:cNvPr id="185" name="Google Shape;185;p40"/>
          <p:cNvSpPr txBox="1"/>
          <p:nvPr>
            <p:ph idx="11" type="ftr"/>
          </p:nvPr>
        </p:nvSpPr>
        <p:spPr>
          <a:xfrm>
            <a:off x="457200" y="49149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/>
          <p:nvPr>
            <p:ph idx="11" type="ftr"/>
          </p:nvPr>
        </p:nvSpPr>
        <p:spPr>
          <a:xfrm>
            <a:off x="457200" y="49149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29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29"/>
          <p:cNvSpPr txBox="1"/>
          <p:nvPr>
            <p:ph idx="1" type="body"/>
          </p:nvPr>
        </p:nvSpPr>
        <p:spPr>
          <a:xfrm>
            <a:off x="457200" y="1143000"/>
            <a:ext cx="8229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4013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720"/>
              <a:buFont typeface="Times New Roman"/>
              <a:buChar char="●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7973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380"/>
              <a:buFont typeface="Times New Roman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8139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Times New Roman"/>
              <a:buChar char="○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Char char="◆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6" name="Google Shape;126;p29"/>
          <p:cNvSpPr txBox="1"/>
          <p:nvPr/>
        </p:nvSpPr>
        <p:spPr>
          <a:xfrm>
            <a:off x="0" y="1028700"/>
            <a:ext cx="4572000" cy="57000"/>
          </a:xfrm>
          <a:prstGeom prst="rect">
            <a:avLst/>
          </a:prstGeom>
          <a:gradFill>
            <a:gsLst>
              <a:gs pos="0">
                <a:srgbClr val="FF8200"/>
              </a:gs>
              <a:gs pos="10000">
                <a:srgbClr val="FF0000"/>
              </a:gs>
              <a:gs pos="35000">
                <a:srgbClr val="BA0066"/>
              </a:gs>
              <a:gs pos="70000">
                <a:srgbClr val="66008F"/>
              </a:gs>
              <a:gs pos="100000">
                <a:srgbClr val="00008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9"/>
          <p:cNvSpPr txBox="1"/>
          <p:nvPr/>
        </p:nvSpPr>
        <p:spPr>
          <a:xfrm>
            <a:off x="4572000" y="1028700"/>
            <a:ext cx="4572000" cy="57000"/>
          </a:xfrm>
          <a:prstGeom prst="rect">
            <a:avLst/>
          </a:prstGeom>
          <a:gradFill>
            <a:gsLst>
              <a:gs pos="0">
                <a:srgbClr val="00008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2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3.xml"/><Relationship Id="rId3" Type="http://schemas.openxmlformats.org/officeDocument/2006/relationships/hyperlink" Target="https://www.geeksforgeeks.org/breadth-first-search-or-bfs-for-a-graph/" TargetMode="External"/><Relationship Id="rId4" Type="http://schemas.openxmlformats.org/officeDocument/2006/relationships/hyperlink" Target="https://www.geeksforgeeks.org/applications-of-depth-first-search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1"/>
          <p:cNvSpPr txBox="1"/>
          <p:nvPr/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rgbClr val="FF5722"/>
                </a:solidFill>
                <a:latin typeface="Alfa Slab One"/>
                <a:ea typeface="Alfa Slab One"/>
                <a:cs typeface="Alfa Slab One"/>
                <a:sym typeface="Alfa Slab One"/>
              </a:rPr>
              <a:t>Algorithms</a:t>
            </a:r>
            <a:endParaRPr sz="5400">
              <a:solidFill>
                <a:srgbClr val="FF5722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92" name="Google Shape;192;p41"/>
          <p:cNvSpPr txBox="1"/>
          <p:nvPr/>
        </p:nvSpPr>
        <p:spPr>
          <a:xfrm>
            <a:off x="1978800" y="3899325"/>
            <a:ext cx="518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Prantik Paul [P</a:t>
            </a: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1" i="0" lang="en" sz="17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P]</a:t>
            </a:r>
            <a:endParaRPr b="1" i="0" sz="1700" u="none" cap="none" strike="noStrike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Lecturer</a:t>
            </a:r>
            <a:endParaRPr b="1" i="0" sz="1700" u="none" cap="none" strike="noStrike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Department of Computer Science and Engineering</a:t>
            </a:r>
            <a:endParaRPr b="1" i="0" sz="1700" u="none" cap="none" strike="noStrike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BRAC Unive</a:t>
            </a:r>
            <a:r>
              <a:rPr b="1" i="0" lang="en" sz="16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rsity </a:t>
            </a:r>
            <a:endParaRPr b="1" i="0" sz="1600" u="none" cap="none" strike="noStrike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" sz="1600">
                <a:solidFill>
                  <a:srgbClr val="5B0F00"/>
                </a:solidFill>
                <a:latin typeface="Proxima Nova"/>
                <a:ea typeface="Proxima Nova"/>
                <a:cs typeface="Proxima Nova"/>
                <a:sym typeface="Proxima Nova"/>
              </a:rPr>
              <a:t>Adapted From: Slides by Dr. Md Abul Kashem Mia</a:t>
            </a:r>
            <a:endParaRPr b="1" sz="1600">
              <a:solidFill>
                <a:srgbClr val="5B0F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sz="1600">
              <a:solidFill>
                <a:srgbClr val="5B0F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3" name="Google Shape;193;p41"/>
          <p:cNvSpPr txBox="1"/>
          <p:nvPr>
            <p:ph idx="4294967295" type="subTitle"/>
          </p:nvPr>
        </p:nvSpPr>
        <p:spPr>
          <a:xfrm>
            <a:off x="311700" y="29263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100">
                <a:solidFill>
                  <a:srgbClr val="5B0F00"/>
                </a:solidFill>
              </a:rPr>
              <a:t>Lecture 9</a:t>
            </a:r>
            <a:endParaRPr b="1" sz="2100">
              <a:solidFill>
                <a:srgbClr val="5B0F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100">
                <a:solidFill>
                  <a:srgbClr val="0000FF"/>
                </a:solidFill>
              </a:rPr>
              <a:t>Graph Traversal and Applications</a:t>
            </a:r>
            <a:endParaRPr b="1" sz="2100">
              <a:solidFill>
                <a:srgbClr val="0000FF"/>
              </a:solidFill>
            </a:endParaRPr>
          </a:p>
        </p:txBody>
      </p:sp>
      <p:sp>
        <p:nvSpPr>
          <p:cNvPr id="194" name="Google Shape;19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2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2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2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2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2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2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2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2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42"/>
          <p:cNvCxnSpPr>
            <a:stCxn id="199" idx="3"/>
            <a:endCxn id="204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p42"/>
          <p:cNvCxnSpPr>
            <a:stCxn id="204" idx="3"/>
            <a:endCxn id="200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42"/>
          <p:cNvCxnSpPr>
            <a:stCxn id="199" idx="4"/>
            <a:endCxn id="201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42"/>
          <p:cNvCxnSpPr>
            <a:endCxn id="202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" name="Google Shape;211;p42"/>
          <p:cNvCxnSpPr>
            <a:endCxn id="205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42"/>
          <p:cNvCxnSpPr>
            <a:stCxn id="199" idx="6"/>
            <a:endCxn id="203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42"/>
          <p:cNvCxnSpPr>
            <a:stCxn id="203" idx="5"/>
            <a:endCxn id="206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42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Graph Traversal: We want to visit all nodes</a:t>
            </a:r>
            <a:endParaRPr sz="3200"/>
          </a:p>
        </p:txBody>
      </p:sp>
      <p:sp>
        <p:nvSpPr>
          <p:cNvPr id="215" name="Google Shape;215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3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3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3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3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3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3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3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3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p43"/>
          <p:cNvCxnSpPr>
            <a:stCxn id="220" idx="3"/>
            <a:endCxn id="225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43"/>
          <p:cNvCxnSpPr>
            <a:stCxn id="225" idx="3"/>
            <a:endCxn id="221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43"/>
          <p:cNvCxnSpPr>
            <a:stCxn id="220" idx="4"/>
            <a:endCxn id="222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p43"/>
          <p:cNvCxnSpPr>
            <a:endCxn id="223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43"/>
          <p:cNvCxnSpPr>
            <a:endCxn id="226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43"/>
          <p:cNvCxnSpPr>
            <a:stCxn id="220" idx="6"/>
            <a:endCxn id="224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43"/>
          <p:cNvCxnSpPr>
            <a:stCxn id="224" idx="5"/>
            <a:endCxn id="227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43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Breadth First Search</a:t>
            </a:r>
            <a:endParaRPr sz="3200"/>
          </a:p>
        </p:txBody>
      </p:sp>
      <p:sp>
        <p:nvSpPr>
          <p:cNvPr id="236" name="Google Shape;236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4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4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4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4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4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4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4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4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9" name="Google Shape;249;p44"/>
          <p:cNvCxnSpPr>
            <a:stCxn id="241" idx="3"/>
            <a:endCxn id="246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44"/>
          <p:cNvCxnSpPr>
            <a:stCxn id="246" idx="3"/>
            <a:endCxn id="242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44"/>
          <p:cNvCxnSpPr>
            <a:stCxn id="241" idx="4"/>
            <a:endCxn id="243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44"/>
          <p:cNvCxnSpPr>
            <a:endCxn id="244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44"/>
          <p:cNvCxnSpPr>
            <a:endCxn id="247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44"/>
          <p:cNvCxnSpPr>
            <a:stCxn id="241" idx="6"/>
            <a:endCxn id="245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44"/>
          <p:cNvCxnSpPr>
            <a:stCxn id="245" idx="5"/>
            <a:endCxn id="248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44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Breadth First Search</a:t>
            </a:r>
            <a:endParaRPr sz="3200"/>
          </a:p>
        </p:txBody>
      </p:sp>
      <p:sp>
        <p:nvSpPr>
          <p:cNvPr id="257" name="Google Shape;257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5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5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5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5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5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5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5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5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p45"/>
          <p:cNvCxnSpPr>
            <a:stCxn id="262" idx="3"/>
            <a:endCxn id="267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45"/>
          <p:cNvCxnSpPr>
            <a:stCxn id="267" idx="3"/>
            <a:endCxn id="263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45"/>
          <p:cNvCxnSpPr>
            <a:stCxn id="262" idx="4"/>
            <a:endCxn id="264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45"/>
          <p:cNvCxnSpPr>
            <a:endCxn id="265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45"/>
          <p:cNvCxnSpPr>
            <a:endCxn id="268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45"/>
          <p:cNvCxnSpPr>
            <a:stCxn id="262" idx="6"/>
            <a:endCxn id="266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45"/>
          <p:cNvCxnSpPr>
            <a:stCxn id="266" idx="5"/>
            <a:endCxn id="269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45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Breadth First Search</a:t>
            </a:r>
            <a:endParaRPr sz="3200"/>
          </a:p>
        </p:txBody>
      </p:sp>
      <p:sp>
        <p:nvSpPr>
          <p:cNvPr id="278" name="Google Shape;278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6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6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6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6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6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6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6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" name="Google Shape;291;p46"/>
          <p:cNvCxnSpPr>
            <a:stCxn id="283" idx="3"/>
            <a:endCxn id="288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46"/>
          <p:cNvCxnSpPr>
            <a:stCxn id="288" idx="3"/>
            <a:endCxn id="284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46"/>
          <p:cNvCxnSpPr>
            <a:stCxn id="283" idx="4"/>
            <a:endCxn id="285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46"/>
          <p:cNvCxnSpPr>
            <a:endCxn id="286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46"/>
          <p:cNvCxnSpPr>
            <a:endCxn id="289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46"/>
          <p:cNvCxnSpPr>
            <a:stCxn id="283" idx="6"/>
            <a:endCxn id="287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46"/>
          <p:cNvCxnSpPr>
            <a:stCxn id="287" idx="5"/>
            <a:endCxn id="290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46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Breadth First Search</a:t>
            </a:r>
            <a:endParaRPr sz="3200"/>
          </a:p>
        </p:txBody>
      </p:sp>
      <p:sp>
        <p:nvSpPr>
          <p:cNvPr id="299" name="Google Shape;299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7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7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7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7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7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7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7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7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" name="Google Shape;312;p47"/>
          <p:cNvCxnSpPr>
            <a:stCxn id="304" idx="3"/>
            <a:endCxn id="309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47"/>
          <p:cNvCxnSpPr>
            <a:stCxn id="309" idx="3"/>
            <a:endCxn id="305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47"/>
          <p:cNvCxnSpPr>
            <a:stCxn id="304" idx="4"/>
            <a:endCxn id="306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47"/>
          <p:cNvCxnSpPr>
            <a:endCxn id="307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47"/>
          <p:cNvCxnSpPr>
            <a:endCxn id="310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47"/>
          <p:cNvCxnSpPr>
            <a:stCxn id="304" idx="6"/>
            <a:endCxn id="308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47"/>
          <p:cNvCxnSpPr>
            <a:stCxn id="308" idx="5"/>
            <a:endCxn id="311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47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Breadth First Search</a:t>
            </a:r>
            <a:endParaRPr sz="3200"/>
          </a:p>
        </p:txBody>
      </p:sp>
      <p:sp>
        <p:nvSpPr>
          <p:cNvPr id="320" name="Google Shape;320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8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8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8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8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8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8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8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8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" name="Google Shape;333;p48"/>
          <p:cNvCxnSpPr>
            <a:stCxn id="325" idx="3"/>
            <a:endCxn id="330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48"/>
          <p:cNvCxnSpPr>
            <a:stCxn id="330" idx="3"/>
            <a:endCxn id="326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48"/>
          <p:cNvCxnSpPr>
            <a:stCxn id="325" idx="4"/>
            <a:endCxn id="327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48"/>
          <p:cNvCxnSpPr>
            <a:endCxn id="328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48"/>
          <p:cNvCxnSpPr>
            <a:endCxn id="331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48"/>
          <p:cNvCxnSpPr>
            <a:stCxn id="325" idx="6"/>
            <a:endCxn id="329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48"/>
          <p:cNvCxnSpPr>
            <a:stCxn id="329" idx="5"/>
            <a:endCxn id="332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48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341" name="Google Shape;341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9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9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9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9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9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9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9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9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49"/>
          <p:cNvCxnSpPr>
            <a:stCxn id="346" idx="3"/>
            <a:endCxn id="351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p49"/>
          <p:cNvCxnSpPr>
            <a:stCxn id="351" idx="3"/>
            <a:endCxn id="347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49"/>
          <p:cNvCxnSpPr>
            <a:stCxn id="346" idx="4"/>
            <a:endCxn id="348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49"/>
          <p:cNvCxnSpPr>
            <a:endCxn id="349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49"/>
          <p:cNvCxnSpPr>
            <a:endCxn id="352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49"/>
          <p:cNvCxnSpPr>
            <a:stCxn id="346" idx="6"/>
            <a:endCxn id="350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49"/>
          <p:cNvCxnSpPr>
            <a:stCxn id="350" idx="5"/>
            <a:endCxn id="353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49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362" name="Google Shape;362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0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0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50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50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50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0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0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0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5" name="Google Shape;375;p50"/>
          <p:cNvCxnSpPr>
            <a:stCxn id="367" idx="3"/>
            <a:endCxn id="372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50"/>
          <p:cNvCxnSpPr>
            <a:stCxn id="372" idx="3"/>
            <a:endCxn id="368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50"/>
          <p:cNvCxnSpPr>
            <a:stCxn id="367" idx="4"/>
            <a:endCxn id="369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50"/>
          <p:cNvCxnSpPr>
            <a:endCxn id="370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50"/>
          <p:cNvCxnSpPr>
            <a:endCxn id="373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p50"/>
          <p:cNvCxnSpPr>
            <a:stCxn id="367" idx="6"/>
            <a:endCxn id="371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" name="Google Shape;381;p50"/>
          <p:cNvCxnSpPr>
            <a:stCxn id="371" idx="5"/>
            <a:endCxn id="374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2" name="Google Shape;382;p50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383" name="Google Shape;383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1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51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51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51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1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51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1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1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p51"/>
          <p:cNvCxnSpPr>
            <a:stCxn id="388" idx="3"/>
            <a:endCxn id="393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" name="Google Shape;397;p51"/>
          <p:cNvCxnSpPr>
            <a:stCxn id="393" idx="3"/>
            <a:endCxn id="389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51"/>
          <p:cNvCxnSpPr>
            <a:stCxn id="388" idx="4"/>
            <a:endCxn id="390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51"/>
          <p:cNvCxnSpPr>
            <a:endCxn id="391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51"/>
          <p:cNvCxnSpPr>
            <a:endCxn id="394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51"/>
          <p:cNvCxnSpPr>
            <a:stCxn id="388" idx="6"/>
            <a:endCxn id="392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51"/>
          <p:cNvCxnSpPr>
            <a:stCxn id="392" idx="5"/>
            <a:endCxn id="395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51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404" name="Google Shape;404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2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2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52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52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52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52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52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52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7" name="Google Shape;417;p52"/>
          <p:cNvCxnSpPr>
            <a:stCxn id="409" idx="3"/>
            <a:endCxn id="414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p52"/>
          <p:cNvCxnSpPr>
            <a:stCxn id="414" idx="3"/>
            <a:endCxn id="410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" name="Google Shape;419;p52"/>
          <p:cNvCxnSpPr>
            <a:stCxn id="409" idx="4"/>
            <a:endCxn id="411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0" name="Google Shape;420;p52"/>
          <p:cNvCxnSpPr>
            <a:endCxn id="412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p52"/>
          <p:cNvCxnSpPr>
            <a:endCxn id="415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52"/>
          <p:cNvCxnSpPr>
            <a:stCxn id="409" idx="6"/>
            <a:endCxn id="413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" name="Google Shape;423;p52"/>
          <p:cNvCxnSpPr>
            <a:stCxn id="413" idx="5"/>
            <a:endCxn id="416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4" name="Google Shape;424;p52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425" name="Google Shape;425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3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3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53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53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53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53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53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53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8" name="Google Shape;438;p53"/>
          <p:cNvCxnSpPr>
            <a:stCxn id="430" idx="3"/>
            <a:endCxn id="435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" name="Google Shape;439;p53"/>
          <p:cNvCxnSpPr>
            <a:stCxn id="435" idx="3"/>
            <a:endCxn id="431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53"/>
          <p:cNvCxnSpPr>
            <a:stCxn id="430" idx="4"/>
            <a:endCxn id="432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53"/>
          <p:cNvCxnSpPr>
            <a:endCxn id="433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53"/>
          <p:cNvCxnSpPr>
            <a:endCxn id="436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3" name="Google Shape;443;p53"/>
          <p:cNvCxnSpPr>
            <a:stCxn id="430" idx="6"/>
            <a:endCxn id="434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" name="Google Shape;444;p53"/>
          <p:cNvCxnSpPr>
            <a:stCxn id="434" idx="5"/>
            <a:endCxn id="437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5" name="Google Shape;445;p53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446" name="Google Shape;446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4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54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54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54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54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54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54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54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9" name="Google Shape;459;p54"/>
          <p:cNvCxnSpPr>
            <a:stCxn id="451" idx="3"/>
            <a:endCxn id="456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" name="Google Shape;460;p54"/>
          <p:cNvCxnSpPr>
            <a:stCxn id="456" idx="3"/>
            <a:endCxn id="452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" name="Google Shape;461;p54"/>
          <p:cNvCxnSpPr>
            <a:stCxn id="451" idx="4"/>
            <a:endCxn id="453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p54"/>
          <p:cNvCxnSpPr>
            <a:endCxn id="454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p54"/>
          <p:cNvCxnSpPr>
            <a:endCxn id="457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p54"/>
          <p:cNvCxnSpPr>
            <a:stCxn id="451" idx="6"/>
            <a:endCxn id="455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p54"/>
          <p:cNvCxnSpPr>
            <a:stCxn id="455" idx="5"/>
            <a:endCxn id="458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6" name="Google Shape;466;p54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467" name="Google Shape;467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5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55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55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55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55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55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55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55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0" name="Google Shape;480;p55"/>
          <p:cNvCxnSpPr>
            <a:stCxn id="472" idx="3"/>
            <a:endCxn id="477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1" name="Google Shape;481;p55"/>
          <p:cNvCxnSpPr>
            <a:stCxn id="477" idx="3"/>
            <a:endCxn id="473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2" name="Google Shape;482;p55"/>
          <p:cNvCxnSpPr>
            <a:stCxn id="472" idx="4"/>
            <a:endCxn id="474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3" name="Google Shape;483;p55"/>
          <p:cNvCxnSpPr>
            <a:endCxn id="475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4" name="Google Shape;484;p55"/>
          <p:cNvCxnSpPr>
            <a:endCxn id="478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5" name="Google Shape;485;p55"/>
          <p:cNvCxnSpPr>
            <a:stCxn id="472" idx="6"/>
            <a:endCxn id="476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6" name="Google Shape;486;p55"/>
          <p:cNvCxnSpPr>
            <a:stCxn id="476" idx="5"/>
            <a:endCxn id="479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7" name="Google Shape;487;p55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488" name="Google Shape;488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6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56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56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56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56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6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56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56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1" name="Google Shape;501;p56"/>
          <p:cNvCxnSpPr>
            <a:stCxn id="493" idx="3"/>
            <a:endCxn id="498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p56"/>
          <p:cNvCxnSpPr>
            <a:stCxn id="498" idx="3"/>
            <a:endCxn id="494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p56"/>
          <p:cNvCxnSpPr>
            <a:stCxn id="493" idx="4"/>
            <a:endCxn id="495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4" name="Google Shape;504;p56"/>
          <p:cNvCxnSpPr>
            <a:endCxn id="496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5" name="Google Shape;505;p56"/>
          <p:cNvCxnSpPr>
            <a:endCxn id="499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6" name="Google Shape;506;p56"/>
          <p:cNvCxnSpPr>
            <a:stCxn id="493" idx="6"/>
            <a:endCxn id="497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7" name="Google Shape;507;p56"/>
          <p:cNvCxnSpPr>
            <a:stCxn id="497" idx="5"/>
            <a:endCxn id="500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8" name="Google Shape;508;p56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509" name="Google Shape;509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7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57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57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57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57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57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57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57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2" name="Google Shape;522;p57"/>
          <p:cNvCxnSpPr>
            <a:stCxn id="514" idx="3"/>
            <a:endCxn id="519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3" name="Google Shape;523;p57"/>
          <p:cNvCxnSpPr>
            <a:stCxn id="519" idx="3"/>
            <a:endCxn id="515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4" name="Google Shape;524;p57"/>
          <p:cNvCxnSpPr>
            <a:stCxn id="514" idx="4"/>
            <a:endCxn id="516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5" name="Google Shape;525;p57"/>
          <p:cNvCxnSpPr>
            <a:endCxn id="517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6" name="Google Shape;526;p57"/>
          <p:cNvCxnSpPr>
            <a:endCxn id="520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7" name="Google Shape;527;p57"/>
          <p:cNvCxnSpPr>
            <a:stCxn id="514" idx="6"/>
            <a:endCxn id="518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8" name="Google Shape;528;p57"/>
          <p:cNvCxnSpPr>
            <a:stCxn id="518" idx="5"/>
            <a:endCxn id="521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9" name="Google Shape;529;p57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530" name="Google Shape;530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8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58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58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58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58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58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8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58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3" name="Google Shape;543;p58"/>
          <p:cNvCxnSpPr>
            <a:stCxn id="535" idx="3"/>
            <a:endCxn id="540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4" name="Google Shape;544;p58"/>
          <p:cNvCxnSpPr>
            <a:stCxn id="540" idx="3"/>
            <a:endCxn id="536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5" name="Google Shape;545;p58"/>
          <p:cNvCxnSpPr>
            <a:stCxn id="535" idx="4"/>
            <a:endCxn id="537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6" name="Google Shape;546;p58"/>
          <p:cNvCxnSpPr>
            <a:endCxn id="538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7" name="Google Shape;547;p58"/>
          <p:cNvCxnSpPr>
            <a:endCxn id="541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8" name="Google Shape;548;p58"/>
          <p:cNvCxnSpPr>
            <a:stCxn id="535" idx="6"/>
            <a:endCxn id="539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9" name="Google Shape;549;p58"/>
          <p:cNvCxnSpPr>
            <a:stCxn id="539" idx="5"/>
            <a:endCxn id="542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0" name="Google Shape;550;p58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551" name="Google Shape;551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9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59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9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9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59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59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9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9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4" name="Google Shape;564;p59"/>
          <p:cNvCxnSpPr>
            <a:stCxn id="556" idx="3"/>
            <a:endCxn id="561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5" name="Google Shape;565;p59"/>
          <p:cNvCxnSpPr>
            <a:stCxn id="561" idx="3"/>
            <a:endCxn id="557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6" name="Google Shape;566;p59"/>
          <p:cNvCxnSpPr>
            <a:stCxn id="556" idx="4"/>
            <a:endCxn id="558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59"/>
          <p:cNvCxnSpPr>
            <a:endCxn id="559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8" name="Google Shape;568;p59"/>
          <p:cNvCxnSpPr>
            <a:endCxn id="562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9" name="Google Shape;569;p59"/>
          <p:cNvCxnSpPr>
            <a:stCxn id="556" idx="6"/>
            <a:endCxn id="560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0" name="Google Shape;570;p59"/>
          <p:cNvCxnSpPr>
            <a:stCxn id="560" idx="5"/>
            <a:endCxn id="563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1" name="Google Shape;571;p59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572" name="Google Shape;572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0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60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60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60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60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60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60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60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5" name="Google Shape;585;p60"/>
          <p:cNvCxnSpPr>
            <a:stCxn id="577" idx="3"/>
            <a:endCxn id="582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6" name="Google Shape;586;p60"/>
          <p:cNvCxnSpPr>
            <a:stCxn id="582" idx="3"/>
            <a:endCxn id="578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7" name="Google Shape;587;p60"/>
          <p:cNvCxnSpPr>
            <a:stCxn id="577" idx="4"/>
            <a:endCxn id="579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8" name="Google Shape;588;p60"/>
          <p:cNvCxnSpPr>
            <a:endCxn id="580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9" name="Google Shape;589;p60"/>
          <p:cNvCxnSpPr>
            <a:endCxn id="583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0" name="Google Shape;590;p60"/>
          <p:cNvCxnSpPr>
            <a:stCxn id="577" idx="6"/>
            <a:endCxn id="581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1" name="Google Shape;591;p60"/>
          <p:cNvCxnSpPr>
            <a:stCxn id="581" idx="5"/>
            <a:endCxn id="584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2" name="Google Shape;592;p60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593" name="Google Shape;593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1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61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61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61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61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61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61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61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6" name="Google Shape;606;p61"/>
          <p:cNvCxnSpPr>
            <a:stCxn id="598" idx="3"/>
            <a:endCxn id="603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p61"/>
          <p:cNvCxnSpPr>
            <a:stCxn id="603" idx="3"/>
            <a:endCxn id="599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61"/>
          <p:cNvCxnSpPr>
            <a:stCxn id="598" idx="4"/>
            <a:endCxn id="600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61"/>
          <p:cNvCxnSpPr>
            <a:endCxn id="601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61"/>
          <p:cNvCxnSpPr>
            <a:endCxn id="604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61"/>
          <p:cNvCxnSpPr>
            <a:stCxn id="598" idx="6"/>
            <a:endCxn id="602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2" name="Google Shape;612;p61"/>
          <p:cNvCxnSpPr>
            <a:stCxn id="602" idx="5"/>
            <a:endCxn id="605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3" name="Google Shape;613;p61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614" name="Google Shape;614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2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62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62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62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62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62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62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62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7" name="Google Shape;627;p62"/>
          <p:cNvCxnSpPr>
            <a:stCxn id="619" idx="3"/>
            <a:endCxn id="624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p62"/>
          <p:cNvCxnSpPr>
            <a:stCxn id="624" idx="3"/>
            <a:endCxn id="620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9" name="Google Shape;629;p62"/>
          <p:cNvCxnSpPr>
            <a:stCxn id="619" idx="4"/>
            <a:endCxn id="621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0" name="Google Shape;630;p62"/>
          <p:cNvCxnSpPr>
            <a:endCxn id="622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1" name="Google Shape;631;p62"/>
          <p:cNvCxnSpPr>
            <a:endCxn id="625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2" name="Google Shape;632;p62"/>
          <p:cNvCxnSpPr>
            <a:stCxn id="619" idx="6"/>
            <a:endCxn id="623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3" name="Google Shape;633;p62"/>
          <p:cNvCxnSpPr>
            <a:stCxn id="623" idx="5"/>
            <a:endCxn id="626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4" name="Google Shape;634;p62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635" name="Google Shape;635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3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63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63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63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63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63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63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63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8" name="Google Shape;648;p63"/>
          <p:cNvCxnSpPr>
            <a:stCxn id="640" idx="3"/>
            <a:endCxn id="645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9" name="Google Shape;649;p63"/>
          <p:cNvCxnSpPr>
            <a:stCxn id="645" idx="3"/>
            <a:endCxn id="641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0" name="Google Shape;650;p63"/>
          <p:cNvCxnSpPr>
            <a:stCxn id="640" idx="4"/>
            <a:endCxn id="642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1" name="Google Shape;651;p63"/>
          <p:cNvCxnSpPr>
            <a:endCxn id="643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2" name="Google Shape;652;p63"/>
          <p:cNvCxnSpPr>
            <a:endCxn id="646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63"/>
          <p:cNvCxnSpPr>
            <a:stCxn id="640" idx="6"/>
            <a:endCxn id="644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63"/>
          <p:cNvCxnSpPr>
            <a:stCxn id="644" idx="5"/>
            <a:endCxn id="647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5" name="Google Shape;655;p63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656" name="Google Shape;656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4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64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64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64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64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64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64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64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9" name="Google Shape;669;p64"/>
          <p:cNvCxnSpPr>
            <a:stCxn id="661" idx="3"/>
            <a:endCxn id="666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0" name="Google Shape;670;p64"/>
          <p:cNvCxnSpPr>
            <a:stCxn id="666" idx="3"/>
            <a:endCxn id="662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1" name="Google Shape;671;p64"/>
          <p:cNvCxnSpPr>
            <a:stCxn id="661" idx="4"/>
            <a:endCxn id="663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2" name="Google Shape;672;p64"/>
          <p:cNvCxnSpPr>
            <a:endCxn id="664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3" name="Google Shape;673;p64"/>
          <p:cNvCxnSpPr>
            <a:endCxn id="667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4" name="Google Shape;674;p64"/>
          <p:cNvCxnSpPr>
            <a:stCxn id="661" idx="6"/>
            <a:endCxn id="665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5" name="Google Shape;675;p64"/>
          <p:cNvCxnSpPr>
            <a:stCxn id="665" idx="5"/>
            <a:endCxn id="668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6" name="Google Shape;676;p64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677" name="Google Shape;677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65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Breadth-First Search: C</a:t>
            </a:r>
            <a:r>
              <a:rPr lang="en"/>
              <a:t>olors</a:t>
            </a:r>
            <a:endParaRPr/>
          </a:p>
        </p:txBody>
      </p:sp>
      <p:sp>
        <p:nvSpPr>
          <p:cNvPr id="683" name="Google Shape;683;p65"/>
          <p:cNvSpPr txBox="1"/>
          <p:nvPr>
            <p:ph idx="1" type="body"/>
          </p:nvPr>
        </p:nvSpPr>
        <p:spPr>
          <a:xfrm>
            <a:off x="457200" y="1143000"/>
            <a:ext cx="8229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500"/>
          </a:p>
          <a:p>
            <a:pPr indent="-24130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Times New Roman"/>
              <a:buChar char="■"/>
            </a:pPr>
            <a:r>
              <a:rPr b="0" i="0" lang="en" sz="21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White vertices </a:t>
            </a:r>
            <a:r>
              <a:rPr lang="en" sz="2100"/>
              <a:t>- Unvisited</a:t>
            </a:r>
            <a:endParaRPr sz="2100"/>
          </a:p>
          <a:p>
            <a:pPr indent="0" lvl="0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100"/>
          </a:p>
          <a:p>
            <a:pPr indent="-24130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Times New Roman"/>
              <a:buChar char="■"/>
            </a:pPr>
            <a:r>
              <a:rPr b="0" i="0" lang="en" sz="21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Grey vertices </a:t>
            </a:r>
            <a:r>
              <a:rPr lang="en" sz="2100"/>
              <a:t>- Visited </a:t>
            </a:r>
            <a:r>
              <a:rPr b="0" i="0" lang="en" sz="21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not fully explored</a:t>
            </a:r>
            <a:endParaRPr b="0" i="0" sz="21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100"/>
          </a:p>
          <a:p>
            <a:pPr indent="-24130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Times New Roman"/>
              <a:buChar char="■"/>
            </a:pPr>
            <a:r>
              <a:rPr b="0" i="0" lang="en" sz="21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Black vertices </a:t>
            </a:r>
            <a:r>
              <a:rPr lang="en" sz="2100"/>
              <a:t>- Visited </a:t>
            </a:r>
            <a:r>
              <a:rPr b="0" i="0" lang="en" sz="21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fully explored</a:t>
            </a:r>
            <a:endParaRPr sz="2500"/>
          </a:p>
        </p:txBody>
      </p:sp>
      <p:sp>
        <p:nvSpPr>
          <p:cNvPr id="684" name="Google Shape;684;p65"/>
          <p:cNvSpPr/>
          <p:nvPr/>
        </p:nvSpPr>
        <p:spPr>
          <a:xfrm>
            <a:off x="6701275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65"/>
          <p:cNvSpPr/>
          <p:nvPr/>
        </p:nvSpPr>
        <p:spPr>
          <a:xfrm>
            <a:off x="6701275" y="12648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65"/>
          <p:cNvSpPr/>
          <p:nvPr/>
        </p:nvSpPr>
        <p:spPr>
          <a:xfrm>
            <a:off x="6701275" y="2252850"/>
            <a:ext cx="658500" cy="637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66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Properties of Vertex</a:t>
            </a:r>
            <a:endParaRPr/>
          </a:p>
        </p:txBody>
      </p:sp>
      <p:sp>
        <p:nvSpPr>
          <p:cNvPr id="693" name="Google Shape;693;p66"/>
          <p:cNvSpPr txBox="1"/>
          <p:nvPr>
            <p:ph idx="1" type="body"/>
          </p:nvPr>
        </p:nvSpPr>
        <p:spPr>
          <a:xfrm>
            <a:off x="457200" y="1143000"/>
            <a:ext cx="8229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class Vertex: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def __init__(self, key):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self.key = key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self.color = 'WHITE'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self.d = float('inf')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self.p = None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sp>
        <p:nvSpPr>
          <p:cNvPr id="694" name="Google Shape;694;p66"/>
          <p:cNvSpPr/>
          <p:nvPr/>
        </p:nvSpPr>
        <p:spPr>
          <a:xfrm>
            <a:off x="5590250" y="2087750"/>
            <a:ext cx="587400" cy="5457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5" name="Google Shape;695;p66"/>
          <p:cNvCxnSpPr/>
          <p:nvPr/>
        </p:nvCxnSpPr>
        <p:spPr>
          <a:xfrm flipH="1" rot="10800000">
            <a:off x="4423400" y="2540975"/>
            <a:ext cx="761400" cy="1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6" name="Google Shape;696;p66"/>
          <p:cNvCxnSpPr/>
          <p:nvPr/>
        </p:nvCxnSpPr>
        <p:spPr>
          <a:xfrm>
            <a:off x="4948050" y="3014100"/>
            <a:ext cx="483600" cy="20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7" name="Google Shape;697;p66"/>
          <p:cNvCxnSpPr/>
          <p:nvPr/>
        </p:nvCxnSpPr>
        <p:spPr>
          <a:xfrm flipH="1" rot="10800000">
            <a:off x="4572000" y="3567775"/>
            <a:ext cx="761400" cy="1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8" name="Google Shape;698;p66"/>
          <p:cNvSpPr/>
          <p:nvPr/>
        </p:nvSpPr>
        <p:spPr>
          <a:xfrm>
            <a:off x="6377779" y="2087750"/>
            <a:ext cx="587400" cy="5457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66"/>
          <p:cNvSpPr/>
          <p:nvPr/>
        </p:nvSpPr>
        <p:spPr>
          <a:xfrm>
            <a:off x="7220373" y="2087750"/>
            <a:ext cx="587400" cy="5457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DHK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66"/>
          <p:cNvSpPr/>
          <p:nvPr/>
        </p:nvSpPr>
        <p:spPr>
          <a:xfrm>
            <a:off x="5670650" y="2751600"/>
            <a:ext cx="587400" cy="5457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66"/>
          <p:cNvSpPr/>
          <p:nvPr/>
        </p:nvSpPr>
        <p:spPr>
          <a:xfrm>
            <a:off x="6458179" y="2751600"/>
            <a:ext cx="587400" cy="5457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66"/>
          <p:cNvSpPr/>
          <p:nvPr/>
        </p:nvSpPr>
        <p:spPr>
          <a:xfrm>
            <a:off x="7300773" y="2751600"/>
            <a:ext cx="587400" cy="545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66"/>
          <p:cNvSpPr/>
          <p:nvPr/>
        </p:nvSpPr>
        <p:spPr>
          <a:xfrm>
            <a:off x="5493875" y="3415450"/>
            <a:ext cx="587400" cy="5457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8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rgbClr val="0000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66"/>
          <p:cNvSpPr/>
          <p:nvPr/>
        </p:nvSpPr>
        <p:spPr>
          <a:xfrm>
            <a:off x="6458175" y="3415450"/>
            <a:ext cx="587400" cy="5457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8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000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66"/>
          <p:cNvSpPr/>
          <p:nvPr/>
        </p:nvSpPr>
        <p:spPr>
          <a:xfrm>
            <a:off x="7422475" y="3415450"/>
            <a:ext cx="587400" cy="5457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8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000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6" name="Google Shape;706;p66"/>
          <p:cNvCxnSpPr>
            <a:endCxn id="704" idx="2"/>
          </p:cNvCxnSpPr>
          <p:nvPr/>
        </p:nvCxnSpPr>
        <p:spPr>
          <a:xfrm>
            <a:off x="6081375" y="3688300"/>
            <a:ext cx="376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7" name="Google Shape;707;p66"/>
          <p:cNvCxnSpPr/>
          <p:nvPr/>
        </p:nvCxnSpPr>
        <p:spPr>
          <a:xfrm>
            <a:off x="7045575" y="3688300"/>
            <a:ext cx="376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8" name="Google Shape;708;p66"/>
          <p:cNvSpPr txBox="1"/>
          <p:nvPr/>
        </p:nvSpPr>
        <p:spPr>
          <a:xfrm>
            <a:off x="4639425" y="4114800"/>
            <a:ext cx="32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9" name="Google Shape;709;p66"/>
          <p:cNvSpPr txBox="1"/>
          <p:nvPr/>
        </p:nvSpPr>
        <p:spPr>
          <a:xfrm>
            <a:off x="4402825" y="4186800"/>
            <a:ext cx="3189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store the parent node here. For example, the parent of 2 is 1. So for the node of 2, we will store the node of 1 here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10" name="Google Shape;710;p66"/>
          <p:cNvCxnSpPr>
            <a:endCxn id="709" idx="1"/>
          </p:cNvCxnSpPr>
          <p:nvPr/>
        </p:nvCxnSpPr>
        <p:spPr>
          <a:xfrm>
            <a:off x="3641425" y="4196850"/>
            <a:ext cx="761400" cy="51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1" name="Google Shape;711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7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Breadth-First Search</a:t>
            </a:r>
            <a:endParaRPr/>
          </a:p>
        </p:txBody>
      </p:sp>
      <p:sp>
        <p:nvSpPr>
          <p:cNvPr id="717" name="Google Shape;717;p67"/>
          <p:cNvSpPr txBox="1"/>
          <p:nvPr>
            <p:ph idx="1" type="body"/>
          </p:nvPr>
        </p:nvSpPr>
        <p:spPr>
          <a:xfrm>
            <a:off x="457200" y="1143000"/>
            <a:ext cx="8229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BFS(G, s) {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initialize vertices;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Q = {s};		</a:t>
            </a:r>
            <a:r>
              <a:rPr b="1" i="1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Q is a queue (duh); initialize to s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while (Q not empty) {    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u = RemoveTop(Q);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each v ∈ u-&gt;adj {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(v-&gt;color == WHITE)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v-&gt;color = GREY;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v-&gt;d = u-&gt;d + 1;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v-&gt;p = u;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Enqueue(Q, v);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u-&gt;color = BLACK;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800"/>
          </a:p>
        </p:txBody>
      </p:sp>
      <p:sp>
        <p:nvSpPr>
          <p:cNvPr id="718" name="Google Shape;718;p67"/>
          <p:cNvSpPr txBox="1"/>
          <p:nvPr/>
        </p:nvSpPr>
        <p:spPr>
          <a:xfrm>
            <a:off x="5076825" y="3610056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does </a:t>
            </a:r>
            <a:r>
              <a:rPr b="1" i="0" lang="en" sz="18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v-&gt;p </a:t>
            </a:r>
            <a:r>
              <a:rPr b="1" i="1" lang="en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represent?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67"/>
          <p:cNvSpPr txBox="1"/>
          <p:nvPr/>
        </p:nvSpPr>
        <p:spPr>
          <a:xfrm>
            <a:off x="5076825" y="3240746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does </a:t>
            </a:r>
            <a:r>
              <a:rPr b="1" i="0" lang="en" sz="18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v-&gt;d </a:t>
            </a:r>
            <a:r>
              <a:rPr b="1" i="1" lang="en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represent?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68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Breadth-First Search: Example</a:t>
            </a:r>
            <a:endParaRPr/>
          </a:p>
        </p:txBody>
      </p:sp>
      <p:sp>
        <p:nvSpPr>
          <p:cNvPr id="726" name="Google Shape;726;p68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68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68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68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68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68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68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68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68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68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68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68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68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68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68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68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2" name="Google Shape;742;p68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3" name="Google Shape;743;p68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4" name="Google Shape;744;p68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5" name="Google Shape;745;p68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6" name="Google Shape;746;p68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7" name="Google Shape;747;p68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8" name="Google Shape;748;p68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9" name="Google Shape;749;p68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0" name="Google Shape;750;p68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51" name="Google Shape;751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9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Breadth-First Search: Example</a:t>
            </a:r>
            <a:endParaRPr/>
          </a:p>
        </p:txBody>
      </p:sp>
      <p:sp>
        <p:nvSpPr>
          <p:cNvPr id="757" name="Google Shape;757;p69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69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69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69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69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69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69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69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69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69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69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69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69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69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69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69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3" name="Google Shape;773;p69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4" name="Google Shape;774;p69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5" name="Google Shape;775;p69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6" name="Google Shape;776;p69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7" name="Google Shape;777;p69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8" name="Google Shape;778;p69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9" name="Google Shape;779;p69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0" name="Google Shape;780;p69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1" name="Google Shape;781;p69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2" name="Google Shape;782;p69"/>
          <p:cNvSpPr txBox="1"/>
          <p:nvPr/>
        </p:nvSpPr>
        <p:spPr>
          <a:xfrm>
            <a:off x="25146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69"/>
          <p:cNvSpPr txBox="1"/>
          <p:nvPr/>
        </p:nvSpPr>
        <p:spPr>
          <a:xfrm>
            <a:off x="1828800" y="41719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1" lang="e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70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Breadth-First Search: Example</a:t>
            </a:r>
            <a:endParaRPr/>
          </a:p>
        </p:txBody>
      </p:sp>
      <p:sp>
        <p:nvSpPr>
          <p:cNvPr id="790" name="Google Shape;790;p70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70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70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70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70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70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70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70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70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0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70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70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70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70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70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5" name="Google Shape;805;p70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6" name="Google Shape;806;p70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7" name="Google Shape;807;p70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8" name="Google Shape;808;p70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9" name="Google Shape;809;p70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0" name="Google Shape;810;p70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1" name="Google Shape;811;p70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2" name="Google Shape;812;p70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3" name="Google Shape;813;p70"/>
          <p:cNvSpPr txBox="1"/>
          <p:nvPr/>
        </p:nvSpPr>
        <p:spPr>
          <a:xfrm>
            <a:off x="25146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70"/>
          <p:cNvSpPr txBox="1"/>
          <p:nvPr/>
        </p:nvSpPr>
        <p:spPr>
          <a:xfrm>
            <a:off x="1828800" y="41719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1" lang="e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70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6" name="Google Shape;816;p70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7" name="Google Shape;817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1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Breadth-First Search: Example</a:t>
            </a:r>
            <a:endParaRPr/>
          </a:p>
        </p:txBody>
      </p:sp>
      <p:sp>
        <p:nvSpPr>
          <p:cNvPr id="823" name="Google Shape;823;p71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71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71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4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6" name="Google Shape;826;p71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71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71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71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71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71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71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71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71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71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71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71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71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9" name="Google Shape;839;p71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0" name="Google Shape;840;p71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1" name="Google Shape;841;p71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2" name="Google Shape;842;p71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3" name="Google Shape;843;p71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4" name="Google Shape;844;p71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5" name="Google Shape;845;p71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6" name="Google Shape;846;p71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7" name="Google Shape;847;p71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8" name="Google Shape;848;p71"/>
          <p:cNvSpPr txBox="1"/>
          <p:nvPr/>
        </p:nvSpPr>
        <p:spPr>
          <a:xfrm>
            <a:off x="25146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71"/>
          <p:cNvSpPr txBox="1"/>
          <p:nvPr/>
        </p:nvSpPr>
        <p:spPr>
          <a:xfrm>
            <a:off x="1828800" y="41719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1" lang="e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71"/>
          <p:cNvSpPr txBox="1"/>
          <p:nvPr/>
        </p:nvSpPr>
        <p:spPr>
          <a:xfrm>
            <a:off x="32004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2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Breadth-First Search: Example</a:t>
            </a:r>
            <a:endParaRPr/>
          </a:p>
        </p:txBody>
      </p:sp>
      <p:sp>
        <p:nvSpPr>
          <p:cNvPr id="857" name="Google Shape;857;p72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72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72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72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72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72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72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72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72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72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72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72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72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72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72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72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3" name="Google Shape;873;p72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4" name="Google Shape;874;p72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5" name="Google Shape;875;p72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6" name="Google Shape;876;p72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7" name="Google Shape;877;p72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8" name="Google Shape;878;p72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9" name="Google Shape;879;p72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0" name="Google Shape;880;p72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1" name="Google Shape;881;p72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2" name="Google Shape;882;p72"/>
          <p:cNvSpPr txBox="1"/>
          <p:nvPr/>
        </p:nvSpPr>
        <p:spPr>
          <a:xfrm>
            <a:off x="25146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72"/>
          <p:cNvSpPr txBox="1"/>
          <p:nvPr/>
        </p:nvSpPr>
        <p:spPr>
          <a:xfrm>
            <a:off x="1828800" y="41719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1" lang="e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72"/>
          <p:cNvSpPr txBox="1"/>
          <p:nvPr/>
        </p:nvSpPr>
        <p:spPr>
          <a:xfrm>
            <a:off x="32004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3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Breadth-First Search: Example</a:t>
            </a:r>
            <a:endParaRPr/>
          </a:p>
        </p:txBody>
      </p:sp>
      <p:sp>
        <p:nvSpPr>
          <p:cNvPr id="891" name="Google Shape;891;p73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73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73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73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73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73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73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73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73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73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73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73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73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73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73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73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7" name="Google Shape;907;p73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8" name="Google Shape;908;p73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9" name="Google Shape;909;p73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0" name="Google Shape;910;p73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1" name="Google Shape;911;p73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2" name="Google Shape;912;p73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3" name="Google Shape;913;p73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4" name="Google Shape;914;p73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5" name="Google Shape;915;p73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6" name="Google Shape;916;p73"/>
          <p:cNvSpPr txBox="1"/>
          <p:nvPr/>
        </p:nvSpPr>
        <p:spPr>
          <a:xfrm>
            <a:off x="25146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73"/>
          <p:cNvSpPr txBox="1"/>
          <p:nvPr/>
        </p:nvSpPr>
        <p:spPr>
          <a:xfrm>
            <a:off x="1828800" y="41719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1" lang="e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73"/>
          <p:cNvSpPr txBox="1"/>
          <p:nvPr/>
        </p:nvSpPr>
        <p:spPr>
          <a:xfrm>
            <a:off x="32004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73"/>
          <p:cNvSpPr txBox="1"/>
          <p:nvPr/>
        </p:nvSpPr>
        <p:spPr>
          <a:xfrm>
            <a:off x="38862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74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Breadth-First Search: Example</a:t>
            </a:r>
            <a:endParaRPr/>
          </a:p>
        </p:txBody>
      </p:sp>
      <p:sp>
        <p:nvSpPr>
          <p:cNvPr id="926" name="Google Shape;926;p74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74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74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74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74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74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74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74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74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74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74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74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74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74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74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74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2" name="Google Shape;942;p74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3" name="Google Shape;943;p74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4" name="Google Shape;944;p74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5" name="Google Shape;945;p74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6" name="Google Shape;946;p74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7" name="Google Shape;947;p74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8" name="Google Shape;948;p74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9" name="Google Shape;949;p74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0" name="Google Shape;950;p74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1" name="Google Shape;951;p74"/>
          <p:cNvSpPr txBox="1"/>
          <p:nvPr/>
        </p:nvSpPr>
        <p:spPr>
          <a:xfrm>
            <a:off x="1828800" y="41719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1" lang="e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74"/>
          <p:cNvSpPr txBox="1"/>
          <p:nvPr/>
        </p:nvSpPr>
        <p:spPr>
          <a:xfrm>
            <a:off x="25146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74"/>
          <p:cNvSpPr txBox="1"/>
          <p:nvPr/>
        </p:nvSpPr>
        <p:spPr>
          <a:xfrm>
            <a:off x="32004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74"/>
          <p:cNvSpPr txBox="1"/>
          <p:nvPr/>
        </p:nvSpPr>
        <p:spPr>
          <a:xfrm>
            <a:off x="38862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75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Breadth-First Search: Example</a:t>
            </a:r>
            <a:endParaRPr/>
          </a:p>
        </p:txBody>
      </p:sp>
      <p:sp>
        <p:nvSpPr>
          <p:cNvPr id="961" name="Google Shape;961;p75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75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75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75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75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75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75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75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75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75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75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75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75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75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75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75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7" name="Google Shape;977;p75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8" name="Google Shape;978;p75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9" name="Google Shape;979;p75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0" name="Google Shape;980;p75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1" name="Google Shape;981;p75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2" name="Google Shape;982;p75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3" name="Google Shape;983;p75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4" name="Google Shape;984;p75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5" name="Google Shape;985;p75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6" name="Google Shape;986;p75"/>
          <p:cNvSpPr txBox="1"/>
          <p:nvPr/>
        </p:nvSpPr>
        <p:spPr>
          <a:xfrm>
            <a:off x="1828800" y="41719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1" lang="e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75"/>
          <p:cNvSpPr txBox="1"/>
          <p:nvPr/>
        </p:nvSpPr>
        <p:spPr>
          <a:xfrm>
            <a:off x="25146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75"/>
          <p:cNvSpPr txBox="1"/>
          <p:nvPr/>
        </p:nvSpPr>
        <p:spPr>
          <a:xfrm>
            <a:off x="32004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75"/>
          <p:cNvSpPr txBox="1"/>
          <p:nvPr/>
        </p:nvSpPr>
        <p:spPr>
          <a:xfrm>
            <a:off x="38862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76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Breadth-First Search: Example</a:t>
            </a:r>
            <a:endParaRPr/>
          </a:p>
        </p:txBody>
      </p:sp>
      <p:sp>
        <p:nvSpPr>
          <p:cNvPr id="996" name="Google Shape;996;p76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76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76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76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76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76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76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76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76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76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76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76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76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76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76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76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2" name="Google Shape;1012;p76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3" name="Google Shape;1013;p76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4" name="Google Shape;1014;p76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5" name="Google Shape;1015;p76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6" name="Google Shape;1016;p76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7" name="Google Shape;1017;p76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8" name="Google Shape;1018;p76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9" name="Google Shape;1019;p76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0" name="Google Shape;1020;p76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1" name="Google Shape;1021;p76"/>
          <p:cNvSpPr txBox="1"/>
          <p:nvPr/>
        </p:nvSpPr>
        <p:spPr>
          <a:xfrm>
            <a:off x="1828800" y="41719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1" lang="e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76"/>
          <p:cNvSpPr txBox="1"/>
          <p:nvPr/>
        </p:nvSpPr>
        <p:spPr>
          <a:xfrm>
            <a:off x="25146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76"/>
          <p:cNvSpPr txBox="1"/>
          <p:nvPr/>
        </p:nvSpPr>
        <p:spPr>
          <a:xfrm>
            <a:off x="32004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76"/>
          <p:cNvSpPr txBox="1"/>
          <p:nvPr/>
        </p:nvSpPr>
        <p:spPr>
          <a:xfrm>
            <a:off x="38862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77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Breadth-First Search: Example</a:t>
            </a:r>
            <a:endParaRPr/>
          </a:p>
        </p:txBody>
      </p:sp>
      <p:sp>
        <p:nvSpPr>
          <p:cNvPr id="1031" name="Google Shape;1031;p77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77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77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77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77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77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77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77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77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77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77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77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77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77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77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77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7" name="Google Shape;1047;p77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8" name="Google Shape;1048;p77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9" name="Google Shape;1049;p77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0" name="Google Shape;1050;p77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1" name="Google Shape;1051;p77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2" name="Google Shape;1052;p77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3" name="Google Shape;1053;p77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4" name="Google Shape;1054;p77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5" name="Google Shape;1055;p77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6" name="Google Shape;1056;p77"/>
          <p:cNvSpPr txBox="1"/>
          <p:nvPr/>
        </p:nvSpPr>
        <p:spPr>
          <a:xfrm>
            <a:off x="1828800" y="41719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1" lang="e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77"/>
          <p:cNvSpPr txBox="1"/>
          <p:nvPr/>
        </p:nvSpPr>
        <p:spPr>
          <a:xfrm>
            <a:off x="25146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77"/>
          <p:cNvSpPr txBox="1"/>
          <p:nvPr/>
        </p:nvSpPr>
        <p:spPr>
          <a:xfrm>
            <a:off x="32004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78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Breadth-First Search: Example</a:t>
            </a:r>
            <a:endParaRPr/>
          </a:p>
        </p:txBody>
      </p:sp>
      <p:sp>
        <p:nvSpPr>
          <p:cNvPr id="1065" name="Google Shape;1065;p78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78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78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78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78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78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78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78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78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78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78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78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78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78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78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78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1" name="Google Shape;1081;p78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2" name="Google Shape;1082;p78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3" name="Google Shape;1083;p78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4" name="Google Shape;1084;p78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5" name="Google Shape;1085;p78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6" name="Google Shape;1086;p78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7" name="Google Shape;1087;p78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8" name="Google Shape;1088;p78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9" name="Google Shape;1089;p78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0" name="Google Shape;1090;p78"/>
          <p:cNvSpPr txBox="1"/>
          <p:nvPr/>
        </p:nvSpPr>
        <p:spPr>
          <a:xfrm>
            <a:off x="1828800" y="41719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1" lang="e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78"/>
          <p:cNvSpPr txBox="1"/>
          <p:nvPr/>
        </p:nvSpPr>
        <p:spPr>
          <a:xfrm>
            <a:off x="2514600" y="4171950"/>
            <a:ext cx="685800" cy="457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79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Breadth-First Search: Example</a:t>
            </a:r>
            <a:endParaRPr/>
          </a:p>
        </p:txBody>
      </p:sp>
      <p:sp>
        <p:nvSpPr>
          <p:cNvPr id="1098" name="Google Shape;1098;p79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79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79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79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79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79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79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79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79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79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79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79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79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79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79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79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4" name="Google Shape;1114;p79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5" name="Google Shape;1115;p79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6" name="Google Shape;1116;p79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7" name="Google Shape;1117;p79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8" name="Google Shape;1118;p79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9" name="Google Shape;1119;p79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0" name="Google Shape;1120;p79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1" name="Google Shape;1121;p79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2" name="Google Shape;1122;p79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3" name="Google Shape;1123;p79"/>
          <p:cNvSpPr txBox="1"/>
          <p:nvPr/>
        </p:nvSpPr>
        <p:spPr>
          <a:xfrm>
            <a:off x="1828800" y="41719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1" lang="e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79"/>
          <p:cNvSpPr txBox="1"/>
          <p:nvPr/>
        </p:nvSpPr>
        <p:spPr>
          <a:xfrm>
            <a:off x="2514600" y="41719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80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BFS: The Code Again</a:t>
            </a:r>
            <a:endParaRPr/>
          </a:p>
        </p:txBody>
      </p:sp>
      <p:sp>
        <p:nvSpPr>
          <p:cNvPr id="1131" name="Google Shape;1131;p80"/>
          <p:cNvSpPr txBox="1"/>
          <p:nvPr>
            <p:ph idx="1" type="body"/>
          </p:nvPr>
        </p:nvSpPr>
        <p:spPr>
          <a:xfrm>
            <a:off x="457200" y="1143000"/>
            <a:ext cx="8229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BFS(G, s) {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initialize vertices;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Q = {s};		</a:t>
            </a:r>
            <a:endParaRPr b="1" i="1" sz="14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while (Q not empty) {    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u = RemoveTop(Q);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each v ∈ u-&gt;adj {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(v-&gt;color == WHITE)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v-&gt;color = GREY;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v-&gt;d = u-&gt;d + 1;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v-&gt;p = u;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Enqueue(Q, v);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u-&gt;color = BLACK;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800"/>
          </a:p>
        </p:txBody>
      </p:sp>
      <p:sp>
        <p:nvSpPr>
          <p:cNvPr id="1132" name="Google Shape;1132;p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81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BFS: The Code Again</a:t>
            </a:r>
            <a:endParaRPr/>
          </a:p>
        </p:txBody>
      </p:sp>
      <p:sp>
        <p:nvSpPr>
          <p:cNvPr id="1138" name="Google Shape;1138;p81"/>
          <p:cNvSpPr txBox="1"/>
          <p:nvPr>
            <p:ph idx="1" type="body"/>
          </p:nvPr>
        </p:nvSpPr>
        <p:spPr>
          <a:xfrm>
            <a:off x="457200" y="1143000"/>
            <a:ext cx="8229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BFS(G, s) {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initialize vertices;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Q = {s};		</a:t>
            </a:r>
            <a:endParaRPr b="1" i="1" sz="14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while (Q not empty) {    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u = RemoveTop(Q);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each v ∈ u-&gt;adj {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(v-&gt;color == WHITE)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v-&gt;color = GREY;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v-&gt;d = u-&gt;d + 1;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v-&gt;p = u;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Enqueue(Q, v);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u-&gt;color = BLACK;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800"/>
          </a:p>
        </p:txBody>
      </p:sp>
      <p:sp>
        <p:nvSpPr>
          <p:cNvPr id="1139" name="Google Shape;1139;p81"/>
          <p:cNvSpPr txBox="1"/>
          <p:nvPr/>
        </p:nvSpPr>
        <p:spPr>
          <a:xfrm>
            <a:off x="4572000" y="3455250"/>
            <a:ext cx="4102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1" lang="en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will be the running time?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0" name="Google Shape;1140;p81"/>
          <p:cNvGrpSpPr/>
          <p:nvPr/>
        </p:nvGrpSpPr>
        <p:grpSpPr>
          <a:xfrm>
            <a:off x="4095750" y="1314450"/>
            <a:ext cx="3822700" cy="357188"/>
            <a:chOff x="2580" y="1104"/>
            <a:chExt cx="2408" cy="300"/>
          </a:xfrm>
        </p:grpSpPr>
        <p:sp>
          <p:nvSpPr>
            <p:cNvPr id="1141" name="Google Shape;1141;p81"/>
            <p:cNvSpPr txBox="1"/>
            <p:nvPr/>
          </p:nvSpPr>
          <p:spPr>
            <a:xfrm>
              <a:off x="2888" y="1104"/>
              <a:ext cx="21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Times New Roman"/>
                <a:buNone/>
              </a:pPr>
              <a:r>
                <a:rPr b="1" i="1" lang="en" sz="2000" u="none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Touch every vertex: O(V)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42" name="Google Shape;1142;p81"/>
            <p:cNvCxnSpPr/>
            <p:nvPr/>
          </p:nvCxnSpPr>
          <p:spPr>
            <a:xfrm rot="10800000">
              <a:off x="2580" y="1248"/>
              <a:ext cx="3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143" name="Google Shape;1143;p81"/>
          <p:cNvGrpSpPr/>
          <p:nvPr/>
        </p:nvGrpSpPr>
        <p:grpSpPr>
          <a:xfrm>
            <a:off x="3848100" y="2109788"/>
            <a:ext cx="4762500" cy="714375"/>
            <a:chOff x="2424" y="1772"/>
            <a:chExt cx="3000" cy="600"/>
          </a:xfrm>
        </p:grpSpPr>
        <p:sp>
          <p:nvSpPr>
            <p:cNvPr id="1144" name="Google Shape;1144;p81"/>
            <p:cNvSpPr txBox="1"/>
            <p:nvPr/>
          </p:nvSpPr>
          <p:spPr>
            <a:xfrm>
              <a:off x="3024" y="1772"/>
              <a:ext cx="24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Times New Roman"/>
                <a:buNone/>
              </a:pPr>
              <a:r>
                <a:rPr b="1" i="1" lang="en" sz="1900" u="none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 = every vertex, but only once</a:t>
              </a:r>
              <a:br>
                <a:rPr b="1" i="1" lang="en" sz="1900" u="none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b="1" i="1" lang="en" sz="1900" u="none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                   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45" name="Google Shape;1145;p81"/>
            <p:cNvCxnSpPr/>
            <p:nvPr/>
          </p:nvCxnSpPr>
          <p:spPr>
            <a:xfrm rot="10800000">
              <a:off x="2424" y="1920"/>
              <a:ext cx="6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146" name="Google Shape;1146;p81"/>
          <p:cNvSpPr txBox="1"/>
          <p:nvPr/>
        </p:nvSpPr>
        <p:spPr>
          <a:xfrm>
            <a:off x="4508500" y="4286250"/>
            <a:ext cx="38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running time: O(V+E)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81"/>
          <p:cNvSpPr txBox="1"/>
          <p:nvPr/>
        </p:nvSpPr>
        <p:spPr>
          <a:xfrm>
            <a:off x="72000" y="2810387"/>
            <a:ext cx="2181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1" i="1" lang="en" sz="13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v = every vertex that appears in some other vert’s adjacency list</a:t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8" name="Google Shape;1148;p81"/>
          <p:cNvCxnSpPr/>
          <p:nvPr/>
        </p:nvCxnSpPr>
        <p:spPr>
          <a:xfrm flipH="1" rot="10800000">
            <a:off x="905250" y="2664350"/>
            <a:ext cx="411600" cy="21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49" name="Google Shape;1149;p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82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"/>
              <a:t>Finding Shortest Path Using BFS</a:t>
            </a:r>
            <a:endParaRPr/>
          </a:p>
        </p:txBody>
      </p:sp>
      <p:sp>
        <p:nvSpPr>
          <p:cNvPr id="1155" name="Google Shape;1155;p82"/>
          <p:cNvSpPr txBox="1"/>
          <p:nvPr/>
        </p:nvSpPr>
        <p:spPr>
          <a:xfrm>
            <a:off x="473200" y="1285875"/>
            <a:ext cx="71598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●"/>
            </a:pPr>
            <a:r>
              <a:rPr b="0" i="0" lang="e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are storing the parent of all nodes, right?</a:t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●"/>
            </a:pPr>
            <a:r>
              <a:rPr b="0" i="0" lang="e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finding shortest path between u and v, just start from v and backtrack using the parent of each node until you reach u!</a:t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6" name="Google Shape;1156;p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83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"/>
              <a:t>Finding Shortest Path Using BFS</a:t>
            </a:r>
            <a:endParaRPr/>
          </a:p>
        </p:txBody>
      </p:sp>
      <p:sp>
        <p:nvSpPr>
          <p:cNvPr id="1162" name="Google Shape;1162;p83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83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83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83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83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83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83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83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83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83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83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83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83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83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83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83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8" name="Google Shape;1178;p83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9" name="Google Shape;1179;p83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0" name="Google Shape;1180;p83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1" name="Google Shape;1181;p83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2" name="Google Shape;1182;p83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3" name="Google Shape;1183;p83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4" name="Google Shape;1184;p83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5" name="Google Shape;1185;p83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6" name="Google Shape;1186;p83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7" name="Google Shape;1187;p83"/>
          <p:cNvSpPr txBox="1"/>
          <p:nvPr/>
        </p:nvSpPr>
        <p:spPr>
          <a:xfrm>
            <a:off x="411475" y="3878200"/>
            <a:ext cx="683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Find shortest path between (s,y)</a:t>
            </a:r>
            <a:endParaRPr b="1" i="0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8" name="Google Shape;1188;p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84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"/>
              <a:t>Finding Shortest Path Using BFS</a:t>
            </a:r>
            <a:endParaRPr/>
          </a:p>
        </p:txBody>
      </p:sp>
      <p:sp>
        <p:nvSpPr>
          <p:cNvPr id="1194" name="Google Shape;1194;p84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84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84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84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84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84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84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84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84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84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84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84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84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84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84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84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0" name="Google Shape;1210;p84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1" name="Google Shape;1211;p84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2" name="Google Shape;1212;p84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152400">
            <a:solidFill>
              <a:srgbClr val="1155C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3" name="Google Shape;1213;p84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152400">
            <a:solidFill>
              <a:srgbClr val="1155C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4" name="Google Shape;1214;p84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5" name="Google Shape;1215;p84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6" name="Google Shape;1216;p84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152400">
            <a:solidFill>
              <a:srgbClr val="1155C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7" name="Google Shape;1217;p84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8" name="Google Shape;1218;p84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152400">
            <a:solidFill>
              <a:srgbClr val="1155C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9" name="Google Shape;1219;p84"/>
          <p:cNvSpPr txBox="1"/>
          <p:nvPr/>
        </p:nvSpPr>
        <p:spPr>
          <a:xfrm>
            <a:off x="411475" y="3878200"/>
            <a:ext cx="683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Find shortest path between (s,y)</a:t>
            </a:r>
            <a:endParaRPr b="1" i="0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0" name="Google Shape;1220;p84"/>
          <p:cNvSpPr txBox="1"/>
          <p:nvPr/>
        </p:nvSpPr>
        <p:spPr>
          <a:xfrm>
            <a:off x="6089900" y="1057275"/>
            <a:ext cx="19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possible path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1" name="Google Shape;1221;p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85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"/>
              <a:t>Finding Shortest Path Using BFS</a:t>
            </a:r>
            <a:endParaRPr/>
          </a:p>
        </p:txBody>
      </p:sp>
      <p:sp>
        <p:nvSpPr>
          <p:cNvPr id="1227" name="Google Shape;1227;p85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85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85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85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85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85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85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85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85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85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85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85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85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85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85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85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3" name="Google Shape;1243;p85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4" name="Google Shape;1244;p85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5" name="Google Shape;1245;p85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152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6" name="Google Shape;1246;p85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152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7" name="Google Shape;1247;p85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8" name="Google Shape;1248;p85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152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9" name="Google Shape;1249;p85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0" name="Google Shape;1250;p85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152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1" name="Google Shape;1251;p85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2" name="Google Shape;1252;p85"/>
          <p:cNvSpPr txBox="1"/>
          <p:nvPr/>
        </p:nvSpPr>
        <p:spPr>
          <a:xfrm>
            <a:off x="411475" y="3878200"/>
            <a:ext cx="683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Find shortest path between (s,y)</a:t>
            </a:r>
            <a:endParaRPr b="1" i="0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3" name="Google Shape;1253;p85"/>
          <p:cNvSpPr txBox="1"/>
          <p:nvPr/>
        </p:nvSpPr>
        <p:spPr>
          <a:xfrm>
            <a:off x="6089900" y="1057275"/>
            <a:ext cx="19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 possible path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4" name="Google Shape;1254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86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"/>
              <a:t>Finding Shortest Path Using BFS</a:t>
            </a:r>
            <a:endParaRPr/>
          </a:p>
        </p:txBody>
      </p:sp>
      <p:sp>
        <p:nvSpPr>
          <p:cNvPr id="1260" name="Google Shape;1260;p86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86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86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86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86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86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86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86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86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86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86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86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86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86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86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86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6" name="Google Shape;1276;p86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7" name="Google Shape;1277;p86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8" name="Google Shape;1278;p86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152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9" name="Google Shape;1279;p86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0" name="Google Shape;1280;p86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152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1" name="Google Shape;1281;p86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2" name="Google Shape;1282;p86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3" name="Google Shape;1283;p86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152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4" name="Google Shape;1284;p86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5" name="Google Shape;1285;p86"/>
          <p:cNvSpPr txBox="1"/>
          <p:nvPr/>
        </p:nvSpPr>
        <p:spPr>
          <a:xfrm>
            <a:off x="411475" y="3878200"/>
            <a:ext cx="683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Find shortest path between (s,y)</a:t>
            </a:r>
            <a:endParaRPr b="1" i="0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6" name="Google Shape;1286;p86"/>
          <p:cNvSpPr txBox="1"/>
          <p:nvPr/>
        </p:nvSpPr>
        <p:spPr>
          <a:xfrm>
            <a:off x="6089900" y="1057275"/>
            <a:ext cx="19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 possible path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7" name="Google Shape;1287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87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"/>
              <a:t>Finding Shortest Path Using BFS</a:t>
            </a:r>
            <a:endParaRPr/>
          </a:p>
        </p:txBody>
      </p:sp>
      <p:sp>
        <p:nvSpPr>
          <p:cNvPr id="1293" name="Google Shape;1293;p87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87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87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87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87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87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87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87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87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87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87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87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87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87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87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87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9" name="Google Shape;1309;p87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0" name="Google Shape;1310;p87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1" name="Google Shape;1311;p87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2" name="Google Shape;1312;p87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3" name="Google Shape;1313;p87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4" name="Google Shape;1314;p87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5" name="Google Shape;1315;p87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6" name="Google Shape;1316;p87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7" name="Google Shape;1317;p87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8" name="Google Shape;1318;p87"/>
          <p:cNvSpPr txBox="1"/>
          <p:nvPr/>
        </p:nvSpPr>
        <p:spPr>
          <a:xfrm>
            <a:off x="411475" y="3878200"/>
            <a:ext cx="683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from y</a:t>
            </a:r>
            <a:endParaRPr b="1" i="0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9" name="Google Shape;1319;p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88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"/>
              <a:t>Finding Shortest Path Using BFS</a:t>
            </a:r>
            <a:endParaRPr/>
          </a:p>
        </p:txBody>
      </p:sp>
      <p:sp>
        <p:nvSpPr>
          <p:cNvPr id="1325" name="Google Shape;1325;p88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88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88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88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88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88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88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88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88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88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88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88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88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88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88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88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1" name="Google Shape;1341;p88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2" name="Google Shape;1342;p88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3" name="Google Shape;1343;p88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4" name="Google Shape;1344;p88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5" name="Google Shape;1345;p88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6" name="Google Shape;1346;p88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7" name="Google Shape;1347;p88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8" name="Google Shape;1348;p88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9" name="Google Shape;1349;p88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0" name="Google Shape;1350;p88"/>
          <p:cNvSpPr txBox="1"/>
          <p:nvPr/>
        </p:nvSpPr>
        <p:spPr>
          <a:xfrm>
            <a:off x="411475" y="3878200"/>
            <a:ext cx="683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 of y -&gt; x</a:t>
            </a:r>
            <a:endParaRPr b="1" i="0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1" name="Google Shape;1351;p88"/>
          <p:cNvSpPr/>
          <p:nvPr/>
        </p:nvSpPr>
        <p:spPr>
          <a:xfrm>
            <a:off x="6069325" y="3549025"/>
            <a:ext cx="1460750" cy="577550"/>
          </a:xfrm>
          <a:custGeom>
            <a:rect b="b" l="l" r="r" t="t"/>
            <a:pathLst>
              <a:path extrusionOk="0" h="23102" w="58430">
                <a:moveTo>
                  <a:pt x="58430" y="0"/>
                </a:moveTo>
                <a:cubicBezTo>
                  <a:pt x="53492" y="3840"/>
                  <a:pt x="38542" y="22562"/>
                  <a:pt x="28804" y="23042"/>
                </a:cubicBezTo>
                <a:cubicBezTo>
                  <a:pt x="19066" y="23522"/>
                  <a:pt x="4801" y="6240"/>
                  <a:pt x="0" y="2880"/>
                </a:cubicBezTo>
              </a:path>
            </a:pathLst>
          </a:custGeom>
          <a:noFill/>
          <a:ln cap="flat" cmpd="sng" w="38100">
            <a:solidFill>
              <a:srgbClr val="0000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89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"/>
              <a:t>Finding Shortest Path Using BFS</a:t>
            </a:r>
            <a:endParaRPr/>
          </a:p>
        </p:txBody>
      </p:sp>
      <p:sp>
        <p:nvSpPr>
          <p:cNvPr id="1358" name="Google Shape;1358;p89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89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89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89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89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89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89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89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89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89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89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89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89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89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89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89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4" name="Google Shape;1374;p89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5" name="Google Shape;1375;p89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6" name="Google Shape;1376;p89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7" name="Google Shape;1377;p89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8" name="Google Shape;1378;p89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9" name="Google Shape;1379;p89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0" name="Google Shape;1380;p89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1" name="Google Shape;1381;p89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2" name="Google Shape;1382;p89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3" name="Google Shape;1383;p89"/>
          <p:cNvSpPr txBox="1"/>
          <p:nvPr/>
        </p:nvSpPr>
        <p:spPr>
          <a:xfrm>
            <a:off x="411475" y="3878200"/>
            <a:ext cx="683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 of x -&gt; w</a:t>
            </a:r>
            <a:endParaRPr b="1" i="0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4" name="Google Shape;1384;p89"/>
          <p:cNvSpPr/>
          <p:nvPr/>
        </p:nvSpPr>
        <p:spPr>
          <a:xfrm>
            <a:off x="6069325" y="3549025"/>
            <a:ext cx="1460750" cy="577550"/>
          </a:xfrm>
          <a:custGeom>
            <a:rect b="b" l="l" r="r" t="t"/>
            <a:pathLst>
              <a:path extrusionOk="0" h="23102" w="58430">
                <a:moveTo>
                  <a:pt x="58430" y="0"/>
                </a:moveTo>
                <a:cubicBezTo>
                  <a:pt x="53492" y="3840"/>
                  <a:pt x="38542" y="22562"/>
                  <a:pt x="28804" y="23042"/>
                </a:cubicBezTo>
                <a:cubicBezTo>
                  <a:pt x="19066" y="23522"/>
                  <a:pt x="4801" y="6240"/>
                  <a:pt x="0" y="2880"/>
                </a:cubicBezTo>
              </a:path>
            </a:pathLst>
          </a:custGeom>
          <a:noFill/>
          <a:ln cap="flat" cmpd="sng" w="38100">
            <a:solidFill>
              <a:srgbClr val="0000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89"/>
          <p:cNvSpPr/>
          <p:nvPr/>
        </p:nvSpPr>
        <p:spPr>
          <a:xfrm>
            <a:off x="3913050" y="3549025"/>
            <a:ext cx="1460750" cy="577550"/>
          </a:xfrm>
          <a:custGeom>
            <a:rect b="b" l="l" r="r" t="t"/>
            <a:pathLst>
              <a:path extrusionOk="0" h="23102" w="58430">
                <a:moveTo>
                  <a:pt x="58430" y="0"/>
                </a:moveTo>
                <a:cubicBezTo>
                  <a:pt x="53492" y="3840"/>
                  <a:pt x="38542" y="22562"/>
                  <a:pt x="28804" y="23042"/>
                </a:cubicBezTo>
                <a:cubicBezTo>
                  <a:pt x="19066" y="23522"/>
                  <a:pt x="4801" y="6240"/>
                  <a:pt x="0" y="2880"/>
                </a:cubicBezTo>
              </a:path>
            </a:pathLst>
          </a:custGeom>
          <a:noFill/>
          <a:ln cap="flat" cmpd="sng" w="38100">
            <a:solidFill>
              <a:srgbClr val="0000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90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"/>
              <a:t>Finding Shortest Path Using BFS</a:t>
            </a:r>
            <a:endParaRPr/>
          </a:p>
        </p:txBody>
      </p:sp>
      <p:sp>
        <p:nvSpPr>
          <p:cNvPr id="1392" name="Google Shape;1392;p90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90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90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90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90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90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90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90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90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90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90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90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90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90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90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90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8" name="Google Shape;1408;p90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09" name="Google Shape;1409;p90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0" name="Google Shape;1410;p90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1" name="Google Shape;1411;p90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2" name="Google Shape;1412;p90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3" name="Google Shape;1413;p90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4" name="Google Shape;1414;p90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5" name="Google Shape;1415;p90"/>
          <p:cNvSpPr txBox="1"/>
          <p:nvPr/>
        </p:nvSpPr>
        <p:spPr>
          <a:xfrm>
            <a:off x="411475" y="3878200"/>
            <a:ext cx="683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 of w -&gt; s</a:t>
            </a:r>
            <a:endParaRPr b="1" i="0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6" name="Google Shape;1416;p90"/>
          <p:cNvSpPr/>
          <p:nvPr/>
        </p:nvSpPr>
        <p:spPr>
          <a:xfrm>
            <a:off x="6069325" y="3549025"/>
            <a:ext cx="1460750" cy="577550"/>
          </a:xfrm>
          <a:custGeom>
            <a:rect b="b" l="l" r="r" t="t"/>
            <a:pathLst>
              <a:path extrusionOk="0" h="23102" w="58430">
                <a:moveTo>
                  <a:pt x="58430" y="0"/>
                </a:moveTo>
                <a:cubicBezTo>
                  <a:pt x="53492" y="3840"/>
                  <a:pt x="38542" y="22562"/>
                  <a:pt x="28804" y="23042"/>
                </a:cubicBezTo>
                <a:cubicBezTo>
                  <a:pt x="19066" y="23522"/>
                  <a:pt x="4801" y="6240"/>
                  <a:pt x="0" y="2880"/>
                </a:cubicBezTo>
              </a:path>
            </a:pathLst>
          </a:custGeom>
          <a:noFill/>
          <a:ln cap="flat" cmpd="sng" w="38100">
            <a:solidFill>
              <a:srgbClr val="0000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90"/>
          <p:cNvSpPr/>
          <p:nvPr/>
        </p:nvSpPr>
        <p:spPr>
          <a:xfrm>
            <a:off x="3913050" y="3549025"/>
            <a:ext cx="1460750" cy="577550"/>
          </a:xfrm>
          <a:custGeom>
            <a:rect b="b" l="l" r="r" t="t"/>
            <a:pathLst>
              <a:path extrusionOk="0" h="23102" w="58430">
                <a:moveTo>
                  <a:pt x="58430" y="0"/>
                </a:moveTo>
                <a:cubicBezTo>
                  <a:pt x="53492" y="3840"/>
                  <a:pt x="38542" y="22562"/>
                  <a:pt x="28804" y="23042"/>
                </a:cubicBezTo>
                <a:cubicBezTo>
                  <a:pt x="19066" y="23522"/>
                  <a:pt x="4801" y="6240"/>
                  <a:pt x="0" y="2880"/>
                </a:cubicBezTo>
              </a:path>
            </a:pathLst>
          </a:custGeom>
          <a:noFill/>
          <a:ln cap="flat" cmpd="sng" w="38100">
            <a:solidFill>
              <a:srgbClr val="0000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90"/>
          <p:cNvSpPr/>
          <p:nvPr/>
        </p:nvSpPr>
        <p:spPr>
          <a:xfrm rot="5213542">
            <a:off x="2400552" y="2403078"/>
            <a:ext cx="1131700" cy="507257"/>
          </a:xfrm>
          <a:custGeom>
            <a:rect b="b" l="l" r="r" t="t"/>
            <a:pathLst>
              <a:path extrusionOk="0" h="23102" w="58430">
                <a:moveTo>
                  <a:pt x="58430" y="0"/>
                </a:moveTo>
                <a:cubicBezTo>
                  <a:pt x="53492" y="3840"/>
                  <a:pt x="38542" y="22562"/>
                  <a:pt x="28804" y="23042"/>
                </a:cubicBezTo>
                <a:cubicBezTo>
                  <a:pt x="19066" y="23522"/>
                  <a:pt x="4801" y="6240"/>
                  <a:pt x="0" y="2880"/>
                </a:cubicBezTo>
              </a:path>
            </a:pathLst>
          </a:custGeom>
          <a:noFill/>
          <a:ln cap="flat" cmpd="sng" w="38100">
            <a:solidFill>
              <a:srgbClr val="0000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9" name="Google Shape;1419;p90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20" name="Google Shape;1420;p90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1" name="Google Shape;1421;p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91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Depth-First Search</a:t>
            </a:r>
            <a:endParaRPr/>
          </a:p>
        </p:txBody>
      </p:sp>
      <p:sp>
        <p:nvSpPr>
          <p:cNvPr id="1427" name="Google Shape;1427;p91"/>
          <p:cNvSpPr txBox="1"/>
          <p:nvPr>
            <p:ph idx="1" type="body"/>
          </p:nvPr>
        </p:nvSpPr>
        <p:spPr>
          <a:xfrm>
            <a:off x="457200" y="1143000"/>
            <a:ext cx="8229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20"/>
              <a:buFont typeface="Times New Roman"/>
              <a:buChar char="●"/>
            </a:pPr>
            <a:r>
              <a:rPr b="0" i="1" lang="en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Depth-first search</a:t>
            </a:r>
            <a:r>
              <a:rPr b="0" i="0" lang="en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another strategy for exploring a graph</a:t>
            </a:r>
            <a:endParaRPr sz="2800"/>
          </a:p>
          <a:p>
            <a:pPr indent="-2603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80"/>
              <a:buFont typeface="Times New Roman"/>
              <a:buChar char="■"/>
            </a:pPr>
            <a:r>
              <a:rPr b="0" i="0" lang="en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 “deeper” in the graph whenever possible</a:t>
            </a:r>
            <a:endParaRPr sz="2400"/>
          </a:p>
          <a:p>
            <a:pPr indent="-2603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80"/>
              <a:buFont typeface="Times New Roman"/>
              <a:buChar char="■"/>
            </a:pPr>
            <a:r>
              <a:rPr b="0" i="0" lang="en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Edges are explored out of the most recently discovered vertex </a:t>
            </a:r>
            <a:r>
              <a:rPr b="0" i="1" lang="en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still has unexplored edges</a:t>
            </a:r>
            <a:endParaRPr sz="2400"/>
          </a:p>
          <a:p>
            <a:pPr indent="-2603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80"/>
              <a:buFont typeface="Times New Roman"/>
              <a:buChar char="■"/>
            </a:pPr>
            <a:r>
              <a:rPr b="0" i="0" lang="en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all of </a:t>
            </a:r>
            <a:r>
              <a:rPr b="0" i="1" lang="en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’s edges have been explored, backtrack to the vertex from which </a:t>
            </a:r>
            <a:r>
              <a:rPr b="0" i="1" lang="en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was discovered</a:t>
            </a:r>
            <a:endParaRPr sz="2400"/>
          </a:p>
          <a:p>
            <a:pPr indent="-19177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38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8" name="Google Shape;1428;p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92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Depth-First Search</a:t>
            </a:r>
            <a:endParaRPr/>
          </a:p>
        </p:txBody>
      </p:sp>
      <p:sp>
        <p:nvSpPr>
          <p:cNvPr id="1434" name="Google Shape;1434;p92"/>
          <p:cNvSpPr txBox="1"/>
          <p:nvPr>
            <p:ph idx="1" type="body"/>
          </p:nvPr>
        </p:nvSpPr>
        <p:spPr>
          <a:xfrm>
            <a:off x="457200" y="1143000"/>
            <a:ext cx="8229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20"/>
              <a:buFont typeface="Times New Roman"/>
              <a:buChar char="●"/>
            </a:pPr>
            <a:r>
              <a:rPr b="0" i="0" lang="en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Vertices initially colored white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720"/>
              <a:buFont typeface="Times New Roman"/>
              <a:buChar char="●"/>
            </a:pPr>
            <a:r>
              <a:rPr b="0" i="0" lang="en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colored gray when discovered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720"/>
              <a:buFont typeface="Times New Roman"/>
              <a:buChar char="●"/>
            </a:pPr>
            <a:r>
              <a:rPr b="0" i="0" lang="en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black when finished</a:t>
            </a:r>
            <a:endParaRPr/>
          </a:p>
        </p:txBody>
      </p:sp>
      <p:sp>
        <p:nvSpPr>
          <p:cNvPr id="1435" name="Google Shape;1435;p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93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Depth-First Search: The Code</a:t>
            </a:r>
            <a:endParaRPr/>
          </a:p>
        </p:txBody>
      </p:sp>
      <p:sp>
        <p:nvSpPr>
          <p:cNvPr id="1441" name="Google Shape;1441;p93"/>
          <p:cNvSpPr txBox="1"/>
          <p:nvPr>
            <p:ph idx="1" type="body"/>
          </p:nvPr>
        </p:nvSpPr>
        <p:spPr>
          <a:xfrm>
            <a:off x="457200" y="1143000"/>
            <a:ext cx="4038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DFS(G)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u-&gt;color = WHITE;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0;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(u-&gt;color == WHITE)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DFS_Visit(u);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300"/>
          </a:p>
        </p:txBody>
      </p:sp>
      <p:sp>
        <p:nvSpPr>
          <p:cNvPr id="1442" name="Google Shape;1442;p93"/>
          <p:cNvSpPr txBox="1"/>
          <p:nvPr>
            <p:ph idx="1" type="body"/>
          </p:nvPr>
        </p:nvSpPr>
        <p:spPr>
          <a:xfrm>
            <a:off x="4648200" y="1143000"/>
            <a:ext cx="4038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DFS_Visit(u)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u-&gt;color = GREY;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u-&gt;d = time;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∈ u-&gt;Adj[]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(v-&gt;color == WHITE)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DFS_Visit(v);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u-&gt;color = BLACK;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u-&gt;f = time;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300"/>
          </a:p>
        </p:txBody>
      </p:sp>
      <p:cxnSp>
        <p:nvCxnSpPr>
          <p:cNvPr id="1443" name="Google Shape;1443;p93"/>
          <p:cNvCxnSpPr/>
          <p:nvPr/>
        </p:nvCxnSpPr>
        <p:spPr>
          <a:xfrm rot="10800000">
            <a:off x="4495800" y="1143150"/>
            <a:ext cx="0" cy="337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4" name="Google Shape;1444;p9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94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Depth-First Search: The Code</a:t>
            </a:r>
            <a:endParaRPr/>
          </a:p>
        </p:txBody>
      </p:sp>
      <p:sp>
        <p:nvSpPr>
          <p:cNvPr id="1450" name="Google Shape;1450;p94"/>
          <p:cNvSpPr txBox="1"/>
          <p:nvPr>
            <p:ph idx="1" type="body"/>
          </p:nvPr>
        </p:nvSpPr>
        <p:spPr>
          <a:xfrm>
            <a:off x="457200" y="1143000"/>
            <a:ext cx="4038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DFS(G)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u-&gt;color = WHITE;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0;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(u-&gt;color == WHITE)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DFS_Visit(u);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300"/>
          </a:p>
        </p:txBody>
      </p:sp>
      <p:sp>
        <p:nvSpPr>
          <p:cNvPr id="1451" name="Google Shape;1451;p94"/>
          <p:cNvSpPr txBox="1"/>
          <p:nvPr>
            <p:ph idx="1" type="body"/>
          </p:nvPr>
        </p:nvSpPr>
        <p:spPr>
          <a:xfrm>
            <a:off x="4648200" y="1143000"/>
            <a:ext cx="4038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DFS_Visit(u)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u-&gt;color = GREY;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u-&gt;d = time;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∈ u-&gt;Adj[]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(v-&gt;color == WHITE)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DFS_Visit(v);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u-&gt;color = BLACK;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u-&gt;f = time;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300"/>
          </a:p>
        </p:txBody>
      </p:sp>
      <p:cxnSp>
        <p:nvCxnSpPr>
          <p:cNvPr id="1452" name="Google Shape;1452;p94"/>
          <p:cNvCxnSpPr/>
          <p:nvPr/>
        </p:nvCxnSpPr>
        <p:spPr>
          <a:xfrm rot="10800000">
            <a:off x="4495800" y="1143150"/>
            <a:ext cx="0" cy="337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3" name="Google Shape;1453;p94"/>
          <p:cNvSpPr txBox="1"/>
          <p:nvPr/>
        </p:nvSpPr>
        <p:spPr>
          <a:xfrm>
            <a:off x="2667000" y="4629150"/>
            <a:ext cx="370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1" lang="en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does </a:t>
            </a:r>
            <a:r>
              <a:rPr b="1" i="0" lang="en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u-&gt;d</a:t>
            </a:r>
            <a:r>
              <a:rPr b="1" i="1" lang="en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represent?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95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Depth-First Search: The Code</a:t>
            </a:r>
            <a:endParaRPr/>
          </a:p>
        </p:txBody>
      </p:sp>
      <p:sp>
        <p:nvSpPr>
          <p:cNvPr id="1460" name="Google Shape;1460;p95"/>
          <p:cNvSpPr txBox="1"/>
          <p:nvPr>
            <p:ph idx="1" type="body"/>
          </p:nvPr>
        </p:nvSpPr>
        <p:spPr>
          <a:xfrm>
            <a:off x="457200" y="1143000"/>
            <a:ext cx="4038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DFS(G)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u-&gt;color = WHITE;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0;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(u-&gt;color == WHITE)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DFS_Visit(u);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300"/>
          </a:p>
        </p:txBody>
      </p:sp>
      <p:sp>
        <p:nvSpPr>
          <p:cNvPr id="1461" name="Google Shape;1461;p95"/>
          <p:cNvSpPr txBox="1"/>
          <p:nvPr>
            <p:ph idx="1" type="body"/>
          </p:nvPr>
        </p:nvSpPr>
        <p:spPr>
          <a:xfrm>
            <a:off x="4648200" y="1143000"/>
            <a:ext cx="4038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DFS_Visit(u)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u-&gt;color = GREY;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u-&gt;d = time;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∈ u-&gt;Adj[]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(v-&gt;color == WHITE)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DFS_Visit(v);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u-&gt;color = BLACK;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u-&gt;f = time;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300"/>
          </a:p>
        </p:txBody>
      </p:sp>
      <p:cxnSp>
        <p:nvCxnSpPr>
          <p:cNvPr id="1462" name="Google Shape;1462;p95"/>
          <p:cNvCxnSpPr/>
          <p:nvPr/>
        </p:nvCxnSpPr>
        <p:spPr>
          <a:xfrm rot="10800000">
            <a:off x="4495800" y="1143150"/>
            <a:ext cx="0" cy="337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3" name="Google Shape;1463;p95"/>
          <p:cNvSpPr txBox="1"/>
          <p:nvPr/>
        </p:nvSpPr>
        <p:spPr>
          <a:xfrm>
            <a:off x="2667000" y="4629150"/>
            <a:ext cx="370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1" lang="en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does </a:t>
            </a:r>
            <a:r>
              <a:rPr b="1" i="0" lang="en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u-&gt;f</a:t>
            </a:r>
            <a:r>
              <a:rPr b="1" i="1" lang="en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represent?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96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Depth-First Search: The Code</a:t>
            </a:r>
            <a:endParaRPr/>
          </a:p>
        </p:txBody>
      </p:sp>
      <p:sp>
        <p:nvSpPr>
          <p:cNvPr id="1470" name="Google Shape;1470;p96"/>
          <p:cNvSpPr txBox="1"/>
          <p:nvPr>
            <p:ph idx="1" type="body"/>
          </p:nvPr>
        </p:nvSpPr>
        <p:spPr>
          <a:xfrm>
            <a:off x="457200" y="1143000"/>
            <a:ext cx="4038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DFS(G)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u-&gt;color = WHITE;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0;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(u-&gt;color == WHITE)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DFS_Visit(u);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300"/>
          </a:p>
        </p:txBody>
      </p:sp>
      <p:sp>
        <p:nvSpPr>
          <p:cNvPr id="1471" name="Google Shape;1471;p96"/>
          <p:cNvSpPr txBox="1"/>
          <p:nvPr>
            <p:ph idx="1" type="body"/>
          </p:nvPr>
        </p:nvSpPr>
        <p:spPr>
          <a:xfrm>
            <a:off x="4648200" y="1143000"/>
            <a:ext cx="4038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DFS_Visit(u)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u-&gt;color = GREY;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u-&gt;d = time;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60"/>
              <a:buNone/>
            </a:pPr>
            <a:r>
              <a:rPr b="1" i="0" lang="en" sz="11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∈ u-&gt;Adj[]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(v-&gt;color == WHITE)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DFS_Visit(v);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u-&gt;color = BLACK;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u-&gt;f = time;</a:t>
            </a:r>
            <a:endParaRPr sz="23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3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300"/>
          </a:p>
        </p:txBody>
      </p:sp>
      <p:cxnSp>
        <p:nvCxnSpPr>
          <p:cNvPr id="1472" name="Google Shape;1472;p96"/>
          <p:cNvCxnSpPr/>
          <p:nvPr/>
        </p:nvCxnSpPr>
        <p:spPr>
          <a:xfrm rot="10800000">
            <a:off x="4495800" y="1143150"/>
            <a:ext cx="0" cy="337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73" name="Google Shape;1473;p96"/>
          <p:cNvSpPr txBox="1"/>
          <p:nvPr/>
        </p:nvSpPr>
        <p:spPr>
          <a:xfrm>
            <a:off x="457200" y="4629150"/>
            <a:ext cx="80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discovery time u-&gt;d and finishing time u-&gt;f</a:t>
            </a:r>
            <a:endParaRPr b="1" i="1" sz="24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4" name="Google Shape;1474;p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97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Depth-First Search: The Code</a:t>
            </a:r>
            <a:endParaRPr/>
          </a:p>
        </p:txBody>
      </p:sp>
      <p:sp>
        <p:nvSpPr>
          <p:cNvPr id="1480" name="Google Shape;1480;p97"/>
          <p:cNvSpPr txBox="1"/>
          <p:nvPr>
            <p:ph idx="1" type="body"/>
          </p:nvPr>
        </p:nvSpPr>
        <p:spPr>
          <a:xfrm>
            <a:off x="457200" y="1143000"/>
            <a:ext cx="4038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DFS(G)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u-&gt;color = WHITE;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0;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(u-&gt;color == WHITE)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DFS_Visit(u);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/>
          </a:p>
        </p:txBody>
      </p:sp>
      <p:sp>
        <p:nvSpPr>
          <p:cNvPr id="1481" name="Google Shape;1481;p97"/>
          <p:cNvSpPr txBox="1"/>
          <p:nvPr>
            <p:ph idx="1" type="body"/>
          </p:nvPr>
        </p:nvSpPr>
        <p:spPr>
          <a:xfrm>
            <a:off x="4648200" y="1143000"/>
            <a:ext cx="4038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6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DFS_Visit(u)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u-&gt;color = GREY;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36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u-&gt;d = time;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6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∈ u-&gt;Adj[]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(v-&gt;color == WHITE)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DFS_Visit(v);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u-&gt;color = BLACK;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u-&gt;f = time;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rPr b="1" i="0" lang="en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/>
          </a:p>
        </p:txBody>
      </p:sp>
      <p:cxnSp>
        <p:nvCxnSpPr>
          <p:cNvPr id="1482" name="Google Shape;1482;p97"/>
          <p:cNvCxnSpPr/>
          <p:nvPr/>
        </p:nvCxnSpPr>
        <p:spPr>
          <a:xfrm rot="10800000">
            <a:off x="4495800" y="1143150"/>
            <a:ext cx="0" cy="337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83" name="Google Shape;1483;p97"/>
          <p:cNvSpPr txBox="1"/>
          <p:nvPr/>
        </p:nvSpPr>
        <p:spPr>
          <a:xfrm>
            <a:off x="2670175" y="4457700"/>
            <a:ext cx="389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br>
              <a:rPr b="1" i="1" lang="en" sz="1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Running time of DFS = O(V+E)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9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98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Example</a:t>
            </a:r>
            <a:endParaRPr/>
          </a:p>
        </p:txBody>
      </p:sp>
      <p:sp>
        <p:nvSpPr>
          <p:cNvPr id="1490" name="Google Shape;1490;p98"/>
          <p:cNvSpPr/>
          <p:nvPr/>
        </p:nvSpPr>
        <p:spPr>
          <a:xfrm>
            <a:off x="1524000" y="177165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98"/>
          <p:cNvSpPr/>
          <p:nvPr/>
        </p:nvSpPr>
        <p:spPr>
          <a:xfrm>
            <a:off x="4191000" y="177165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98"/>
          <p:cNvSpPr/>
          <p:nvPr/>
        </p:nvSpPr>
        <p:spPr>
          <a:xfrm>
            <a:off x="6858000" y="177165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98"/>
          <p:cNvSpPr/>
          <p:nvPr/>
        </p:nvSpPr>
        <p:spPr>
          <a:xfrm>
            <a:off x="6858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98"/>
          <p:cNvSpPr/>
          <p:nvPr/>
        </p:nvSpPr>
        <p:spPr>
          <a:xfrm>
            <a:off x="4191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98"/>
          <p:cNvSpPr/>
          <p:nvPr/>
        </p:nvSpPr>
        <p:spPr>
          <a:xfrm>
            <a:off x="1524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98"/>
          <p:cNvSpPr/>
          <p:nvPr/>
        </p:nvSpPr>
        <p:spPr>
          <a:xfrm>
            <a:off x="228600" y="26289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98"/>
          <p:cNvSpPr/>
          <p:nvPr/>
        </p:nvSpPr>
        <p:spPr>
          <a:xfrm>
            <a:off x="5562600" y="26289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8" name="Google Shape;1498;p98"/>
          <p:cNvCxnSpPr/>
          <p:nvPr/>
        </p:nvCxnSpPr>
        <p:spPr>
          <a:xfrm flipH="1">
            <a:off x="1139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99" name="Google Shape;1499;p98"/>
          <p:cNvCxnSpPr/>
          <p:nvPr/>
        </p:nvCxnSpPr>
        <p:spPr>
          <a:xfrm>
            <a:off x="1139825" y="3078956"/>
            <a:ext cx="5397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0" name="Google Shape;1500;p98"/>
          <p:cNvCxnSpPr/>
          <p:nvPr/>
        </p:nvCxnSpPr>
        <p:spPr>
          <a:xfrm>
            <a:off x="1309687" y="2886075"/>
            <a:ext cx="3036900" cy="72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1" name="Google Shape;1501;p98"/>
          <p:cNvCxnSpPr/>
          <p:nvPr/>
        </p:nvCxnSpPr>
        <p:spPr>
          <a:xfrm rot="10800000">
            <a:off x="2605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2" name="Google Shape;1502;p98"/>
          <p:cNvCxnSpPr/>
          <p:nvPr/>
        </p:nvCxnSpPr>
        <p:spPr>
          <a:xfrm rot="10800000">
            <a:off x="2057400" y="2296584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3" name="Google Shape;1503;p98"/>
          <p:cNvCxnSpPr/>
          <p:nvPr/>
        </p:nvCxnSpPr>
        <p:spPr>
          <a:xfrm>
            <a:off x="2435225" y="2221706"/>
            <a:ext cx="1911300" cy="138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4" name="Google Shape;1504;p98"/>
          <p:cNvCxnSpPr/>
          <p:nvPr/>
        </p:nvCxnSpPr>
        <p:spPr>
          <a:xfrm>
            <a:off x="4724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5" name="Google Shape;1505;p98"/>
          <p:cNvCxnSpPr/>
          <p:nvPr/>
        </p:nvCxnSpPr>
        <p:spPr>
          <a:xfrm>
            <a:off x="2605087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6" name="Google Shape;1506;p98"/>
          <p:cNvCxnSpPr/>
          <p:nvPr/>
        </p:nvCxnSpPr>
        <p:spPr>
          <a:xfrm rot="10800000">
            <a:off x="5272012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7" name="Google Shape;1507;p98"/>
          <p:cNvCxnSpPr/>
          <p:nvPr/>
        </p:nvCxnSpPr>
        <p:spPr>
          <a:xfrm>
            <a:off x="5102225" y="2221706"/>
            <a:ext cx="6159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8" name="Google Shape;1508;p98"/>
          <p:cNvCxnSpPr/>
          <p:nvPr/>
        </p:nvCxnSpPr>
        <p:spPr>
          <a:xfrm flipH="1">
            <a:off x="6473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9" name="Google Shape;1509;p98"/>
          <p:cNvCxnSpPr/>
          <p:nvPr/>
        </p:nvCxnSpPr>
        <p:spPr>
          <a:xfrm>
            <a:off x="7391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10" name="Google Shape;1510;p98"/>
          <p:cNvCxnSpPr/>
          <p:nvPr/>
        </p:nvCxnSpPr>
        <p:spPr>
          <a:xfrm rot="10800000">
            <a:off x="5272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11" name="Google Shape;1511;p98"/>
          <p:cNvCxnSpPr/>
          <p:nvPr/>
        </p:nvCxnSpPr>
        <p:spPr>
          <a:xfrm flipH="1">
            <a:off x="5102275" y="3078956"/>
            <a:ext cx="6159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12" name="Google Shape;1512;p98"/>
          <p:cNvCxnSpPr/>
          <p:nvPr/>
        </p:nvCxnSpPr>
        <p:spPr>
          <a:xfrm>
            <a:off x="457200" y="1600200"/>
            <a:ext cx="1066800" cy="285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13" name="Google Shape;1513;p98"/>
          <p:cNvSpPr txBox="1"/>
          <p:nvPr/>
        </p:nvSpPr>
        <p:spPr>
          <a:xfrm>
            <a:off x="76200" y="1085850"/>
            <a:ext cx="874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99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Example</a:t>
            </a:r>
            <a:endParaRPr/>
          </a:p>
        </p:txBody>
      </p:sp>
      <p:sp>
        <p:nvSpPr>
          <p:cNvPr id="1520" name="Google Shape;1520;p99"/>
          <p:cNvSpPr/>
          <p:nvPr/>
        </p:nvSpPr>
        <p:spPr>
          <a:xfrm>
            <a:off x="1524000" y="177165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9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99"/>
          <p:cNvSpPr/>
          <p:nvPr/>
        </p:nvSpPr>
        <p:spPr>
          <a:xfrm>
            <a:off x="4191000" y="177165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9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p99"/>
          <p:cNvSpPr/>
          <p:nvPr/>
        </p:nvSpPr>
        <p:spPr>
          <a:xfrm>
            <a:off x="6858000" y="177165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9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99"/>
          <p:cNvSpPr/>
          <p:nvPr/>
        </p:nvSpPr>
        <p:spPr>
          <a:xfrm>
            <a:off x="6858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9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99"/>
          <p:cNvSpPr/>
          <p:nvPr/>
        </p:nvSpPr>
        <p:spPr>
          <a:xfrm>
            <a:off x="4191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9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99"/>
          <p:cNvSpPr/>
          <p:nvPr/>
        </p:nvSpPr>
        <p:spPr>
          <a:xfrm>
            <a:off x="1524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9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| 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99"/>
          <p:cNvSpPr/>
          <p:nvPr/>
        </p:nvSpPr>
        <p:spPr>
          <a:xfrm>
            <a:off x="228600" y="26289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9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99"/>
          <p:cNvSpPr/>
          <p:nvPr/>
        </p:nvSpPr>
        <p:spPr>
          <a:xfrm>
            <a:off x="5562600" y="26289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9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8" name="Google Shape;1528;p99"/>
          <p:cNvCxnSpPr/>
          <p:nvPr/>
        </p:nvCxnSpPr>
        <p:spPr>
          <a:xfrm flipH="1">
            <a:off x="1139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29" name="Google Shape;1529;p99"/>
          <p:cNvCxnSpPr/>
          <p:nvPr/>
        </p:nvCxnSpPr>
        <p:spPr>
          <a:xfrm>
            <a:off x="1139825" y="3078956"/>
            <a:ext cx="5397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0" name="Google Shape;1530;p99"/>
          <p:cNvCxnSpPr/>
          <p:nvPr/>
        </p:nvCxnSpPr>
        <p:spPr>
          <a:xfrm>
            <a:off x="1309687" y="2886075"/>
            <a:ext cx="3036900" cy="72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1" name="Google Shape;1531;p99"/>
          <p:cNvCxnSpPr/>
          <p:nvPr/>
        </p:nvCxnSpPr>
        <p:spPr>
          <a:xfrm rot="10800000">
            <a:off x="2605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2" name="Google Shape;1532;p99"/>
          <p:cNvCxnSpPr/>
          <p:nvPr/>
        </p:nvCxnSpPr>
        <p:spPr>
          <a:xfrm rot="10800000">
            <a:off x="2057400" y="2296584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3" name="Google Shape;1533;p99"/>
          <p:cNvCxnSpPr/>
          <p:nvPr/>
        </p:nvCxnSpPr>
        <p:spPr>
          <a:xfrm>
            <a:off x="2435225" y="2221706"/>
            <a:ext cx="1911300" cy="138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4" name="Google Shape;1534;p99"/>
          <p:cNvCxnSpPr/>
          <p:nvPr/>
        </p:nvCxnSpPr>
        <p:spPr>
          <a:xfrm>
            <a:off x="4724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5" name="Google Shape;1535;p99"/>
          <p:cNvCxnSpPr/>
          <p:nvPr/>
        </p:nvCxnSpPr>
        <p:spPr>
          <a:xfrm>
            <a:off x="2605087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6" name="Google Shape;1536;p99"/>
          <p:cNvCxnSpPr/>
          <p:nvPr/>
        </p:nvCxnSpPr>
        <p:spPr>
          <a:xfrm rot="10800000">
            <a:off x="5272012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7" name="Google Shape;1537;p99"/>
          <p:cNvCxnSpPr/>
          <p:nvPr/>
        </p:nvCxnSpPr>
        <p:spPr>
          <a:xfrm>
            <a:off x="5102225" y="2221706"/>
            <a:ext cx="6159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8" name="Google Shape;1538;p99"/>
          <p:cNvCxnSpPr/>
          <p:nvPr/>
        </p:nvCxnSpPr>
        <p:spPr>
          <a:xfrm flipH="1">
            <a:off x="6473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9" name="Google Shape;1539;p99"/>
          <p:cNvCxnSpPr/>
          <p:nvPr/>
        </p:nvCxnSpPr>
        <p:spPr>
          <a:xfrm>
            <a:off x="7391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0" name="Google Shape;1540;p99"/>
          <p:cNvCxnSpPr/>
          <p:nvPr/>
        </p:nvCxnSpPr>
        <p:spPr>
          <a:xfrm rot="10800000">
            <a:off x="5272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1" name="Google Shape;1541;p99"/>
          <p:cNvCxnSpPr/>
          <p:nvPr/>
        </p:nvCxnSpPr>
        <p:spPr>
          <a:xfrm flipH="1">
            <a:off x="5102275" y="3078956"/>
            <a:ext cx="6159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2" name="Google Shape;1542;p99"/>
          <p:cNvCxnSpPr/>
          <p:nvPr/>
        </p:nvCxnSpPr>
        <p:spPr>
          <a:xfrm>
            <a:off x="457200" y="1600200"/>
            <a:ext cx="1066800" cy="285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43" name="Google Shape;1543;p99"/>
          <p:cNvSpPr txBox="1"/>
          <p:nvPr/>
        </p:nvSpPr>
        <p:spPr>
          <a:xfrm>
            <a:off x="76200" y="1085850"/>
            <a:ext cx="874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99"/>
          <p:cNvSpPr/>
          <p:nvPr/>
        </p:nvSpPr>
        <p:spPr>
          <a:xfrm>
            <a:off x="1524000" y="1371600"/>
            <a:ext cx="1066800" cy="514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p9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100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Example</a:t>
            </a:r>
            <a:endParaRPr/>
          </a:p>
        </p:txBody>
      </p:sp>
      <p:sp>
        <p:nvSpPr>
          <p:cNvPr id="1551" name="Google Shape;1551;p100"/>
          <p:cNvSpPr/>
          <p:nvPr/>
        </p:nvSpPr>
        <p:spPr>
          <a:xfrm>
            <a:off x="1524000" y="177165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8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100"/>
          <p:cNvSpPr/>
          <p:nvPr/>
        </p:nvSpPr>
        <p:spPr>
          <a:xfrm>
            <a:off x="4191000" y="177165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8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100"/>
          <p:cNvSpPr/>
          <p:nvPr/>
        </p:nvSpPr>
        <p:spPr>
          <a:xfrm>
            <a:off x="6858000" y="177165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8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100"/>
          <p:cNvSpPr/>
          <p:nvPr/>
        </p:nvSpPr>
        <p:spPr>
          <a:xfrm>
            <a:off x="6858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8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p100"/>
          <p:cNvSpPr/>
          <p:nvPr/>
        </p:nvSpPr>
        <p:spPr>
          <a:xfrm>
            <a:off x="4191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8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100"/>
          <p:cNvSpPr/>
          <p:nvPr/>
        </p:nvSpPr>
        <p:spPr>
          <a:xfrm>
            <a:off x="1524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8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| 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100"/>
          <p:cNvSpPr/>
          <p:nvPr/>
        </p:nvSpPr>
        <p:spPr>
          <a:xfrm>
            <a:off x="228600" y="262890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8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100"/>
          <p:cNvSpPr/>
          <p:nvPr/>
        </p:nvSpPr>
        <p:spPr>
          <a:xfrm>
            <a:off x="5562600" y="26289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8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9" name="Google Shape;1559;p100"/>
          <p:cNvCxnSpPr/>
          <p:nvPr/>
        </p:nvCxnSpPr>
        <p:spPr>
          <a:xfrm flipH="1">
            <a:off x="1139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0" name="Google Shape;1560;p100"/>
          <p:cNvCxnSpPr/>
          <p:nvPr/>
        </p:nvCxnSpPr>
        <p:spPr>
          <a:xfrm>
            <a:off x="1139825" y="3078956"/>
            <a:ext cx="5397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1" name="Google Shape;1561;p100"/>
          <p:cNvCxnSpPr/>
          <p:nvPr/>
        </p:nvCxnSpPr>
        <p:spPr>
          <a:xfrm>
            <a:off x="1309687" y="2886075"/>
            <a:ext cx="3036900" cy="72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2" name="Google Shape;1562;p100"/>
          <p:cNvCxnSpPr/>
          <p:nvPr/>
        </p:nvCxnSpPr>
        <p:spPr>
          <a:xfrm rot="10800000">
            <a:off x="2605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3" name="Google Shape;1563;p100"/>
          <p:cNvCxnSpPr/>
          <p:nvPr/>
        </p:nvCxnSpPr>
        <p:spPr>
          <a:xfrm rot="10800000">
            <a:off x="2057400" y="2296584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4" name="Google Shape;1564;p100"/>
          <p:cNvCxnSpPr/>
          <p:nvPr/>
        </p:nvCxnSpPr>
        <p:spPr>
          <a:xfrm>
            <a:off x="2435225" y="2221706"/>
            <a:ext cx="1911300" cy="138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5" name="Google Shape;1565;p100"/>
          <p:cNvCxnSpPr/>
          <p:nvPr/>
        </p:nvCxnSpPr>
        <p:spPr>
          <a:xfrm>
            <a:off x="4724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6" name="Google Shape;1566;p100"/>
          <p:cNvCxnSpPr/>
          <p:nvPr/>
        </p:nvCxnSpPr>
        <p:spPr>
          <a:xfrm>
            <a:off x="2605087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7" name="Google Shape;1567;p100"/>
          <p:cNvCxnSpPr/>
          <p:nvPr/>
        </p:nvCxnSpPr>
        <p:spPr>
          <a:xfrm rot="10800000">
            <a:off x="5272012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8" name="Google Shape;1568;p100"/>
          <p:cNvCxnSpPr/>
          <p:nvPr/>
        </p:nvCxnSpPr>
        <p:spPr>
          <a:xfrm>
            <a:off x="5102225" y="2221706"/>
            <a:ext cx="6159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9" name="Google Shape;1569;p100"/>
          <p:cNvCxnSpPr/>
          <p:nvPr/>
        </p:nvCxnSpPr>
        <p:spPr>
          <a:xfrm flipH="1">
            <a:off x="6473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70" name="Google Shape;1570;p100"/>
          <p:cNvCxnSpPr/>
          <p:nvPr/>
        </p:nvCxnSpPr>
        <p:spPr>
          <a:xfrm>
            <a:off x="7391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71" name="Google Shape;1571;p100"/>
          <p:cNvCxnSpPr/>
          <p:nvPr/>
        </p:nvCxnSpPr>
        <p:spPr>
          <a:xfrm rot="10800000">
            <a:off x="5272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72" name="Google Shape;1572;p100"/>
          <p:cNvCxnSpPr/>
          <p:nvPr/>
        </p:nvCxnSpPr>
        <p:spPr>
          <a:xfrm flipH="1">
            <a:off x="5102275" y="3078956"/>
            <a:ext cx="6159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73" name="Google Shape;1573;p100"/>
          <p:cNvCxnSpPr/>
          <p:nvPr/>
        </p:nvCxnSpPr>
        <p:spPr>
          <a:xfrm>
            <a:off x="457200" y="1600200"/>
            <a:ext cx="1066800" cy="285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74" name="Google Shape;1574;p100"/>
          <p:cNvSpPr txBox="1"/>
          <p:nvPr/>
        </p:nvSpPr>
        <p:spPr>
          <a:xfrm>
            <a:off x="76200" y="1085850"/>
            <a:ext cx="874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100"/>
          <p:cNvSpPr/>
          <p:nvPr/>
        </p:nvSpPr>
        <p:spPr>
          <a:xfrm>
            <a:off x="1524000" y="1371600"/>
            <a:ext cx="1066800" cy="514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1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101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Example</a:t>
            </a:r>
            <a:endParaRPr/>
          </a:p>
        </p:txBody>
      </p:sp>
      <p:sp>
        <p:nvSpPr>
          <p:cNvPr id="1582" name="Google Shape;1582;p101"/>
          <p:cNvSpPr/>
          <p:nvPr/>
        </p:nvSpPr>
        <p:spPr>
          <a:xfrm>
            <a:off x="1524000" y="177165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9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101"/>
          <p:cNvSpPr/>
          <p:nvPr/>
        </p:nvSpPr>
        <p:spPr>
          <a:xfrm>
            <a:off x="4191000" y="177165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9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101"/>
          <p:cNvSpPr/>
          <p:nvPr/>
        </p:nvSpPr>
        <p:spPr>
          <a:xfrm>
            <a:off x="6858000" y="177165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9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101"/>
          <p:cNvSpPr/>
          <p:nvPr/>
        </p:nvSpPr>
        <p:spPr>
          <a:xfrm>
            <a:off x="6858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9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101"/>
          <p:cNvSpPr/>
          <p:nvPr/>
        </p:nvSpPr>
        <p:spPr>
          <a:xfrm>
            <a:off x="4191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9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101"/>
          <p:cNvSpPr/>
          <p:nvPr/>
        </p:nvSpPr>
        <p:spPr>
          <a:xfrm>
            <a:off x="1524000" y="354330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9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101"/>
          <p:cNvSpPr/>
          <p:nvPr/>
        </p:nvSpPr>
        <p:spPr>
          <a:xfrm>
            <a:off x="228600" y="262890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9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101"/>
          <p:cNvSpPr/>
          <p:nvPr/>
        </p:nvSpPr>
        <p:spPr>
          <a:xfrm>
            <a:off x="5562600" y="26289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9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0" name="Google Shape;1590;p101"/>
          <p:cNvCxnSpPr/>
          <p:nvPr/>
        </p:nvCxnSpPr>
        <p:spPr>
          <a:xfrm flipH="1">
            <a:off x="1139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91" name="Google Shape;1591;p101"/>
          <p:cNvCxnSpPr/>
          <p:nvPr/>
        </p:nvCxnSpPr>
        <p:spPr>
          <a:xfrm>
            <a:off x="1139825" y="3078956"/>
            <a:ext cx="539700" cy="5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92" name="Google Shape;1592;p101"/>
          <p:cNvCxnSpPr/>
          <p:nvPr/>
        </p:nvCxnSpPr>
        <p:spPr>
          <a:xfrm>
            <a:off x="1309687" y="2886075"/>
            <a:ext cx="3036900" cy="72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93" name="Google Shape;1593;p101"/>
          <p:cNvCxnSpPr/>
          <p:nvPr/>
        </p:nvCxnSpPr>
        <p:spPr>
          <a:xfrm rot="10800000">
            <a:off x="2605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94" name="Google Shape;1594;p101"/>
          <p:cNvCxnSpPr/>
          <p:nvPr/>
        </p:nvCxnSpPr>
        <p:spPr>
          <a:xfrm rot="10800000">
            <a:off x="2057400" y="2296584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95" name="Google Shape;1595;p101"/>
          <p:cNvCxnSpPr/>
          <p:nvPr/>
        </p:nvCxnSpPr>
        <p:spPr>
          <a:xfrm>
            <a:off x="2435225" y="2221706"/>
            <a:ext cx="1911300" cy="138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96" name="Google Shape;1596;p101"/>
          <p:cNvCxnSpPr/>
          <p:nvPr/>
        </p:nvCxnSpPr>
        <p:spPr>
          <a:xfrm>
            <a:off x="4724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97" name="Google Shape;1597;p101"/>
          <p:cNvCxnSpPr/>
          <p:nvPr/>
        </p:nvCxnSpPr>
        <p:spPr>
          <a:xfrm>
            <a:off x="2605087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98" name="Google Shape;1598;p101"/>
          <p:cNvCxnSpPr/>
          <p:nvPr/>
        </p:nvCxnSpPr>
        <p:spPr>
          <a:xfrm rot="10800000">
            <a:off x="5272012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99" name="Google Shape;1599;p101"/>
          <p:cNvCxnSpPr/>
          <p:nvPr/>
        </p:nvCxnSpPr>
        <p:spPr>
          <a:xfrm>
            <a:off x="5102225" y="2221706"/>
            <a:ext cx="6159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00" name="Google Shape;1600;p101"/>
          <p:cNvCxnSpPr/>
          <p:nvPr/>
        </p:nvCxnSpPr>
        <p:spPr>
          <a:xfrm flipH="1">
            <a:off x="6473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01" name="Google Shape;1601;p101"/>
          <p:cNvCxnSpPr/>
          <p:nvPr/>
        </p:nvCxnSpPr>
        <p:spPr>
          <a:xfrm>
            <a:off x="7391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02" name="Google Shape;1602;p101"/>
          <p:cNvCxnSpPr/>
          <p:nvPr/>
        </p:nvCxnSpPr>
        <p:spPr>
          <a:xfrm rot="10800000">
            <a:off x="5272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03" name="Google Shape;1603;p101"/>
          <p:cNvCxnSpPr/>
          <p:nvPr/>
        </p:nvCxnSpPr>
        <p:spPr>
          <a:xfrm flipH="1">
            <a:off x="5102275" y="3078956"/>
            <a:ext cx="6159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04" name="Google Shape;1604;p101"/>
          <p:cNvCxnSpPr/>
          <p:nvPr/>
        </p:nvCxnSpPr>
        <p:spPr>
          <a:xfrm>
            <a:off x="457200" y="1600200"/>
            <a:ext cx="1066800" cy="285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05" name="Google Shape;1605;p101"/>
          <p:cNvSpPr txBox="1"/>
          <p:nvPr/>
        </p:nvSpPr>
        <p:spPr>
          <a:xfrm>
            <a:off x="76200" y="1085850"/>
            <a:ext cx="87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5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" sz="15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5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101"/>
          <p:cNvSpPr/>
          <p:nvPr/>
        </p:nvSpPr>
        <p:spPr>
          <a:xfrm>
            <a:off x="1524000" y="1371600"/>
            <a:ext cx="1066800" cy="514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1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102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Example</a:t>
            </a:r>
            <a:endParaRPr/>
          </a:p>
        </p:txBody>
      </p:sp>
      <p:sp>
        <p:nvSpPr>
          <p:cNvPr id="1613" name="Google Shape;1613;p102"/>
          <p:cNvSpPr/>
          <p:nvPr/>
        </p:nvSpPr>
        <p:spPr>
          <a:xfrm>
            <a:off x="1524000" y="177165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102"/>
          <p:cNvSpPr/>
          <p:nvPr/>
        </p:nvSpPr>
        <p:spPr>
          <a:xfrm>
            <a:off x="4191000" y="177165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p102"/>
          <p:cNvSpPr/>
          <p:nvPr/>
        </p:nvSpPr>
        <p:spPr>
          <a:xfrm>
            <a:off x="6858000" y="177165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102"/>
          <p:cNvSpPr/>
          <p:nvPr/>
        </p:nvSpPr>
        <p:spPr>
          <a:xfrm>
            <a:off x="6858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102"/>
          <p:cNvSpPr/>
          <p:nvPr/>
        </p:nvSpPr>
        <p:spPr>
          <a:xfrm>
            <a:off x="4191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102"/>
          <p:cNvSpPr/>
          <p:nvPr/>
        </p:nvSpPr>
        <p:spPr>
          <a:xfrm>
            <a:off x="1524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102"/>
          <p:cNvSpPr/>
          <p:nvPr/>
        </p:nvSpPr>
        <p:spPr>
          <a:xfrm>
            <a:off x="228600" y="262890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0" name="Google Shape;1620;p102"/>
          <p:cNvSpPr/>
          <p:nvPr/>
        </p:nvSpPr>
        <p:spPr>
          <a:xfrm>
            <a:off x="5562600" y="26289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1" name="Google Shape;1621;p102"/>
          <p:cNvCxnSpPr/>
          <p:nvPr/>
        </p:nvCxnSpPr>
        <p:spPr>
          <a:xfrm flipH="1">
            <a:off x="1139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2" name="Google Shape;1622;p102"/>
          <p:cNvCxnSpPr/>
          <p:nvPr/>
        </p:nvCxnSpPr>
        <p:spPr>
          <a:xfrm>
            <a:off x="1139825" y="3078956"/>
            <a:ext cx="539700" cy="5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3" name="Google Shape;1623;p102"/>
          <p:cNvCxnSpPr/>
          <p:nvPr/>
        </p:nvCxnSpPr>
        <p:spPr>
          <a:xfrm>
            <a:off x="1309687" y="2886075"/>
            <a:ext cx="3036900" cy="72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4" name="Google Shape;1624;p102"/>
          <p:cNvCxnSpPr/>
          <p:nvPr/>
        </p:nvCxnSpPr>
        <p:spPr>
          <a:xfrm rot="10800000">
            <a:off x="2605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5" name="Google Shape;1625;p102"/>
          <p:cNvCxnSpPr/>
          <p:nvPr/>
        </p:nvCxnSpPr>
        <p:spPr>
          <a:xfrm rot="10800000">
            <a:off x="2057400" y="2296584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6" name="Google Shape;1626;p102"/>
          <p:cNvCxnSpPr/>
          <p:nvPr/>
        </p:nvCxnSpPr>
        <p:spPr>
          <a:xfrm>
            <a:off x="2435225" y="2221706"/>
            <a:ext cx="1911300" cy="138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7" name="Google Shape;1627;p102"/>
          <p:cNvCxnSpPr/>
          <p:nvPr/>
        </p:nvCxnSpPr>
        <p:spPr>
          <a:xfrm>
            <a:off x="4724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8" name="Google Shape;1628;p102"/>
          <p:cNvCxnSpPr/>
          <p:nvPr/>
        </p:nvCxnSpPr>
        <p:spPr>
          <a:xfrm>
            <a:off x="2605087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9" name="Google Shape;1629;p102"/>
          <p:cNvCxnSpPr/>
          <p:nvPr/>
        </p:nvCxnSpPr>
        <p:spPr>
          <a:xfrm rot="10800000">
            <a:off x="5272012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30" name="Google Shape;1630;p102"/>
          <p:cNvCxnSpPr/>
          <p:nvPr/>
        </p:nvCxnSpPr>
        <p:spPr>
          <a:xfrm>
            <a:off x="5102225" y="2221706"/>
            <a:ext cx="6159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31" name="Google Shape;1631;p102"/>
          <p:cNvCxnSpPr/>
          <p:nvPr/>
        </p:nvCxnSpPr>
        <p:spPr>
          <a:xfrm flipH="1">
            <a:off x="6473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32" name="Google Shape;1632;p102"/>
          <p:cNvCxnSpPr/>
          <p:nvPr/>
        </p:nvCxnSpPr>
        <p:spPr>
          <a:xfrm>
            <a:off x="7391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33" name="Google Shape;1633;p102"/>
          <p:cNvCxnSpPr/>
          <p:nvPr/>
        </p:nvCxnSpPr>
        <p:spPr>
          <a:xfrm rot="10800000">
            <a:off x="5272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34" name="Google Shape;1634;p102"/>
          <p:cNvCxnSpPr/>
          <p:nvPr/>
        </p:nvCxnSpPr>
        <p:spPr>
          <a:xfrm flipH="1">
            <a:off x="5102275" y="3078956"/>
            <a:ext cx="6159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35" name="Google Shape;1635;p102"/>
          <p:cNvCxnSpPr/>
          <p:nvPr/>
        </p:nvCxnSpPr>
        <p:spPr>
          <a:xfrm>
            <a:off x="457200" y="1600200"/>
            <a:ext cx="1066800" cy="285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36" name="Google Shape;1636;p102"/>
          <p:cNvSpPr txBox="1"/>
          <p:nvPr/>
        </p:nvSpPr>
        <p:spPr>
          <a:xfrm>
            <a:off x="76200" y="1085850"/>
            <a:ext cx="87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5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" sz="15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5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7" name="Google Shape;1637;p102"/>
          <p:cNvSpPr/>
          <p:nvPr/>
        </p:nvSpPr>
        <p:spPr>
          <a:xfrm>
            <a:off x="1524000" y="1371600"/>
            <a:ext cx="1066800" cy="514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1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103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Example</a:t>
            </a:r>
            <a:endParaRPr/>
          </a:p>
        </p:txBody>
      </p:sp>
      <p:sp>
        <p:nvSpPr>
          <p:cNvPr id="1644" name="Google Shape;1644;p103"/>
          <p:cNvSpPr/>
          <p:nvPr/>
        </p:nvSpPr>
        <p:spPr>
          <a:xfrm>
            <a:off x="1524000" y="177165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5" name="Google Shape;1645;p103"/>
          <p:cNvSpPr/>
          <p:nvPr/>
        </p:nvSpPr>
        <p:spPr>
          <a:xfrm>
            <a:off x="4191000" y="177165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6" name="Google Shape;1646;p103"/>
          <p:cNvSpPr/>
          <p:nvPr/>
        </p:nvSpPr>
        <p:spPr>
          <a:xfrm>
            <a:off x="6858000" y="177165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103"/>
          <p:cNvSpPr/>
          <p:nvPr/>
        </p:nvSpPr>
        <p:spPr>
          <a:xfrm>
            <a:off x="6858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103"/>
          <p:cNvSpPr/>
          <p:nvPr/>
        </p:nvSpPr>
        <p:spPr>
          <a:xfrm>
            <a:off x="4191000" y="354330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103"/>
          <p:cNvSpPr/>
          <p:nvPr/>
        </p:nvSpPr>
        <p:spPr>
          <a:xfrm>
            <a:off x="1524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p103"/>
          <p:cNvSpPr/>
          <p:nvPr/>
        </p:nvSpPr>
        <p:spPr>
          <a:xfrm>
            <a:off x="228600" y="262890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103"/>
          <p:cNvSpPr/>
          <p:nvPr/>
        </p:nvSpPr>
        <p:spPr>
          <a:xfrm>
            <a:off x="5562600" y="26289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2" name="Google Shape;1652;p103"/>
          <p:cNvCxnSpPr/>
          <p:nvPr/>
        </p:nvCxnSpPr>
        <p:spPr>
          <a:xfrm flipH="1">
            <a:off x="1139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3" name="Google Shape;1653;p103"/>
          <p:cNvCxnSpPr/>
          <p:nvPr/>
        </p:nvCxnSpPr>
        <p:spPr>
          <a:xfrm>
            <a:off x="1139825" y="3078956"/>
            <a:ext cx="539700" cy="5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4" name="Google Shape;1654;p103"/>
          <p:cNvCxnSpPr/>
          <p:nvPr/>
        </p:nvCxnSpPr>
        <p:spPr>
          <a:xfrm>
            <a:off x="1309687" y="2886075"/>
            <a:ext cx="3036900" cy="72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5" name="Google Shape;1655;p103"/>
          <p:cNvCxnSpPr/>
          <p:nvPr/>
        </p:nvCxnSpPr>
        <p:spPr>
          <a:xfrm rot="10800000">
            <a:off x="2605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6" name="Google Shape;1656;p103"/>
          <p:cNvCxnSpPr/>
          <p:nvPr/>
        </p:nvCxnSpPr>
        <p:spPr>
          <a:xfrm rot="10800000">
            <a:off x="2057400" y="2296584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7" name="Google Shape;1657;p103"/>
          <p:cNvCxnSpPr/>
          <p:nvPr/>
        </p:nvCxnSpPr>
        <p:spPr>
          <a:xfrm>
            <a:off x="2435225" y="2221706"/>
            <a:ext cx="1911300" cy="138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8" name="Google Shape;1658;p103"/>
          <p:cNvCxnSpPr/>
          <p:nvPr/>
        </p:nvCxnSpPr>
        <p:spPr>
          <a:xfrm>
            <a:off x="4724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9" name="Google Shape;1659;p103"/>
          <p:cNvCxnSpPr/>
          <p:nvPr/>
        </p:nvCxnSpPr>
        <p:spPr>
          <a:xfrm>
            <a:off x="2605087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0" name="Google Shape;1660;p103"/>
          <p:cNvCxnSpPr/>
          <p:nvPr/>
        </p:nvCxnSpPr>
        <p:spPr>
          <a:xfrm rot="10800000">
            <a:off x="5272012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1" name="Google Shape;1661;p103"/>
          <p:cNvCxnSpPr/>
          <p:nvPr/>
        </p:nvCxnSpPr>
        <p:spPr>
          <a:xfrm>
            <a:off x="5102225" y="2221706"/>
            <a:ext cx="6159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2" name="Google Shape;1662;p103"/>
          <p:cNvCxnSpPr/>
          <p:nvPr/>
        </p:nvCxnSpPr>
        <p:spPr>
          <a:xfrm flipH="1">
            <a:off x="6473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3" name="Google Shape;1663;p103"/>
          <p:cNvCxnSpPr/>
          <p:nvPr/>
        </p:nvCxnSpPr>
        <p:spPr>
          <a:xfrm>
            <a:off x="7391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4" name="Google Shape;1664;p103"/>
          <p:cNvCxnSpPr/>
          <p:nvPr/>
        </p:nvCxnSpPr>
        <p:spPr>
          <a:xfrm rot="10800000">
            <a:off x="5272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5" name="Google Shape;1665;p103"/>
          <p:cNvCxnSpPr/>
          <p:nvPr/>
        </p:nvCxnSpPr>
        <p:spPr>
          <a:xfrm flipH="1">
            <a:off x="5102275" y="3078956"/>
            <a:ext cx="6159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6" name="Google Shape;1666;p103"/>
          <p:cNvCxnSpPr/>
          <p:nvPr/>
        </p:nvCxnSpPr>
        <p:spPr>
          <a:xfrm>
            <a:off x="457200" y="1600200"/>
            <a:ext cx="1066800" cy="285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67" name="Google Shape;1667;p103"/>
          <p:cNvSpPr txBox="1"/>
          <p:nvPr/>
        </p:nvSpPr>
        <p:spPr>
          <a:xfrm>
            <a:off x="76200" y="1085850"/>
            <a:ext cx="87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8" name="Google Shape;1668;p103"/>
          <p:cNvSpPr/>
          <p:nvPr/>
        </p:nvSpPr>
        <p:spPr>
          <a:xfrm>
            <a:off x="1524000" y="1371600"/>
            <a:ext cx="1066800" cy="514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p10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104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Example</a:t>
            </a:r>
            <a:endParaRPr/>
          </a:p>
        </p:txBody>
      </p:sp>
      <p:sp>
        <p:nvSpPr>
          <p:cNvPr id="1675" name="Google Shape;1675;p104"/>
          <p:cNvSpPr/>
          <p:nvPr/>
        </p:nvSpPr>
        <p:spPr>
          <a:xfrm>
            <a:off x="1524000" y="177165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104"/>
          <p:cNvSpPr/>
          <p:nvPr/>
        </p:nvSpPr>
        <p:spPr>
          <a:xfrm>
            <a:off x="4191000" y="177165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104"/>
          <p:cNvSpPr/>
          <p:nvPr/>
        </p:nvSpPr>
        <p:spPr>
          <a:xfrm>
            <a:off x="6858000" y="177165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104"/>
          <p:cNvSpPr/>
          <p:nvPr/>
        </p:nvSpPr>
        <p:spPr>
          <a:xfrm>
            <a:off x="6858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104"/>
          <p:cNvSpPr/>
          <p:nvPr/>
        </p:nvSpPr>
        <p:spPr>
          <a:xfrm>
            <a:off x="4191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0" name="Google Shape;1680;p104"/>
          <p:cNvSpPr/>
          <p:nvPr/>
        </p:nvSpPr>
        <p:spPr>
          <a:xfrm>
            <a:off x="1524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p104"/>
          <p:cNvSpPr/>
          <p:nvPr/>
        </p:nvSpPr>
        <p:spPr>
          <a:xfrm>
            <a:off x="228600" y="262890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2" name="Google Shape;1682;p104"/>
          <p:cNvSpPr/>
          <p:nvPr/>
        </p:nvSpPr>
        <p:spPr>
          <a:xfrm>
            <a:off x="5562600" y="26289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3" name="Google Shape;1683;p104"/>
          <p:cNvCxnSpPr/>
          <p:nvPr/>
        </p:nvCxnSpPr>
        <p:spPr>
          <a:xfrm flipH="1">
            <a:off x="1139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84" name="Google Shape;1684;p104"/>
          <p:cNvCxnSpPr/>
          <p:nvPr/>
        </p:nvCxnSpPr>
        <p:spPr>
          <a:xfrm>
            <a:off x="1139825" y="3078956"/>
            <a:ext cx="539700" cy="5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85" name="Google Shape;1685;p104"/>
          <p:cNvCxnSpPr/>
          <p:nvPr/>
        </p:nvCxnSpPr>
        <p:spPr>
          <a:xfrm>
            <a:off x="1309687" y="2886075"/>
            <a:ext cx="3036900" cy="72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86" name="Google Shape;1686;p104"/>
          <p:cNvCxnSpPr/>
          <p:nvPr/>
        </p:nvCxnSpPr>
        <p:spPr>
          <a:xfrm rot="10800000">
            <a:off x="2605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87" name="Google Shape;1687;p104"/>
          <p:cNvCxnSpPr/>
          <p:nvPr/>
        </p:nvCxnSpPr>
        <p:spPr>
          <a:xfrm rot="10800000">
            <a:off x="2057400" y="2296584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88" name="Google Shape;1688;p104"/>
          <p:cNvCxnSpPr/>
          <p:nvPr/>
        </p:nvCxnSpPr>
        <p:spPr>
          <a:xfrm>
            <a:off x="2435225" y="2221706"/>
            <a:ext cx="1911300" cy="138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89" name="Google Shape;1689;p104"/>
          <p:cNvCxnSpPr/>
          <p:nvPr/>
        </p:nvCxnSpPr>
        <p:spPr>
          <a:xfrm>
            <a:off x="4724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90" name="Google Shape;1690;p104"/>
          <p:cNvCxnSpPr/>
          <p:nvPr/>
        </p:nvCxnSpPr>
        <p:spPr>
          <a:xfrm>
            <a:off x="2605087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91" name="Google Shape;1691;p104"/>
          <p:cNvCxnSpPr/>
          <p:nvPr/>
        </p:nvCxnSpPr>
        <p:spPr>
          <a:xfrm rot="10800000">
            <a:off x="5272012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92" name="Google Shape;1692;p104"/>
          <p:cNvCxnSpPr/>
          <p:nvPr/>
        </p:nvCxnSpPr>
        <p:spPr>
          <a:xfrm>
            <a:off x="5102225" y="2221706"/>
            <a:ext cx="6159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93" name="Google Shape;1693;p104"/>
          <p:cNvCxnSpPr/>
          <p:nvPr/>
        </p:nvCxnSpPr>
        <p:spPr>
          <a:xfrm flipH="1">
            <a:off x="6473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94" name="Google Shape;1694;p104"/>
          <p:cNvCxnSpPr/>
          <p:nvPr/>
        </p:nvCxnSpPr>
        <p:spPr>
          <a:xfrm>
            <a:off x="7391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95" name="Google Shape;1695;p104"/>
          <p:cNvCxnSpPr/>
          <p:nvPr/>
        </p:nvCxnSpPr>
        <p:spPr>
          <a:xfrm rot="10800000">
            <a:off x="5272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96" name="Google Shape;1696;p104"/>
          <p:cNvCxnSpPr/>
          <p:nvPr/>
        </p:nvCxnSpPr>
        <p:spPr>
          <a:xfrm flipH="1">
            <a:off x="5102275" y="3078956"/>
            <a:ext cx="6159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97" name="Google Shape;1697;p104"/>
          <p:cNvCxnSpPr/>
          <p:nvPr/>
        </p:nvCxnSpPr>
        <p:spPr>
          <a:xfrm>
            <a:off x="457200" y="1600200"/>
            <a:ext cx="1066800" cy="285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98" name="Google Shape;1698;p104"/>
          <p:cNvSpPr txBox="1"/>
          <p:nvPr/>
        </p:nvSpPr>
        <p:spPr>
          <a:xfrm>
            <a:off x="76200" y="1085850"/>
            <a:ext cx="87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104"/>
          <p:cNvSpPr/>
          <p:nvPr/>
        </p:nvSpPr>
        <p:spPr>
          <a:xfrm>
            <a:off x="1524000" y="1371600"/>
            <a:ext cx="1066800" cy="514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1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105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Example</a:t>
            </a:r>
            <a:endParaRPr/>
          </a:p>
        </p:txBody>
      </p:sp>
      <p:sp>
        <p:nvSpPr>
          <p:cNvPr id="1706" name="Google Shape;1706;p105"/>
          <p:cNvSpPr/>
          <p:nvPr/>
        </p:nvSpPr>
        <p:spPr>
          <a:xfrm>
            <a:off x="1524000" y="177165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105"/>
          <p:cNvSpPr/>
          <p:nvPr/>
        </p:nvSpPr>
        <p:spPr>
          <a:xfrm>
            <a:off x="4191000" y="177165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8" name="Google Shape;1708;p105"/>
          <p:cNvSpPr/>
          <p:nvPr/>
        </p:nvSpPr>
        <p:spPr>
          <a:xfrm>
            <a:off x="6858000" y="177165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9" name="Google Shape;1709;p105"/>
          <p:cNvSpPr/>
          <p:nvPr/>
        </p:nvSpPr>
        <p:spPr>
          <a:xfrm>
            <a:off x="6858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0" name="Google Shape;1710;p105"/>
          <p:cNvSpPr/>
          <p:nvPr/>
        </p:nvSpPr>
        <p:spPr>
          <a:xfrm>
            <a:off x="4191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1" name="Google Shape;1711;p105"/>
          <p:cNvSpPr/>
          <p:nvPr/>
        </p:nvSpPr>
        <p:spPr>
          <a:xfrm>
            <a:off x="1524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2" name="Google Shape;1712;p105"/>
          <p:cNvSpPr/>
          <p:nvPr/>
        </p:nvSpPr>
        <p:spPr>
          <a:xfrm>
            <a:off x="228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p105"/>
          <p:cNvSpPr/>
          <p:nvPr/>
        </p:nvSpPr>
        <p:spPr>
          <a:xfrm>
            <a:off x="5562600" y="26289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4" name="Google Shape;1714;p105"/>
          <p:cNvCxnSpPr/>
          <p:nvPr/>
        </p:nvCxnSpPr>
        <p:spPr>
          <a:xfrm flipH="1">
            <a:off x="1139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15" name="Google Shape;1715;p105"/>
          <p:cNvCxnSpPr/>
          <p:nvPr/>
        </p:nvCxnSpPr>
        <p:spPr>
          <a:xfrm>
            <a:off x="1139825" y="3078956"/>
            <a:ext cx="539700" cy="5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16" name="Google Shape;1716;p105"/>
          <p:cNvCxnSpPr/>
          <p:nvPr/>
        </p:nvCxnSpPr>
        <p:spPr>
          <a:xfrm>
            <a:off x="1309687" y="2886075"/>
            <a:ext cx="3036900" cy="72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17" name="Google Shape;1717;p105"/>
          <p:cNvCxnSpPr/>
          <p:nvPr/>
        </p:nvCxnSpPr>
        <p:spPr>
          <a:xfrm rot="10800000">
            <a:off x="2605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18" name="Google Shape;1718;p105"/>
          <p:cNvCxnSpPr/>
          <p:nvPr/>
        </p:nvCxnSpPr>
        <p:spPr>
          <a:xfrm rot="10800000">
            <a:off x="2057400" y="2296584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19" name="Google Shape;1719;p105"/>
          <p:cNvCxnSpPr/>
          <p:nvPr/>
        </p:nvCxnSpPr>
        <p:spPr>
          <a:xfrm>
            <a:off x="2435225" y="2221706"/>
            <a:ext cx="1911300" cy="138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20" name="Google Shape;1720;p105"/>
          <p:cNvCxnSpPr/>
          <p:nvPr/>
        </p:nvCxnSpPr>
        <p:spPr>
          <a:xfrm>
            <a:off x="4724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21" name="Google Shape;1721;p105"/>
          <p:cNvCxnSpPr/>
          <p:nvPr/>
        </p:nvCxnSpPr>
        <p:spPr>
          <a:xfrm>
            <a:off x="2605087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22" name="Google Shape;1722;p105"/>
          <p:cNvCxnSpPr/>
          <p:nvPr/>
        </p:nvCxnSpPr>
        <p:spPr>
          <a:xfrm rot="10800000">
            <a:off x="5272012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23" name="Google Shape;1723;p105"/>
          <p:cNvCxnSpPr/>
          <p:nvPr/>
        </p:nvCxnSpPr>
        <p:spPr>
          <a:xfrm>
            <a:off x="5102225" y="2221706"/>
            <a:ext cx="6159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24" name="Google Shape;1724;p105"/>
          <p:cNvCxnSpPr/>
          <p:nvPr/>
        </p:nvCxnSpPr>
        <p:spPr>
          <a:xfrm flipH="1">
            <a:off x="6473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25" name="Google Shape;1725;p105"/>
          <p:cNvCxnSpPr/>
          <p:nvPr/>
        </p:nvCxnSpPr>
        <p:spPr>
          <a:xfrm>
            <a:off x="7391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26" name="Google Shape;1726;p105"/>
          <p:cNvCxnSpPr/>
          <p:nvPr/>
        </p:nvCxnSpPr>
        <p:spPr>
          <a:xfrm rot="10800000">
            <a:off x="5272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27" name="Google Shape;1727;p105"/>
          <p:cNvCxnSpPr/>
          <p:nvPr/>
        </p:nvCxnSpPr>
        <p:spPr>
          <a:xfrm flipH="1">
            <a:off x="5102275" y="3078956"/>
            <a:ext cx="6159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28" name="Google Shape;1728;p105"/>
          <p:cNvCxnSpPr/>
          <p:nvPr/>
        </p:nvCxnSpPr>
        <p:spPr>
          <a:xfrm>
            <a:off x="457200" y="1600200"/>
            <a:ext cx="1066800" cy="285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29" name="Google Shape;1729;p105"/>
          <p:cNvSpPr txBox="1"/>
          <p:nvPr/>
        </p:nvSpPr>
        <p:spPr>
          <a:xfrm>
            <a:off x="76200" y="1085850"/>
            <a:ext cx="87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5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" sz="15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5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0" name="Google Shape;1730;p105"/>
          <p:cNvSpPr/>
          <p:nvPr/>
        </p:nvSpPr>
        <p:spPr>
          <a:xfrm>
            <a:off x="1524000" y="1371600"/>
            <a:ext cx="1066800" cy="514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1" name="Google Shape;1731;p10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106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Example</a:t>
            </a:r>
            <a:endParaRPr/>
          </a:p>
        </p:txBody>
      </p:sp>
      <p:sp>
        <p:nvSpPr>
          <p:cNvPr id="1737" name="Google Shape;1737;p106"/>
          <p:cNvSpPr/>
          <p:nvPr/>
        </p:nvSpPr>
        <p:spPr>
          <a:xfrm>
            <a:off x="1524000" y="177165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106"/>
          <p:cNvSpPr/>
          <p:nvPr/>
        </p:nvSpPr>
        <p:spPr>
          <a:xfrm>
            <a:off x="4191000" y="177165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106"/>
          <p:cNvSpPr/>
          <p:nvPr/>
        </p:nvSpPr>
        <p:spPr>
          <a:xfrm>
            <a:off x="6858000" y="177165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106"/>
          <p:cNvSpPr/>
          <p:nvPr/>
        </p:nvSpPr>
        <p:spPr>
          <a:xfrm>
            <a:off x="6858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106"/>
          <p:cNvSpPr/>
          <p:nvPr/>
        </p:nvSpPr>
        <p:spPr>
          <a:xfrm>
            <a:off x="4191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p106"/>
          <p:cNvSpPr/>
          <p:nvPr/>
        </p:nvSpPr>
        <p:spPr>
          <a:xfrm>
            <a:off x="1524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p106"/>
          <p:cNvSpPr/>
          <p:nvPr/>
        </p:nvSpPr>
        <p:spPr>
          <a:xfrm>
            <a:off x="228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p106"/>
          <p:cNvSpPr/>
          <p:nvPr/>
        </p:nvSpPr>
        <p:spPr>
          <a:xfrm>
            <a:off x="5562600" y="262890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5" name="Google Shape;1745;p106"/>
          <p:cNvCxnSpPr/>
          <p:nvPr/>
        </p:nvCxnSpPr>
        <p:spPr>
          <a:xfrm flipH="1">
            <a:off x="1139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46" name="Google Shape;1746;p106"/>
          <p:cNvCxnSpPr/>
          <p:nvPr/>
        </p:nvCxnSpPr>
        <p:spPr>
          <a:xfrm>
            <a:off x="1139825" y="3078956"/>
            <a:ext cx="539700" cy="5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47" name="Google Shape;1747;p106"/>
          <p:cNvCxnSpPr/>
          <p:nvPr/>
        </p:nvCxnSpPr>
        <p:spPr>
          <a:xfrm>
            <a:off x="1309687" y="2886075"/>
            <a:ext cx="3036900" cy="72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48" name="Google Shape;1748;p106"/>
          <p:cNvCxnSpPr/>
          <p:nvPr/>
        </p:nvCxnSpPr>
        <p:spPr>
          <a:xfrm rot="10800000">
            <a:off x="2605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49" name="Google Shape;1749;p106"/>
          <p:cNvCxnSpPr/>
          <p:nvPr/>
        </p:nvCxnSpPr>
        <p:spPr>
          <a:xfrm rot="10800000">
            <a:off x="2057400" y="2296584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50" name="Google Shape;1750;p106"/>
          <p:cNvCxnSpPr/>
          <p:nvPr/>
        </p:nvCxnSpPr>
        <p:spPr>
          <a:xfrm>
            <a:off x="2435225" y="2221706"/>
            <a:ext cx="1911300" cy="138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51" name="Google Shape;1751;p106"/>
          <p:cNvCxnSpPr/>
          <p:nvPr/>
        </p:nvCxnSpPr>
        <p:spPr>
          <a:xfrm>
            <a:off x="4724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52" name="Google Shape;1752;p106"/>
          <p:cNvCxnSpPr/>
          <p:nvPr/>
        </p:nvCxnSpPr>
        <p:spPr>
          <a:xfrm>
            <a:off x="2605087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53" name="Google Shape;1753;p106"/>
          <p:cNvCxnSpPr/>
          <p:nvPr/>
        </p:nvCxnSpPr>
        <p:spPr>
          <a:xfrm rot="10800000">
            <a:off x="5272012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54" name="Google Shape;1754;p106"/>
          <p:cNvCxnSpPr/>
          <p:nvPr/>
        </p:nvCxnSpPr>
        <p:spPr>
          <a:xfrm>
            <a:off x="5102225" y="2221706"/>
            <a:ext cx="6159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55" name="Google Shape;1755;p106"/>
          <p:cNvCxnSpPr/>
          <p:nvPr/>
        </p:nvCxnSpPr>
        <p:spPr>
          <a:xfrm flipH="1">
            <a:off x="6473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56" name="Google Shape;1756;p106"/>
          <p:cNvCxnSpPr/>
          <p:nvPr/>
        </p:nvCxnSpPr>
        <p:spPr>
          <a:xfrm>
            <a:off x="7391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57" name="Google Shape;1757;p106"/>
          <p:cNvCxnSpPr/>
          <p:nvPr/>
        </p:nvCxnSpPr>
        <p:spPr>
          <a:xfrm rot="10800000">
            <a:off x="5272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58" name="Google Shape;1758;p106"/>
          <p:cNvCxnSpPr/>
          <p:nvPr/>
        </p:nvCxnSpPr>
        <p:spPr>
          <a:xfrm flipH="1">
            <a:off x="5102275" y="3078956"/>
            <a:ext cx="6159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59" name="Google Shape;1759;p106"/>
          <p:cNvCxnSpPr/>
          <p:nvPr/>
        </p:nvCxnSpPr>
        <p:spPr>
          <a:xfrm>
            <a:off x="457200" y="1600200"/>
            <a:ext cx="1066800" cy="285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60" name="Google Shape;1760;p106"/>
          <p:cNvSpPr txBox="1"/>
          <p:nvPr/>
        </p:nvSpPr>
        <p:spPr>
          <a:xfrm>
            <a:off x="76200" y="1085850"/>
            <a:ext cx="874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1" name="Google Shape;1761;p106"/>
          <p:cNvSpPr/>
          <p:nvPr/>
        </p:nvSpPr>
        <p:spPr>
          <a:xfrm>
            <a:off x="1524000" y="1371600"/>
            <a:ext cx="1066800" cy="514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p106"/>
          <p:cNvSpPr txBox="1"/>
          <p:nvPr/>
        </p:nvSpPr>
        <p:spPr>
          <a:xfrm>
            <a:off x="1970087" y="4202906"/>
            <a:ext cx="5557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1" lang="en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structure of the grey vertices?  </a:t>
            </a:r>
            <a:br>
              <a:rPr b="1" i="1" lang="en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 they represent?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3" name="Google Shape;1763;p10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107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Example</a:t>
            </a:r>
            <a:endParaRPr/>
          </a:p>
        </p:txBody>
      </p:sp>
      <p:sp>
        <p:nvSpPr>
          <p:cNvPr id="1769" name="Google Shape;1769;p107"/>
          <p:cNvSpPr/>
          <p:nvPr/>
        </p:nvSpPr>
        <p:spPr>
          <a:xfrm>
            <a:off x="1524000" y="177165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0" name="Google Shape;1770;p107"/>
          <p:cNvSpPr/>
          <p:nvPr/>
        </p:nvSpPr>
        <p:spPr>
          <a:xfrm>
            <a:off x="4191000" y="177165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107"/>
          <p:cNvSpPr/>
          <p:nvPr/>
        </p:nvSpPr>
        <p:spPr>
          <a:xfrm>
            <a:off x="6858000" y="177165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107"/>
          <p:cNvSpPr/>
          <p:nvPr/>
        </p:nvSpPr>
        <p:spPr>
          <a:xfrm>
            <a:off x="6858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3" name="Google Shape;1773;p107"/>
          <p:cNvSpPr/>
          <p:nvPr/>
        </p:nvSpPr>
        <p:spPr>
          <a:xfrm>
            <a:off x="4191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107"/>
          <p:cNvSpPr/>
          <p:nvPr/>
        </p:nvSpPr>
        <p:spPr>
          <a:xfrm>
            <a:off x="1524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107"/>
          <p:cNvSpPr/>
          <p:nvPr/>
        </p:nvSpPr>
        <p:spPr>
          <a:xfrm>
            <a:off x="228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107"/>
          <p:cNvSpPr/>
          <p:nvPr/>
        </p:nvSpPr>
        <p:spPr>
          <a:xfrm>
            <a:off x="5562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|10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7" name="Google Shape;1777;p107"/>
          <p:cNvCxnSpPr/>
          <p:nvPr/>
        </p:nvCxnSpPr>
        <p:spPr>
          <a:xfrm flipH="1">
            <a:off x="1139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78" name="Google Shape;1778;p107"/>
          <p:cNvCxnSpPr/>
          <p:nvPr/>
        </p:nvCxnSpPr>
        <p:spPr>
          <a:xfrm>
            <a:off x="1139825" y="3078956"/>
            <a:ext cx="539700" cy="5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79" name="Google Shape;1779;p107"/>
          <p:cNvCxnSpPr/>
          <p:nvPr/>
        </p:nvCxnSpPr>
        <p:spPr>
          <a:xfrm>
            <a:off x="1309687" y="2886075"/>
            <a:ext cx="3036900" cy="72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80" name="Google Shape;1780;p107"/>
          <p:cNvCxnSpPr/>
          <p:nvPr/>
        </p:nvCxnSpPr>
        <p:spPr>
          <a:xfrm rot="10800000">
            <a:off x="2605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81" name="Google Shape;1781;p107"/>
          <p:cNvCxnSpPr/>
          <p:nvPr/>
        </p:nvCxnSpPr>
        <p:spPr>
          <a:xfrm rot="10800000">
            <a:off x="2057400" y="2296584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82" name="Google Shape;1782;p107"/>
          <p:cNvCxnSpPr/>
          <p:nvPr/>
        </p:nvCxnSpPr>
        <p:spPr>
          <a:xfrm>
            <a:off x="2435225" y="2221706"/>
            <a:ext cx="1911300" cy="138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83" name="Google Shape;1783;p107"/>
          <p:cNvCxnSpPr/>
          <p:nvPr/>
        </p:nvCxnSpPr>
        <p:spPr>
          <a:xfrm>
            <a:off x="4724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84" name="Google Shape;1784;p107"/>
          <p:cNvCxnSpPr/>
          <p:nvPr/>
        </p:nvCxnSpPr>
        <p:spPr>
          <a:xfrm>
            <a:off x="2605087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85" name="Google Shape;1785;p107"/>
          <p:cNvCxnSpPr/>
          <p:nvPr/>
        </p:nvCxnSpPr>
        <p:spPr>
          <a:xfrm rot="10800000">
            <a:off x="5272012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86" name="Google Shape;1786;p107"/>
          <p:cNvCxnSpPr/>
          <p:nvPr/>
        </p:nvCxnSpPr>
        <p:spPr>
          <a:xfrm>
            <a:off x="5102225" y="2221706"/>
            <a:ext cx="6159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87" name="Google Shape;1787;p107"/>
          <p:cNvCxnSpPr/>
          <p:nvPr/>
        </p:nvCxnSpPr>
        <p:spPr>
          <a:xfrm flipH="1">
            <a:off x="6473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88" name="Google Shape;1788;p107"/>
          <p:cNvCxnSpPr/>
          <p:nvPr/>
        </p:nvCxnSpPr>
        <p:spPr>
          <a:xfrm>
            <a:off x="7391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89" name="Google Shape;1789;p107"/>
          <p:cNvCxnSpPr/>
          <p:nvPr/>
        </p:nvCxnSpPr>
        <p:spPr>
          <a:xfrm rot="10800000">
            <a:off x="5272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90" name="Google Shape;1790;p107"/>
          <p:cNvCxnSpPr/>
          <p:nvPr/>
        </p:nvCxnSpPr>
        <p:spPr>
          <a:xfrm flipH="1">
            <a:off x="5102275" y="3078956"/>
            <a:ext cx="6159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91" name="Google Shape;1791;p107"/>
          <p:cNvCxnSpPr/>
          <p:nvPr/>
        </p:nvCxnSpPr>
        <p:spPr>
          <a:xfrm>
            <a:off x="457200" y="1600200"/>
            <a:ext cx="1066800" cy="285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92" name="Google Shape;1792;p107"/>
          <p:cNvSpPr txBox="1"/>
          <p:nvPr/>
        </p:nvSpPr>
        <p:spPr>
          <a:xfrm>
            <a:off x="76200" y="1085850"/>
            <a:ext cx="874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3" name="Google Shape;1793;p107"/>
          <p:cNvSpPr/>
          <p:nvPr/>
        </p:nvSpPr>
        <p:spPr>
          <a:xfrm>
            <a:off x="1524000" y="1371600"/>
            <a:ext cx="1066800" cy="514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4" name="Google Shape;1794;p10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108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Example</a:t>
            </a:r>
            <a:endParaRPr/>
          </a:p>
        </p:txBody>
      </p:sp>
      <p:sp>
        <p:nvSpPr>
          <p:cNvPr id="1800" name="Google Shape;1800;p108"/>
          <p:cNvSpPr/>
          <p:nvPr/>
        </p:nvSpPr>
        <p:spPr>
          <a:xfrm>
            <a:off x="1524000" y="177165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108"/>
          <p:cNvSpPr/>
          <p:nvPr/>
        </p:nvSpPr>
        <p:spPr>
          <a:xfrm>
            <a:off x="4191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|11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108"/>
          <p:cNvSpPr/>
          <p:nvPr/>
        </p:nvSpPr>
        <p:spPr>
          <a:xfrm>
            <a:off x="6858000" y="177165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3" name="Google Shape;1803;p108"/>
          <p:cNvSpPr/>
          <p:nvPr/>
        </p:nvSpPr>
        <p:spPr>
          <a:xfrm>
            <a:off x="6858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4" name="Google Shape;1804;p108"/>
          <p:cNvSpPr/>
          <p:nvPr/>
        </p:nvSpPr>
        <p:spPr>
          <a:xfrm>
            <a:off x="4191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108"/>
          <p:cNvSpPr/>
          <p:nvPr/>
        </p:nvSpPr>
        <p:spPr>
          <a:xfrm>
            <a:off x="1524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6" name="Google Shape;1806;p108"/>
          <p:cNvSpPr/>
          <p:nvPr/>
        </p:nvSpPr>
        <p:spPr>
          <a:xfrm>
            <a:off x="228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p108"/>
          <p:cNvSpPr/>
          <p:nvPr/>
        </p:nvSpPr>
        <p:spPr>
          <a:xfrm>
            <a:off x="5562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|10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8" name="Google Shape;1808;p108"/>
          <p:cNvCxnSpPr/>
          <p:nvPr/>
        </p:nvCxnSpPr>
        <p:spPr>
          <a:xfrm flipH="1">
            <a:off x="1139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09" name="Google Shape;1809;p108"/>
          <p:cNvCxnSpPr/>
          <p:nvPr/>
        </p:nvCxnSpPr>
        <p:spPr>
          <a:xfrm>
            <a:off x="1139825" y="3078956"/>
            <a:ext cx="539700" cy="5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10" name="Google Shape;1810;p108"/>
          <p:cNvCxnSpPr/>
          <p:nvPr/>
        </p:nvCxnSpPr>
        <p:spPr>
          <a:xfrm>
            <a:off x="1309687" y="2886075"/>
            <a:ext cx="3036900" cy="72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11" name="Google Shape;1811;p108"/>
          <p:cNvCxnSpPr/>
          <p:nvPr/>
        </p:nvCxnSpPr>
        <p:spPr>
          <a:xfrm rot="10800000">
            <a:off x="2605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12" name="Google Shape;1812;p108"/>
          <p:cNvCxnSpPr/>
          <p:nvPr/>
        </p:nvCxnSpPr>
        <p:spPr>
          <a:xfrm rot="10800000">
            <a:off x="2057400" y="2296584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13" name="Google Shape;1813;p108"/>
          <p:cNvCxnSpPr/>
          <p:nvPr/>
        </p:nvCxnSpPr>
        <p:spPr>
          <a:xfrm>
            <a:off x="2435225" y="2221706"/>
            <a:ext cx="1911300" cy="138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14" name="Google Shape;1814;p108"/>
          <p:cNvCxnSpPr/>
          <p:nvPr/>
        </p:nvCxnSpPr>
        <p:spPr>
          <a:xfrm>
            <a:off x="4724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15" name="Google Shape;1815;p108"/>
          <p:cNvCxnSpPr/>
          <p:nvPr/>
        </p:nvCxnSpPr>
        <p:spPr>
          <a:xfrm>
            <a:off x="2605087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16" name="Google Shape;1816;p108"/>
          <p:cNvCxnSpPr/>
          <p:nvPr/>
        </p:nvCxnSpPr>
        <p:spPr>
          <a:xfrm rot="10800000">
            <a:off x="5272012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17" name="Google Shape;1817;p108"/>
          <p:cNvCxnSpPr/>
          <p:nvPr/>
        </p:nvCxnSpPr>
        <p:spPr>
          <a:xfrm>
            <a:off x="5102225" y="2221706"/>
            <a:ext cx="6159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18" name="Google Shape;1818;p108"/>
          <p:cNvCxnSpPr/>
          <p:nvPr/>
        </p:nvCxnSpPr>
        <p:spPr>
          <a:xfrm flipH="1">
            <a:off x="6473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19" name="Google Shape;1819;p108"/>
          <p:cNvCxnSpPr/>
          <p:nvPr/>
        </p:nvCxnSpPr>
        <p:spPr>
          <a:xfrm>
            <a:off x="7391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20" name="Google Shape;1820;p108"/>
          <p:cNvCxnSpPr/>
          <p:nvPr/>
        </p:nvCxnSpPr>
        <p:spPr>
          <a:xfrm rot="10800000">
            <a:off x="5272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21" name="Google Shape;1821;p108"/>
          <p:cNvCxnSpPr/>
          <p:nvPr/>
        </p:nvCxnSpPr>
        <p:spPr>
          <a:xfrm flipH="1">
            <a:off x="5102275" y="3078956"/>
            <a:ext cx="6159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22" name="Google Shape;1822;p108"/>
          <p:cNvCxnSpPr/>
          <p:nvPr/>
        </p:nvCxnSpPr>
        <p:spPr>
          <a:xfrm>
            <a:off x="457200" y="1600200"/>
            <a:ext cx="1066800" cy="285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23" name="Google Shape;1823;p108"/>
          <p:cNvSpPr txBox="1"/>
          <p:nvPr/>
        </p:nvSpPr>
        <p:spPr>
          <a:xfrm>
            <a:off x="76200" y="1085850"/>
            <a:ext cx="874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4" name="Google Shape;1824;p108"/>
          <p:cNvSpPr/>
          <p:nvPr/>
        </p:nvSpPr>
        <p:spPr>
          <a:xfrm>
            <a:off x="1524000" y="1371600"/>
            <a:ext cx="1066800" cy="514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5" name="Google Shape;1825;p10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109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Example</a:t>
            </a:r>
            <a:endParaRPr/>
          </a:p>
        </p:txBody>
      </p:sp>
      <p:sp>
        <p:nvSpPr>
          <p:cNvPr id="1831" name="Google Shape;1831;p109"/>
          <p:cNvSpPr/>
          <p:nvPr/>
        </p:nvSpPr>
        <p:spPr>
          <a:xfrm>
            <a:off x="1524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|12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2" name="Google Shape;1832;p109"/>
          <p:cNvSpPr/>
          <p:nvPr/>
        </p:nvSpPr>
        <p:spPr>
          <a:xfrm>
            <a:off x="4191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|11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3" name="Google Shape;1833;p109"/>
          <p:cNvSpPr/>
          <p:nvPr/>
        </p:nvSpPr>
        <p:spPr>
          <a:xfrm>
            <a:off x="6858000" y="177165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4" name="Google Shape;1834;p109"/>
          <p:cNvSpPr/>
          <p:nvPr/>
        </p:nvSpPr>
        <p:spPr>
          <a:xfrm>
            <a:off x="6858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5" name="Google Shape;1835;p109"/>
          <p:cNvSpPr/>
          <p:nvPr/>
        </p:nvSpPr>
        <p:spPr>
          <a:xfrm>
            <a:off x="4191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6" name="Google Shape;1836;p109"/>
          <p:cNvSpPr/>
          <p:nvPr/>
        </p:nvSpPr>
        <p:spPr>
          <a:xfrm>
            <a:off x="1524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7" name="Google Shape;1837;p109"/>
          <p:cNvSpPr/>
          <p:nvPr/>
        </p:nvSpPr>
        <p:spPr>
          <a:xfrm>
            <a:off x="228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8" name="Google Shape;1838;p109"/>
          <p:cNvSpPr/>
          <p:nvPr/>
        </p:nvSpPr>
        <p:spPr>
          <a:xfrm>
            <a:off x="5562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|10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9" name="Google Shape;1839;p109"/>
          <p:cNvCxnSpPr/>
          <p:nvPr/>
        </p:nvCxnSpPr>
        <p:spPr>
          <a:xfrm flipH="1">
            <a:off x="1139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40" name="Google Shape;1840;p109"/>
          <p:cNvCxnSpPr/>
          <p:nvPr/>
        </p:nvCxnSpPr>
        <p:spPr>
          <a:xfrm>
            <a:off x="1139825" y="3078956"/>
            <a:ext cx="539700" cy="5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41" name="Google Shape;1841;p109"/>
          <p:cNvCxnSpPr/>
          <p:nvPr/>
        </p:nvCxnSpPr>
        <p:spPr>
          <a:xfrm>
            <a:off x="1309687" y="2886075"/>
            <a:ext cx="3036900" cy="72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42" name="Google Shape;1842;p109"/>
          <p:cNvCxnSpPr/>
          <p:nvPr/>
        </p:nvCxnSpPr>
        <p:spPr>
          <a:xfrm rot="10800000">
            <a:off x="2605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43" name="Google Shape;1843;p109"/>
          <p:cNvCxnSpPr/>
          <p:nvPr/>
        </p:nvCxnSpPr>
        <p:spPr>
          <a:xfrm rot="10800000">
            <a:off x="2057400" y="2296584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44" name="Google Shape;1844;p109"/>
          <p:cNvCxnSpPr/>
          <p:nvPr/>
        </p:nvCxnSpPr>
        <p:spPr>
          <a:xfrm>
            <a:off x="2435225" y="2221706"/>
            <a:ext cx="1911300" cy="138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45" name="Google Shape;1845;p109"/>
          <p:cNvCxnSpPr/>
          <p:nvPr/>
        </p:nvCxnSpPr>
        <p:spPr>
          <a:xfrm>
            <a:off x="4724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46" name="Google Shape;1846;p109"/>
          <p:cNvCxnSpPr/>
          <p:nvPr/>
        </p:nvCxnSpPr>
        <p:spPr>
          <a:xfrm>
            <a:off x="2605087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47" name="Google Shape;1847;p109"/>
          <p:cNvCxnSpPr/>
          <p:nvPr/>
        </p:nvCxnSpPr>
        <p:spPr>
          <a:xfrm rot="10800000">
            <a:off x="5272012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48" name="Google Shape;1848;p109"/>
          <p:cNvCxnSpPr/>
          <p:nvPr/>
        </p:nvCxnSpPr>
        <p:spPr>
          <a:xfrm>
            <a:off x="5102225" y="2221706"/>
            <a:ext cx="6159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49" name="Google Shape;1849;p109"/>
          <p:cNvCxnSpPr/>
          <p:nvPr/>
        </p:nvCxnSpPr>
        <p:spPr>
          <a:xfrm flipH="1">
            <a:off x="6473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50" name="Google Shape;1850;p109"/>
          <p:cNvCxnSpPr/>
          <p:nvPr/>
        </p:nvCxnSpPr>
        <p:spPr>
          <a:xfrm>
            <a:off x="7391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51" name="Google Shape;1851;p109"/>
          <p:cNvCxnSpPr/>
          <p:nvPr/>
        </p:nvCxnSpPr>
        <p:spPr>
          <a:xfrm rot="10800000">
            <a:off x="5272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52" name="Google Shape;1852;p109"/>
          <p:cNvCxnSpPr/>
          <p:nvPr/>
        </p:nvCxnSpPr>
        <p:spPr>
          <a:xfrm flipH="1">
            <a:off x="5102275" y="3078956"/>
            <a:ext cx="6159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53" name="Google Shape;1853;p109"/>
          <p:cNvCxnSpPr/>
          <p:nvPr/>
        </p:nvCxnSpPr>
        <p:spPr>
          <a:xfrm>
            <a:off x="457200" y="1600200"/>
            <a:ext cx="1066800" cy="285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54" name="Google Shape;1854;p109"/>
          <p:cNvSpPr txBox="1"/>
          <p:nvPr/>
        </p:nvSpPr>
        <p:spPr>
          <a:xfrm>
            <a:off x="76200" y="1085850"/>
            <a:ext cx="874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5" name="Google Shape;1855;p109"/>
          <p:cNvSpPr/>
          <p:nvPr/>
        </p:nvSpPr>
        <p:spPr>
          <a:xfrm>
            <a:off x="1524000" y="1371600"/>
            <a:ext cx="1066800" cy="514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6" name="Google Shape;1856;p10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110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Example</a:t>
            </a:r>
            <a:endParaRPr/>
          </a:p>
        </p:txBody>
      </p:sp>
      <p:sp>
        <p:nvSpPr>
          <p:cNvPr id="1862" name="Google Shape;1862;p110"/>
          <p:cNvSpPr/>
          <p:nvPr/>
        </p:nvSpPr>
        <p:spPr>
          <a:xfrm>
            <a:off x="1524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110"/>
          <p:cNvSpPr/>
          <p:nvPr/>
        </p:nvSpPr>
        <p:spPr>
          <a:xfrm>
            <a:off x="4191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110"/>
          <p:cNvSpPr/>
          <p:nvPr/>
        </p:nvSpPr>
        <p:spPr>
          <a:xfrm>
            <a:off x="6858000" y="177165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13|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110"/>
          <p:cNvSpPr/>
          <p:nvPr/>
        </p:nvSpPr>
        <p:spPr>
          <a:xfrm>
            <a:off x="6858000" y="3543300"/>
            <a:ext cx="1066800" cy="514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110"/>
          <p:cNvSpPr/>
          <p:nvPr/>
        </p:nvSpPr>
        <p:spPr>
          <a:xfrm>
            <a:off x="4191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7" name="Google Shape;1867;p110"/>
          <p:cNvSpPr/>
          <p:nvPr/>
        </p:nvSpPr>
        <p:spPr>
          <a:xfrm>
            <a:off x="1524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p110"/>
          <p:cNvSpPr/>
          <p:nvPr/>
        </p:nvSpPr>
        <p:spPr>
          <a:xfrm>
            <a:off x="228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p110"/>
          <p:cNvSpPr/>
          <p:nvPr/>
        </p:nvSpPr>
        <p:spPr>
          <a:xfrm>
            <a:off x="5562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0" name="Google Shape;1870;p110"/>
          <p:cNvCxnSpPr/>
          <p:nvPr/>
        </p:nvCxnSpPr>
        <p:spPr>
          <a:xfrm flipH="1">
            <a:off x="1139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71" name="Google Shape;1871;p110"/>
          <p:cNvCxnSpPr/>
          <p:nvPr/>
        </p:nvCxnSpPr>
        <p:spPr>
          <a:xfrm>
            <a:off x="1139825" y="3078956"/>
            <a:ext cx="539700" cy="5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72" name="Google Shape;1872;p110"/>
          <p:cNvCxnSpPr/>
          <p:nvPr/>
        </p:nvCxnSpPr>
        <p:spPr>
          <a:xfrm>
            <a:off x="1309687" y="2886075"/>
            <a:ext cx="3036900" cy="72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73" name="Google Shape;1873;p110"/>
          <p:cNvCxnSpPr/>
          <p:nvPr/>
        </p:nvCxnSpPr>
        <p:spPr>
          <a:xfrm rot="10800000">
            <a:off x="2605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74" name="Google Shape;1874;p110"/>
          <p:cNvCxnSpPr/>
          <p:nvPr/>
        </p:nvCxnSpPr>
        <p:spPr>
          <a:xfrm rot="10800000">
            <a:off x="2057400" y="2296584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75" name="Google Shape;1875;p110"/>
          <p:cNvCxnSpPr/>
          <p:nvPr/>
        </p:nvCxnSpPr>
        <p:spPr>
          <a:xfrm>
            <a:off x="2435225" y="2221706"/>
            <a:ext cx="1911300" cy="138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76" name="Google Shape;1876;p110"/>
          <p:cNvCxnSpPr/>
          <p:nvPr/>
        </p:nvCxnSpPr>
        <p:spPr>
          <a:xfrm>
            <a:off x="4724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77" name="Google Shape;1877;p110"/>
          <p:cNvCxnSpPr/>
          <p:nvPr/>
        </p:nvCxnSpPr>
        <p:spPr>
          <a:xfrm>
            <a:off x="2605087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78" name="Google Shape;1878;p110"/>
          <p:cNvCxnSpPr/>
          <p:nvPr/>
        </p:nvCxnSpPr>
        <p:spPr>
          <a:xfrm rot="10800000">
            <a:off x="5272012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79" name="Google Shape;1879;p110"/>
          <p:cNvCxnSpPr/>
          <p:nvPr/>
        </p:nvCxnSpPr>
        <p:spPr>
          <a:xfrm>
            <a:off x="5102225" y="2221706"/>
            <a:ext cx="6159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80" name="Google Shape;1880;p110"/>
          <p:cNvCxnSpPr/>
          <p:nvPr/>
        </p:nvCxnSpPr>
        <p:spPr>
          <a:xfrm flipH="1">
            <a:off x="6473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81" name="Google Shape;1881;p110"/>
          <p:cNvCxnSpPr/>
          <p:nvPr/>
        </p:nvCxnSpPr>
        <p:spPr>
          <a:xfrm>
            <a:off x="7391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82" name="Google Shape;1882;p110"/>
          <p:cNvCxnSpPr/>
          <p:nvPr/>
        </p:nvCxnSpPr>
        <p:spPr>
          <a:xfrm rot="10800000">
            <a:off x="5272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83" name="Google Shape;1883;p110"/>
          <p:cNvCxnSpPr/>
          <p:nvPr/>
        </p:nvCxnSpPr>
        <p:spPr>
          <a:xfrm flipH="1">
            <a:off x="5102275" y="3078956"/>
            <a:ext cx="6159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84" name="Google Shape;1884;p110"/>
          <p:cNvCxnSpPr/>
          <p:nvPr/>
        </p:nvCxnSpPr>
        <p:spPr>
          <a:xfrm>
            <a:off x="457200" y="1600200"/>
            <a:ext cx="1066800" cy="285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85" name="Google Shape;1885;p110"/>
          <p:cNvSpPr txBox="1"/>
          <p:nvPr/>
        </p:nvSpPr>
        <p:spPr>
          <a:xfrm>
            <a:off x="76200" y="1085850"/>
            <a:ext cx="874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p110"/>
          <p:cNvSpPr/>
          <p:nvPr/>
        </p:nvSpPr>
        <p:spPr>
          <a:xfrm>
            <a:off x="1524000" y="1371600"/>
            <a:ext cx="1066800" cy="514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p1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111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Example</a:t>
            </a:r>
            <a:endParaRPr/>
          </a:p>
        </p:txBody>
      </p:sp>
      <p:sp>
        <p:nvSpPr>
          <p:cNvPr id="1893" name="Google Shape;1893;p111"/>
          <p:cNvSpPr/>
          <p:nvPr/>
        </p:nvSpPr>
        <p:spPr>
          <a:xfrm>
            <a:off x="1524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p111"/>
          <p:cNvSpPr/>
          <p:nvPr/>
        </p:nvSpPr>
        <p:spPr>
          <a:xfrm>
            <a:off x="4191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5" name="Google Shape;1895;p111"/>
          <p:cNvSpPr/>
          <p:nvPr/>
        </p:nvSpPr>
        <p:spPr>
          <a:xfrm>
            <a:off x="6858000" y="177165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13|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p111"/>
          <p:cNvSpPr/>
          <p:nvPr/>
        </p:nvSpPr>
        <p:spPr>
          <a:xfrm>
            <a:off x="6858000" y="354330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14|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111"/>
          <p:cNvSpPr/>
          <p:nvPr/>
        </p:nvSpPr>
        <p:spPr>
          <a:xfrm>
            <a:off x="4191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8" name="Google Shape;1898;p111"/>
          <p:cNvSpPr/>
          <p:nvPr/>
        </p:nvSpPr>
        <p:spPr>
          <a:xfrm>
            <a:off x="1524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9" name="Google Shape;1899;p111"/>
          <p:cNvSpPr/>
          <p:nvPr/>
        </p:nvSpPr>
        <p:spPr>
          <a:xfrm>
            <a:off x="228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p111"/>
          <p:cNvSpPr/>
          <p:nvPr/>
        </p:nvSpPr>
        <p:spPr>
          <a:xfrm>
            <a:off x="5562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1" name="Google Shape;1901;p111"/>
          <p:cNvCxnSpPr/>
          <p:nvPr/>
        </p:nvCxnSpPr>
        <p:spPr>
          <a:xfrm flipH="1">
            <a:off x="1139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02" name="Google Shape;1902;p111"/>
          <p:cNvCxnSpPr/>
          <p:nvPr/>
        </p:nvCxnSpPr>
        <p:spPr>
          <a:xfrm>
            <a:off x="1139825" y="3078956"/>
            <a:ext cx="539700" cy="5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03" name="Google Shape;1903;p111"/>
          <p:cNvCxnSpPr/>
          <p:nvPr/>
        </p:nvCxnSpPr>
        <p:spPr>
          <a:xfrm>
            <a:off x="1309687" y="2886075"/>
            <a:ext cx="3036900" cy="72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04" name="Google Shape;1904;p111"/>
          <p:cNvCxnSpPr/>
          <p:nvPr/>
        </p:nvCxnSpPr>
        <p:spPr>
          <a:xfrm rot="10800000">
            <a:off x="2605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05" name="Google Shape;1905;p111"/>
          <p:cNvCxnSpPr/>
          <p:nvPr/>
        </p:nvCxnSpPr>
        <p:spPr>
          <a:xfrm rot="10800000">
            <a:off x="2057400" y="2296584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06" name="Google Shape;1906;p111"/>
          <p:cNvCxnSpPr/>
          <p:nvPr/>
        </p:nvCxnSpPr>
        <p:spPr>
          <a:xfrm>
            <a:off x="2435225" y="2221706"/>
            <a:ext cx="1911300" cy="138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07" name="Google Shape;1907;p111"/>
          <p:cNvCxnSpPr/>
          <p:nvPr/>
        </p:nvCxnSpPr>
        <p:spPr>
          <a:xfrm>
            <a:off x="4724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08" name="Google Shape;1908;p111"/>
          <p:cNvCxnSpPr/>
          <p:nvPr/>
        </p:nvCxnSpPr>
        <p:spPr>
          <a:xfrm>
            <a:off x="2605087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09" name="Google Shape;1909;p111"/>
          <p:cNvCxnSpPr/>
          <p:nvPr/>
        </p:nvCxnSpPr>
        <p:spPr>
          <a:xfrm rot="10800000">
            <a:off x="5272012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0" name="Google Shape;1910;p111"/>
          <p:cNvCxnSpPr/>
          <p:nvPr/>
        </p:nvCxnSpPr>
        <p:spPr>
          <a:xfrm>
            <a:off x="5102225" y="2221706"/>
            <a:ext cx="6159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1" name="Google Shape;1911;p111"/>
          <p:cNvCxnSpPr/>
          <p:nvPr/>
        </p:nvCxnSpPr>
        <p:spPr>
          <a:xfrm flipH="1">
            <a:off x="6473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2" name="Google Shape;1912;p111"/>
          <p:cNvCxnSpPr/>
          <p:nvPr/>
        </p:nvCxnSpPr>
        <p:spPr>
          <a:xfrm>
            <a:off x="7391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3" name="Google Shape;1913;p111"/>
          <p:cNvCxnSpPr/>
          <p:nvPr/>
        </p:nvCxnSpPr>
        <p:spPr>
          <a:xfrm rot="10800000">
            <a:off x="5272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4" name="Google Shape;1914;p111"/>
          <p:cNvCxnSpPr/>
          <p:nvPr/>
        </p:nvCxnSpPr>
        <p:spPr>
          <a:xfrm flipH="1">
            <a:off x="5102275" y="3078956"/>
            <a:ext cx="6159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5" name="Google Shape;1915;p111"/>
          <p:cNvCxnSpPr/>
          <p:nvPr/>
        </p:nvCxnSpPr>
        <p:spPr>
          <a:xfrm>
            <a:off x="457200" y="1600200"/>
            <a:ext cx="1066800" cy="285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16" name="Google Shape;1916;p111"/>
          <p:cNvSpPr txBox="1"/>
          <p:nvPr/>
        </p:nvSpPr>
        <p:spPr>
          <a:xfrm>
            <a:off x="76200" y="1085850"/>
            <a:ext cx="874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7" name="Google Shape;1917;p111"/>
          <p:cNvSpPr/>
          <p:nvPr/>
        </p:nvSpPr>
        <p:spPr>
          <a:xfrm>
            <a:off x="1524000" y="1371600"/>
            <a:ext cx="1066800" cy="514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8" name="Google Shape;1918;p1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p112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Example</a:t>
            </a:r>
            <a:endParaRPr/>
          </a:p>
        </p:txBody>
      </p:sp>
      <p:sp>
        <p:nvSpPr>
          <p:cNvPr id="1924" name="Google Shape;1924;p112"/>
          <p:cNvSpPr/>
          <p:nvPr/>
        </p:nvSpPr>
        <p:spPr>
          <a:xfrm>
            <a:off x="1524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5" name="Google Shape;1925;p112"/>
          <p:cNvSpPr/>
          <p:nvPr/>
        </p:nvSpPr>
        <p:spPr>
          <a:xfrm>
            <a:off x="4191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p112"/>
          <p:cNvSpPr/>
          <p:nvPr/>
        </p:nvSpPr>
        <p:spPr>
          <a:xfrm>
            <a:off x="6858000" y="1771650"/>
            <a:ext cx="1066800" cy="5145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13|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p112"/>
          <p:cNvSpPr/>
          <p:nvPr/>
        </p:nvSpPr>
        <p:spPr>
          <a:xfrm>
            <a:off x="6858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14|15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112"/>
          <p:cNvSpPr/>
          <p:nvPr/>
        </p:nvSpPr>
        <p:spPr>
          <a:xfrm>
            <a:off x="4191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p112"/>
          <p:cNvSpPr/>
          <p:nvPr/>
        </p:nvSpPr>
        <p:spPr>
          <a:xfrm>
            <a:off x="1524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p112"/>
          <p:cNvSpPr/>
          <p:nvPr/>
        </p:nvSpPr>
        <p:spPr>
          <a:xfrm>
            <a:off x="228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1" name="Google Shape;1931;p112"/>
          <p:cNvSpPr/>
          <p:nvPr/>
        </p:nvSpPr>
        <p:spPr>
          <a:xfrm>
            <a:off x="5562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2" name="Google Shape;1932;p112"/>
          <p:cNvCxnSpPr/>
          <p:nvPr/>
        </p:nvCxnSpPr>
        <p:spPr>
          <a:xfrm flipH="1">
            <a:off x="1139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33" name="Google Shape;1933;p112"/>
          <p:cNvCxnSpPr/>
          <p:nvPr/>
        </p:nvCxnSpPr>
        <p:spPr>
          <a:xfrm>
            <a:off x="1139825" y="3078956"/>
            <a:ext cx="539700" cy="5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34" name="Google Shape;1934;p112"/>
          <p:cNvCxnSpPr/>
          <p:nvPr/>
        </p:nvCxnSpPr>
        <p:spPr>
          <a:xfrm>
            <a:off x="1309687" y="2886075"/>
            <a:ext cx="3036900" cy="72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35" name="Google Shape;1935;p112"/>
          <p:cNvCxnSpPr/>
          <p:nvPr/>
        </p:nvCxnSpPr>
        <p:spPr>
          <a:xfrm rot="10800000">
            <a:off x="2605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36" name="Google Shape;1936;p112"/>
          <p:cNvCxnSpPr/>
          <p:nvPr/>
        </p:nvCxnSpPr>
        <p:spPr>
          <a:xfrm rot="10800000">
            <a:off x="2057400" y="2296584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37" name="Google Shape;1937;p112"/>
          <p:cNvCxnSpPr/>
          <p:nvPr/>
        </p:nvCxnSpPr>
        <p:spPr>
          <a:xfrm>
            <a:off x="2435225" y="2221706"/>
            <a:ext cx="1911300" cy="138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38" name="Google Shape;1938;p112"/>
          <p:cNvCxnSpPr/>
          <p:nvPr/>
        </p:nvCxnSpPr>
        <p:spPr>
          <a:xfrm>
            <a:off x="4724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39" name="Google Shape;1939;p112"/>
          <p:cNvCxnSpPr/>
          <p:nvPr/>
        </p:nvCxnSpPr>
        <p:spPr>
          <a:xfrm>
            <a:off x="2605087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40" name="Google Shape;1940;p112"/>
          <p:cNvCxnSpPr/>
          <p:nvPr/>
        </p:nvCxnSpPr>
        <p:spPr>
          <a:xfrm rot="10800000">
            <a:off x="5272012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41" name="Google Shape;1941;p112"/>
          <p:cNvCxnSpPr/>
          <p:nvPr/>
        </p:nvCxnSpPr>
        <p:spPr>
          <a:xfrm>
            <a:off x="5102225" y="2221706"/>
            <a:ext cx="6159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42" name="Google Shape;1942;p112"/>
          <p:cNvCxnSpPr/>
          <p:nvPr/>
        </p:nvCxnSpPr>
        <p:spPr>
          <a:xfrm flipH="1">
            <a:off x="6473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43" name="Google Shape;1943;p112"/>
          <p:cNvCxnSpPr/>
          <p:nvPr/>
        </p:nvCxnSpPr>
        <p:spPr>
          <a:xfrm>
            <a:off x="7391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44" name="Google Shape;1944;p112"/>
          <p:cNvCxnSpPr/>
          <p:nvPr/>
        </p:nvCxnSpPr>
        <p:spPr>
          <a:xfrm rot="10800000">
            <a:off x="5272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45" name="Google Shape;1945;p112"/>
          <p:cNvCxnSpPr/>
          <p:nvPr/>
        </p:nvCxnSpPr>
        <p:spPr>
          <a:xfrm flipH="1">
            <a:off x="5102275" y="3078956"/>
            <a:ext cx="6159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46" name="Google Shape;1946;p112"/>
          <p:cNvCxnSpPr/>
          <p:nvPr/>
        </p:nvCxnSpPr>
        <p:spPr>
          <a:xfrm>
            <a:off x="457200" y="1600200"/>
            <a:ext cx="1066800" cy="285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47" name="Google Shape;1947;p112"/>
          <p:cNvSpPr txBox="1"/>
          <p:nvPr/>
        </p:nvSpPr>
        <p:spPr>
          <a:xfrm>
            <a:off x="76200" y="1085850"/>
            <a:ext cx="874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8" name="Google Shape;1948;p112"/>
          <p:cNvSpPr/>
          <p:nvPr/>
        </p:nvSpPr>
        <p:spPr>
          <a:xfrm>
            <a:off x="1524000" y="1412750"/>
            <a:ext cx="1066800" cy="514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1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p113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Example</a:t>
            </a:r>
            <a:endParaRPr/>
          </a:p>
        </p:txBody>
      </p:sp>
      <p:sp>
        <p:nvSpPr>
          <p:cNvPr id="1955" name="Google Shape;1955;p113"/>
          <p:cNvSpPr/>
          <p:nvPr/>
        </p:nvSpPr>
        <p:spPr>
          <a:xfrm>
            <a:off x="1524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6" name="Google Shape;1956;p113"/>
          <p:cNvSpPr/>
          <p:nvPr/>
        </p:nvSpPr>
        <p:spPr>
          <a:xfrm>
            <a:off x="4191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113"/>
          <p:cNvSpPr/>
          <p:nvPr/>
        </p:nvSpPr>
        <p:spPr>
          <a:xfrm>
            <a:off x="6858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13|16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113"/>
          <p:cNvSpPr/>
          <p:nvPr/>
        </p:nvSpPr>
        <p:spPr>
          <a:xfrm>
            <a:off x="6858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14|15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9" name="Google Shape;1959;p113"/>
          <p:cNvSpPr/>
          <p:nvPr/>
        </p:nvSpPr>
        <p:spPr>
          <a:xfrm>
            <a:off x="4191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0" name="Google Shape;1960;p113"/>
          <p:cNvSpPr/>
          <p:nvPr/>
        </p:nvSpPr>
        <p:spPr>
          <a:xfrm>
            <a:off x="1524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113"/>
          <p:cNvSpPr/>
          <p:nvPr/>
        </p:nvSpPr>
        <p:spPr>
          <a:xfrm>
            <a:off x="228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113"/>
          <p:cNvSpPr/>
          <p:nvPr/>
        </p:nvSpPr>
        <p:spPr>
          <a:xfrm>
            <a:off x="5562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3" name="Google Shape;1963;p113"/>
          <p:cNvCxnSpPr/>
          <p:nvPr/>
        </p:nvCxnSpPr>
        <p:spPr>
          <a:xfrm flipH="1">
            <a:off x="1139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64" name="Google Shape;1964;p113"/>
          <p:cNvCxnSpPr/>
          <p:nvPr/>
        </p:nvCxnSpPr>
        <p:spPr>
          <a:xfrm>
            <a:off x="1139825" y="3078956"/>
            <a:ext cx="539700" cy="5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65" name="Google Shape;1965;p113"/>
          <p:cNvCxnSpPr/>
          <p:nvPr/>
        </p:nvCxnSpPr>
        <p:spPr>
          <a:xfrm>
            <a:off x="1309687" y="2886075"/>
            <a:ext cx="3036900" cy="72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66" name="Google Shape;1966;p113"/>
          <p:cNvCxnSpPr/>
          <p:nvPr/>
        </p:nvCxnSpPr>
        <p:spPr>
          <a:xfrm rot="10800000">
            <a:off x="2605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67" name="Google Shape;1967;p113"/>
          <p:cNvCxnSpPr/>
          <p:nvPr/>
        </p:nvCxnSpPr>
        <p:spPr>
          <a:xfrm rot="10800000">
            <a:off x="2057400" y="2296584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68" name="Google Shape;1968;p113"/>
          <p:cNvCxnSpPr/>
          <p:nvPr/>
        </p:nvCxnSpPr>
        <p:spPr>
          <a:xfrm>
            <a:off x="2435225" y="2221706"/>
            <a:ext cx="1911300" cy="138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69" name="Google Shape;1969;p113"/>
          <p:cNvCxnSpPr/>
          <p:nvPr/>
        </p:nvCxnSpPr>
        <p:spPr>
          <a:xfrm>
            <a:off x="4724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70" name="Google Shape;1970;p113"/>
          <p:cNvCxnSpPr/>
          <p:nvPr/>
        </p:nvCxnSpPr>
        <p:spPr>
          <a:xfrm>
            <a:off x="2605087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71" name="Google Shape;1971;p113"/>
          <p:cNvCxnSpPr/>
          <p:nvPr/>
        </p:nvCxnSpPr>
        <p:spPr>
          <a:xfrm rot="10800000">
            <a:off x="5272012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72" name="Google Shape;1972;p113"/>
          <p:cNvCxnSpPr/>
          <p:nvPr/>
        </p:nvCxnSpPr>
        <p:spPr>
          <a:xfrm>
            <a:off x="5102225" y="2221706"/>
            <a:ext cx="6159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73" name="Google Shape;1973;p113"/>
          <p:cNvCxnSpPr/>
          <p:nvPr/>
        </p:nvCxnSpPr>
        <p:spPr>
          <a:xfrm flipH="1">
            <a:off x="6473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74" name="Google Shape;1974;p113"/>
          <p:cNvCxnSpPr/>
          <p:nvPr/>
        </p:nvCxnSpPr>
        <p:spPr>
          <a:xfrm>
            <a:off x="7391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75" name="Google Shape;1975;p113"/>
          <p:cNvCxnSpPr/>
          <p:nvPr/>
        </p:nvCxnSpPr>
        <p:spPr>
          <a:xfrm rot="10800000">
            <a:off x="5272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76" name="Google Shape;1976;p113"/>
          <p:cNvCxnSpPr/>
          <p:nvPr/>
        </p:nvCxnSpPr>
        <p:spPr>
          <a:xfrm flipH="1">
            <a:off x="5102275" y="3078956"/>
            <a:ext cx="6159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77" name="Google Shape;1977;p113"/>
          <p:cNvCxnSpPr/>
          <p:nvPr/>
        </p:nvCxnSpPr>
        <p:spPr>
          <a:xfrm>
            <a:off x="457200" y="1600200"/>
            <a:ext cx="1066800" cy="285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78" name="Google Shape;1978;p113"/>
          <p:cNvSpPr txBox="1"/>
          <p:nvPr/>
        </p:nvSpPr>
        <p:spPr>
          <a:xfrm>
            <a:off x="76200" y="1085850"/>
            <a:ext cx="874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9" name="Google Shape;1979;p113"/>
          <p:cNvSpPr/>
          <p:nvPr/>
        </p:nvSpPr>
        <p:spPr>
          <a:xfrm>
            <a:off x="1524000" y="1371600"/>
            <a:ext cx="1066800" cy="514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1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114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DFS: Kinds of edges</a:t>
            </a:r>
            <a:endParaRPr/>
          </a:p>
        </p:txBody>
      </p:sp>
      <p:sp>
        <p:nvSpPr>
          <p:cNvPr id="1986" name="Google Shape;1986;p114"/>
          <p:cNvSpPr txBox="1"/>
          <p:nvPr>
            <p:ph idx="1" type="body"/>
          </p:nvPr>
        </p:nvSpPr>
        <p:spPr>
          <a:xfrm>
            <a:off x="457200" y="1143000"/>
            <a:ext cx="8229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20"/>
              <a:buFont typeface="Times New Roman"/>
              <a:buChar char="●"/>
            </a:pPr>
            <a:r>
              <a:rPr b="0" i="0" lang="en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 introduces an important distinction among edges in the original graph: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380"/>
              <a:buFont typeface="Times New Roman"/>
              <a:buChar char="■"/>
            </a:pPr>
            <a:r>
              <a:rPr b="0" i="1" lang="en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</a:t>
            </a:r>
            <a:r>
              <a:rPr b="0" i="0" lang="en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encounter </a:t>
            </a:r>
            <a:r>
              <a:rPr lang="en"/>
              <a:t>WHITE</a:t>
            </a:r>
            <a:r>
              <a:rPr b="0" i="0" lang="en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vertex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380"/>
              <a:buFont typeface="Times New Roman"/>
              <a:buChar char="■"/>
            </a:pPr>
            <a:r>
              <a:rPr b="0" i="1" lang="en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</a:t>
            </a:r>
            <a:r>
              <a:rPr b="0" i="0" lang="en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/>
              <a:t>encounter GREY vertex</a:t>
            </a:r>
            <a:endParaRPr b="0" sz="2800" u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380"/>
              <a:buFont typeface="Times New Roman"/>
              <a:buChar char="■"/>
            </a:pPr>
            <a:r>
              <a:rPr b="0" i="1" lang="en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edge</a:t>
            </a:r>
            <a:r>
              <a:rPr b="0" i="0" lang="en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/>
              <a:t>encounter BLACK vertex</a:t>
            </a:r>
            <a:endParaRPr/>
          </a:p>
          <a:p>
            <a:pPr indent="-213358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7" name="Google Shape;1987;p1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115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DFS: Kinds of edges</a:t>
            </a:r>
            <a:endParaRPr/>
          </a:p>
        </p:txBody>
      </p:sp>
      <p:sp>
        <p:nvSpPr>
          <p:cNvPr id="1993" name="Google Shape;1993;p115"/>
          <p:cNvSpPr txBox="1"/>
          <p:nvPr>
            <p:ph idx="1" type="body"/>
          </p:nvPr>
        </p:nvSpPr>
        <p:spPr>
          <a:xfrm>
            <a:off x="457200" y="1143000"/>
            <a:ext cx="8229600" cy="3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82270" lvl="0" marL="457200" rtl="0" algn="l">
              <a:spcBef>
                <a:spcPts val="0"/>
              </a:spcBef>
              <a:spcAft>
                <a:spcPts val="0"/>
              </a:spcAft>
              <a:buSzPts val="2420"/>
              <a:buChar char="●"/>
            </a:pPr>
            <a:r>
              <a:rPr lang="en" sz="2900"/>
              <a:t>DFS introduces an important distinction among edges in the original graph:</a:t>
            </a:r>
            <a:endParaRPr sz="2900"/>
          </a:p>
          <a:p>
            <a:pPr indent="-26670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080"/>
              <a:buFont typeface="Times New Roman"/>
              <a:buChar char="■"/>
            </a:pPr>
            <a:r>
              <a:rPr b="0" i="1" lang="en" sz="25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</a:t>
            </a:r>
            <a:r>
              <a:rPr b="0" i="0" lang="en" sz="2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2500"/>
              <a:t>part of DFS traversal.</a:t>
            </a:r>
            <a:r>
              <a:rPr b="0" i="0" lang="en" sz="2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500"/>
          </a:p>
          <a:p>
            <a:pPr indent="-26670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080"/>
              <a:buFont typeface="Times New Roman"/>
              <a:buChar char="■"/>
            </a:pPr>
            <a:r>
              <a:rPr b="0" i="1" lang="en" sz="25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</a:t>
            </a:r>
            <a:r>
              <a:rPr b="0" i="0" lang="en" sz="2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2500"/>
              <a:t>edge (x,y) where y appears before x and there is a path from y to x.</a:t>
            </a:r>
            <a:endParaRPr sz="2500"/>
          </a:p>
          <a:p>
            <a:pPr indent="-26670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080"/>
              <a:buFont typeface="Times New Roman"/>
              <a:buChar char="■"/>
            </a:pPr>
            <a:r>
              <a:rPr b="0" i="1" lang="en" sz="25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Forward</a:t>
            </a:r>
            <a:r>
              <a:rPr i="1" lang="en" sz="2500">
                <a:solidFill>
                  <a:schemeClr val="dk2"/>
                </a:solidFill>
              </a:rPr>
              <a:t> </a:t>
            </a:r>
            <a:r>
              <a:rPr lang="en" sz="2500">
                <a:solidFill>
                  <a:schemeClr val="dk2"/>
                </a:solidFill>
              </a:rPr>
              <a:t>edge: </a:t>
            </a:r>
            <a:r>
              <a:rPr lang="en" sz="2500"/>
              <a:t>edge (x,y) where y appears after x and there is another already traversed path from y to x.</a:t>
            </a:r>
            <a:endParaRPr b="0" sz="2500" u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080"/>
              <a:buFont typeface="Times New Roman"/>
              <a:buChar char="■"/>
            </a:pPr>
            <a:r>
              <a:rPr b="0" i="1" lang="en" sz="25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edge</a:t>
            </a:r>
            <a:r>
              <a:rPr b="0" i="0" lang="en" sz="2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2500"/>
              <a:t>edge (x,y) and there is no path from y to x.</a:t>
            </a:r>
            <a:endParaRPr sz="2500"/>
          </a:p>
          <a:p>
            <a:pPr indent="-213358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4" name="Google Shape;1994;p1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p116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0" name="Google Shape;2000;p116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1" name="Google Shape;2001;p116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p116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116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116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116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6" name="Google Shape;2006;p116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7" name="Google Shape;2007;p116"/>
          <p:cNvCxnSpPr>
            <a:stCxn id="1999" idx="3"/>
            <a:endCxn id="2004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8" name="Google Shape;2008;p116"/>
          <p:cNvCxnSpPr>
            <a:stCxn id="2004" idx="3"/>
            <a:endCxn id="2000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9" name="Google Shape;2009;p116"/>
          <p:cNvCxnSpPr>
            <a:stCxn id="1999" idx="4"/>
            <a:endCxn id="2001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0" name="Google Shape;2010;p116"/>
          <p:cNvCxnSpPr>
            <a:endCxn id="2002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1" name="Google Shape;2011;p116"/>
          <p:cNvCxnSpPr>
            <a:endCxn id="2005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2" name="Google Shape;2012;p116"/>
          <p:cNvCxnSpPr>
            <a:stCxn id="1999" idx="6"/>
            <a:endCxn id="2003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3" name="Google Shape;2013;p116"/>
          <p:cNvCxnSpPr>
            <a:stCxn id="2003" idx="5"/>
            <a:endCxn id="2006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14" name="Google Shape;2014;p116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2015" name="Google Shape;2015;p1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117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p117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p117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Google Shape;2023;p117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p117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117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117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117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8" name="Google Shape;2028;p117"/>
          <p:cNvCxnSpPr>
            <a:stCxn id="2020" idx="3"/>
            <a:endCxn id="2025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9" name="Google Shape;2029;p117"/>
          <p:cNvCxnSpPr>
            <a:stCxn id="2025" idx="3"/>
            <a:endCxn id="2021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0" name="Google Shape;2030;p117"/>
          <p:cNvCxnSpPr>
            <a:stCxn id="2020" idx="4"/>
            <a:endCxn id="2022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1" name="Google Shape;2031;p117"/>
          <p:cNvCxnSpPr>
            <a:endCxn id="2023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2" name="Google Shape;2032;p117"/>
          <p:cNvCxnSpPr>
            <a:endCxn id="2026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3" name="Google Shape;2033;p117"/>
          <p:cNvCxnSpPr>
            <a:stCxn id="2020" idx="6"/>
            <a:endCxn id="2024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4" name="Google Shape;2034;p117"/>
          <p:cNvCxnSpPr>
            <a:stCxn id="2024" idx="5"/>
            <a:endCxn id="2027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5" name="Google Shape;2035;p117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2036" name="Google Shape;2036;p117"/>
          <p:cNvSpPr txBox="1"/>
          <p:nvPr/>
        </p:nvSpPr>
        <p:spPr>
          <a:xfrm>
            <a:off x="6676275" y="1450475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1" i="0" sz="19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7" name="Google Shape;2037;p1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118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3" name="Google Shape;2043;p118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4" name="Google Shape;2044;p118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5" name="Google Shape;2045;p118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6" name="Google Shape;2046;p118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7" name="Google Shape;2047;p118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p118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9" name="Google Shape;2049;p118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0" name="Google Shape;2050;p118"/>
          <p:cNvCxnSpPr>
            <a:stCxn id="2042" idx="3"/>
            <a:endCxn id="2047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1" name="Google Shape;2051;p118"/>
          <p:cNvCxnSpPr>
            <a:stCxn id="2047" idx="3"/>
            <a:endCxn id="2043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2" name="Google Shape;2052;p118"/>
          <p:cNvCxnSpPr>
            <a:stCxn id="2042" idx="4"/>
            <a:endCxn id="2044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3" name="Google Shape;2053;p118"/>
          <p:cNvCxnSpPr>
            <a:endCxn id="2045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4" name="Google Shape;2054;p118"/>
          <p:cNvCxnSpPr>
            <a:endCxn id="2048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5" name="Google Shape;2055;p118"/>
          <p:cNvCxnSpPr>
            <a:stCxn id="2042" idx="6"/>
            <a:endCxn id="2046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6" name="Google Shape;2056;p118"/>
          <p:cNvCxnSpPr>
            <a:stCxn id="2046" idx="5"/>
            <a:endCxn id="2049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57" name="Google Shape;2057;p118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2058" name="Google Shape;2058;p118"/>
          <p:cNvSpPr txBox="1"/>
          <p:nvPr/>
        </p:nvSpPr>
        <p:spPr>
          <a:xfrm>
            <a:off x="6676275" y="1450475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1" i="0" sz="19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9" name="Google Shape;2059;p1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p119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5" name="Google Shape;2065;p119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6" name="Google Shape;2066;p119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119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8" name="Google Shape;2068;p119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9" name="Google Shape;2069;p119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0" name="Google Shape;2070;p119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1" name="Google Shape;2071;p119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2" name="Google Shape;2072;p119"/>
          <p:cNvCxnSpPr>
            <a:stCxn id="2064" idx="3"/>
            <a:endCxn id="2069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3" name="Google Shape;2073;p119"/>
          <p:cNvCxnSpPr>
            <a:stCxn id="2069" idx="3"/>
            <a:endCxn id="2065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4" name="Google Shape;2074;p119"/>
          <p:cNvCxnSpPr>
            <a:stCxn id="2064" idx="4"/>
            <a:endCxn id="2066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5" name="Google Shape;2075;p119"/>
          <p:cNvCxnSpPr>
            <a:endCxn id="2067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6" name="Google Shape;2076;p119"/>
          <p:cNvCxnSpPr>
            <a:endCxn id="2070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7" name="Google Shape;2077;p119"/>
          <p:cNvCxnSpPr>
            <a:stCxn id="2064" idx="6"/>
            <a:endCxn id="2068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8" name="Google Shape;2078;p119"/>
          <p:cNvCxnSpPr>
            <a:stCxn id="2068" idx="5"/>
            <a:endCxn id="2071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79" name="Google Shape;2079;p119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2080" name="Google Shape;2080;p119"/>
          <p:cNvSpPr txBox="1"/>
          <p:nvPr/>
        </p:nvSpPr>
        <p:spPr>
          <a:xfrm>
            <a:off x="6676275" y="1450475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1" i="0" sz="19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1" name="Google Shape;2081;p119"/>
          <p:cNvSpPr txBox="1"/>
          <p:nvPr/>
        </p:nvSpPr>
        <p:spPr>
          <a:xfrm>
            <a:off x="457200" y="1311875"/>
            <a:ext cx="168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if there was an edge like this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2" name="Google Shape;2082;p119"/>
          <p:cNvSpPr txBox="1"/>
          <p:nvPr/>
        </p:nvSpPr>
        <p:spPr>
          <a:xfrm>
            <a:off x="6746375" y="2123863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 b="1" i="0" sz="1900" u="none" cap="none" strike="noStrike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3" name="Google Shape;2083;p1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84" name="Google Shape;2084;p119"/>
          <p:cNvCxnSpPr>
            <a:stCxn id="2065" idx="0"/>
            <a:endCxn id="2064" idx="2"/>
          </p:cNvCxnSpPr>
          <p:nvPr/>
        </p:nvCxnSpPr>
        <p:spPr>
          <a:xfrm rot="-5400000">
            <a:off x="1700250" y="1044650"/>
            <a:ext cx="1755900" cy="2670600"/>
          </a:xfrm>
          <a:prstGeom prst="curvedConnector2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p120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0" name="Google Shape;2090;p120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1" name="Google Shape;2091;p120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2" name="Google Shape;2092;p120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3" name="Google Shape;2093;p120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120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5" name="Google Shape;2095;p120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6" name="Google Shape;2096;p120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7" name="Google Shape;2097;p120"/>
          <p:cNvCxnSpPr>
            <a:stCxn id="2089" idx="3"/>
            <a:endCxn id="2094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98" name="Google Shape;2098;p120"/>
          <p:cNvCxnSpPr>
            <a:stCxn id="2094" idx="3"/>
            <a:endCxn id="2090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99" name="Google Shape;2099;p120"/>
          <p:cNvCxnSpPr>
            <a:stCxn id="2089" idx="4"/>
            <a:endCxn id="2091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0" name="Google Shape;2100;p120"/>
          <p:cNvCxnSpPr>
            <a:endCxn id="2092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1" name="Google Shape;2101;p120"/>
          <p:cNvCxnSpPr>
            <a:endCxn id="2095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2" name="Google Shape;2102;p120"/>
          <p:cNvCxnSpPr>
            <a:stCxn id="2089" idx="6"/>
            <a:endCxn id="2093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3" name="Google Shape;2103;p120"/>
          <p:cNvCxnSpPr>
            <a:stCxn id="2093" idx="5"/>
            <a:endCxn id="2096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04" name="Google Shape;2104;p120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2105" name="Google Shape;2105;p120"/>
          <p:cNvSpPr txBox="1"/>
          <p:nvPr/>
        </p:nvSpPr>
        <p:spPr>
          <a:xfrm>
            <a:off x="6676275" y="1450475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1" i="0" sz="19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6" name="Google Shape;2106;p120"/>
          <p:cNvSpPr txBox="1"/>
          <p:nvPr/>
        </p:nvSpPr>
        <p:spPr>
          <a:xfrm>
            <a:off x="6746375" y="2123863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 b="1" i="0" sz="1900" u="none" cap="none" strike="noStrike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7" name="Google Shape;2107;p1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08" name="Google Shape;2108;p120"/>
          <p:cNvCxnSpPr/>
          <p:nvPr/>
        </p:nvCxnSpPr>
        <p:spPr>
          <a:xfrm rot="-5400000">
            <a:off x="1700250" y="1044650"/>
            <a:ext cx="1755900" cy="2670600"/>
          </a:xfrm>
          <a:prstGeom prst="curvedConnector2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121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4" name="Google Shape;2114;p121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5" name="Google Shape;2115;p121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6" name="Google Shape;2116;p121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7" name="Google Shape;2117;p121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121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9" name="Google Shape;2119;p121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0" name="Google Shape;2120;p121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1" name="Google Shape;2121;p121"/>
          <p:cNvCxnSpPr>
            <a:stCxn id="2113" idx="3"/>
            <a:endCxn id="2118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2" name="Google Shape;2122;p121"/>
          <p:cNvCxnSpPr>
            <a:stCxn id="2118" idx="3"/>
            <a:endCxn id="2114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3" name="Google Shape;2123;p121"/>
          <p:cNvCxnSpPr>
            <a:stCxn id="2113" idx="4"/>
            <a:endCxn id="2115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4" name="Google Shape;2124;p121"/>
          <p:cNvCxnSpPr>
            <a:endCxn id="2116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5" name="Google Shape;2125;p121"/>
          <p:cNvCxnSpPr>
            <a:endCxn id="2119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6" name="Google Shape;2126;p121"/>
          <p:cNvCxnSpPr>
            <a:stCxn id="2113" idx="6"/>
            <a:endCxn id="2117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7" name="Google Shape;2127;p121"/>
          <p:cNvCxnSpPr>
            <a:stCxn id="2117" idx="5"/>
            <a:endCxn id="2120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28" name="Google Shape;2128;p121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2129" name="Google Shape;2129;p121"/>
          <p:cNvSpPr txBox="1"/>
          <p:nvPr/>
        </p:nvSpPr>
        <p:spPr>
          <a:xfrm>
            <a:off x="6676275" y="1450475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1" i="0" sz="19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0" name="Google Shape;2130;p121"/>
          <p:cNvSpPr txBox="1"/>
          <p:nvPr/>
        </p:nvSpPr>
        <p:spPr>
          <a:xfrm>
            <a:off x="6676275" y="188428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 b="1" i="0" sz="1900" u="none" cap="none" strike="noStrike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31" name="Google Shape;2131;p121"/>
          <p:cNvCxnSpPr>
            <a:stCxn id="2115" idx="2"/>
            <a:endCxn id="2118" idx="5"/>
          </p:cNvCxnSpPr>
          <p:nvPr/>
        </p:nvCxnSpPr>
        <p:spPr>
          <a:xfrm rot="10800000">
            <a:off x="2856888" y="2731800"/>
            <a:ext cx="1056600" cy="79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2" name="Google Shape;2132;p121"/>
          <p:cNvSpPr txBox="1"/>
          <p:nvPr/>
        </p:nvSpPr>
        <p:spPr>
          <a:xfrm>
            <a:off x="2180288" y="3082125"/>
            <a:ext cx="168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if there was an edge like this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3" name="Google Shape;2133;p121"/>
          <p:cNvSpPr txBox="1"/>
          <p:nvPr/>
        </p:nvSpPr>
        <p:spPr>
          <a:xfrm>
            <a:off x="6676275" y="233323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Edges</a:t>
            </a:r>
            <a:endParaRPr b="1" i="0" sz="19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4" name="Google Shape;2134;p1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35" name="Google Shape;2135;p121"/>
          <p:cNvCxnSpPr/>
          <p:nvPr/>
        </p:nvCxnSpPr>
        <p:spPr>
          <a:xfrm rot="-5400000">
            <a:off x="1700250" y="1044650"/>
            <a:ext cx="1755900" cy="2670600"/>
          </a:xfrm>
          <a:prstGeom prst="curvedConnector2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p122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1" name="Google Shape;2141;p122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2" name="Google Shape;2142;p122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3" name="Google Shape;2143;p122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4" name="Google Shape;2144;p122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5" name="Google Shape;2145;p122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6" name="Google Shape;2146;p122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7" name="Google Shape;2147;p122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8" name="Google Shape;2148;p122"/>
          <p:cNvCxnSpPr>
            <a:stCxn id="2140" idx="3"/>
            <a:endCxn id="2145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49" name="Google Shape;2149;p122"/>
          <p:cNvCxnSpPr>
            <a:stCxn id="2145" idx="3"/>
            <a:endCxn id="2141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0" name="Google Shape;2150;p122"/>
          <p:cNvCxnSpPr>
            <a:stCxn id="2140" idx="4"/>
            <a:endCxn id="2142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1" name="Google Shape;2151;p122"/>
          <p:cNvCxnSpPr>
            <a:endCxn id="2143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2" name="Google Shape;2152;p122"/>
          <p:cNvCxnSpPr>
            <a:endCxn id="2146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3" name="Google Shape;2153;p122"/>
          <p:cNvCxnSpPr>
            <a:stCxn id="2140" idx="6"/>
            <a:endCxn id="2144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4" name="Google Shape;2154;p122"/>
          <p:cNvCxnSpPr>
            <a:stCxn id="2144" idx="5"/>
            <a:endCxn id="2147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55" name="Google Shape;2155;p122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2156" name="Google Shape;2156;p122"/>
          <p:cNvSpPr txBox="1"/>
          <p:nvPr/>
        </p:nvSpPr>
        <p:spPr>
          <a:xfrm>
            <a:off x="6676275" y="1450475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1" i="0" sz="19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7" name="Google Shape;2157;p122"/>
          <p:cNvSpPr txBox="1"/>
          <p:nvPr/>
        </p:nvSpPr>
        <p:spPr>
          <a:xfrm>
            <a:off x="6676275" y="188428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 b="1" i="0" sz="1900" u="none" cap="none" strike="noStrike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58" name="Google Shape;2158;p122"/>
          <p:cNvCxnSpPr>
            <a:stCxn id="2142" idx="2"/>
            <a:endCxn id="2145" idx="5"/>
          </p:cNvCxnSpPr>
          <p:nvPr/>
        </p:nvCxnSpPr>
        <p:spPr>
          <a:xfrm rot="10800000">
            <a:off x="2856888" y="2731800"/>
            <a:ext cx="1056600" cy="79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59" name="Google Shape;2159;p122"/>
          <p:cNvSpPr txBox="1"/>
          <p:nvPr/>
        </p:nvSpPr>
        <p:spPr>
          <a:xfrm>
            <a:off x="6676275" y="233323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Edges</a:t>
            </a:r>
            <a:endParaRPr b="1" i="0" sz="19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0" name="Google Shape;2160;p1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61" name="Google Shape;2161;p122"/>
          <p:cNvCxnSpPr/>
          <p:nvPr/>
        </p:nvCxnSpPr>
        <p:spPr>
          <a:xfrm rot="-5400000">
            <a:off x="1700250" y="1044650"/>
            <a:ext cx="1755900" cy="2670600"/>
          </a:xfrm>
          <a:prstGeom prst="curvedConnector2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p123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7" name="Google Shape;2167;p123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8" name="Google Shape;2168;p123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9" name="Google Shape;2169;p123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0" name="Google Shape;2170;p123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1" name="Google Shape;2171;p123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2" name="Google Shape;2172;p123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3" name="Google Shape;2173;p123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4" name="Google Shape;2174;p123"/>
          <p:cNvCxnSpPr>
            <a:stCxn id="2166" idx="3"/>
            <a:endCxn id="2171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75" name="Google Shape;2175;p123"/>
          <p:cNvCxnSpPr>
            <a:stCxn id="2171" idx="3"/>
            <a:endCxn id="2167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76" name="Google Shape;2176;p123"/>
          <p:cNvCxnSpPr>
            <a:stCxn id="2166" idx="4"/>
            <a:endCxn id="2168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77" name="Google Shape;2177;p123"/>
          <p:cNvCxnSpPr>
            <a:endCxn id="2169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78" name="Google Shape;2178;p123"/>
          <p:cNvCxnSpPr>
            <a:endCxn id="2172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79" name="Google Shape;2179;p123"/>
          <p:cNvCxnSpPr>
            <a:stCxn id="2166" idx="6"/>
            <a:endCxn id="2170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80" name="Google Shape;2180;p123"/>
          <p:cNvCxnSpPr>
            <a:stCxn id="2170" idx="5"/>
            <a:endCxn id="2173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81" name="Google Shape;2181;p123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2182" name="Google Shape;2182;p123"/>
          <p:cNvSpPr txBox="1"/>
          <p:nvPr/>
        </p:nvSpPr>
        <p:spPr>
          <a:xfrm>
            <a:off x="6676275" y="1450475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1" i="0" sz="19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3" name="Google Shape;2183;p123"/>
          <p:cNvSpPr txBox="1"/>
          <p:nvPr/>
        </p:nvSpPr>
        <p:spPr>
          <a:xfrm>
            <a:off x="6676275" y="188428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 b="1" i="0" sz="1900" u="none" cap="none" strike="noStrike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84" name="Google Shape;2184;p123"/>
          <p:cNvCxnSpPr>
            <a:stCxn id="2168" idx="2"/>
            <a:endCxn id="2171" idx="5"/>
          </p:cNvCxnSpPr>
          <p:nvPr/>
        </p:nvCxnSpPr>
        <p:spPr>
          <a:xfrm rot="10800000">
            <a:off x="2856888" y="2731800"/>
            <a:ext cx="1056600" cy="79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85" name="Google Shape;2185;p123"/>
          <p:cNvSpPr txBox="1"/>
          <p:nvPr/>
        </p:nvSpPr>
        <p:spPr>
          <a:xfrm>
            <a:off x="6676275" y="233323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Edges</a:t>
            </a:r>
            <a:endParaRPr b="1" i="0" sz="19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6" name="Google Shape;2186;p1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87" name="Google Shape;2187;p123"/>
          <p:cNvCxnSpPr/>
          <p:nvPr/>
        </p:nvCxnSpPr>
        <p:spPr>
          <a:xfrm rot="-5400000">
            <a:off x="1700250" y="1044650"/>
            <a:ext cx="1755900" cy="2670600"/>
          </a:xfrm>
          <a:prstGeom prst="curvedConnector2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p124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3" name="Google Shape;2193;p124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4" name="Google Shape;2194;p124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124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6" name="Google Shape;2196;p124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7" name="Google Shape;2197;p124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8" name="Google Shape;2198;p124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9" name="Google Shape;2199;p124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0" name="Google Shape;2200;p124"/>
          <p:cNvCxnSpPr>
            <a:stCxn id="2192" idx="3"/>
            <a:endCxn id="2197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1" name="Google Shape;2201;p124"/>
          <p:cNvCxnSpPr>
            <a:stCxn id="2197" idx="3"/>
            <a:endCxn id="2193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2" name="Google Shape;2202;p124"/>
          <p:cNvCxnSpPr>
            <a:stCxn id="2192" idx="4"/>
            <a:endCxn id="2194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3" name="Google Shape;2203;p124"/>
          <p:cNvCxnSpPr>
            <a:endCxn id="2195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4" name="Google Shape;2204;p124"/>
          <p:cNvCxnSpPr>
            <a:endCxn id="2198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5" name="Google Shape;2205;p124"/>
          <p:cNvCxnSpPr>
            <a:stCxn id="2192" idx="6"/>
            <a:endCxn id="2196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6" name="Google Shape;2206;p124"/>
          <p:cNvCxnSpPr>
            <a:stCxn id="2196" idx="5"/>
            <a:endCxn id="2199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07" name="Google Shape;2207;p124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2208" name="Google Shape;2208;p124"/>
          <p:cNvSpPr txBox="1"/>
          <p:nvPr/>
        </p:nvSpPr>
        <p:spPr>
          <a:xfrm>
            <a:off x="6676275" y="1450475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1" i="0" sz="19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9" name="Google Shape;2209;p124"/>
          <p:cNvSpPr txBox="1"/>
          <p:nvPr/>
        </p:nvSpPr>
        <p:spPr>
          <a:xfrm>
            <a:off x="6676275" y="188428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 b="1" i="0" sz="1900" u="none" cap="none" strike="noStrike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10" name="Google Shape;2210;p124"/>
          <p:cNvCxnSpPr>
            <a:stCxn id="2194" idx="2"/>
            <a:endCxn id="2197" idx="5"/>
          </p:cNvCxnSpPr>
          <p:nvPr/>
        </p:nvCxnSpPr>
        <p:spPr>
          <a:xfrm rot="10800000">
            <a:off x="2856888" y="2731800"/>
            <a:ext cx="1056600" cy="79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11" name="Google Shape;2211;p124"/>
          <p:cNvSpPr txBox="1"/>
          <p:nvPr/>
        </p:nvSpPr>
        <p:spPr>
          <a:xfrm>
            <a:off x="6676275" y="233323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Edges</a:t>
            </a:r>
            <a:endParaRPr b="1" i="0" sz="19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2" name="Google Shape;2212;p1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13" name="Google Shape;2213;p124"/>
          <p:cNvCxnSpPr/>
          <p:nvPr/>
        </p:nvCxnSpPr>
        <p:spPr>
          <a:xfrm rot="-5400000">
            <a:off x="1700250" y="1044650"/>
            <a:ext cx="1755900" cy="2670600"/>
          </a:xfrm>
          <a:prstGeom prst="curvedConnector2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7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125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9" name="Google Shape;2219;p125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0" name="Google Shape;2220;p125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1" name="Google Shape;2221;p125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2" name="Google Shape;2222;p125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3" name="Google Shape;2223;p125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4" name="Google Shape;2224;p125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5" name="Google Shape;2225;p125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6" name="Google Shape;2226;p125"/>
          <p:cNvCxnSpPr>
            <a:stCxn id="2218" idx="3"/>
            <a:endCxn id="2223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27" name="Google Shape;2227;p125"/>
          <p:cNvCxnSpPr>
            <a:stCxn id="2223" idx="3"/>
            <a:endCxn id="2219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28" name="Google Shape;2228;p125"/>
          <p:cNvCxnSpPr>
            <a:stCxn id="2218" idx="4"/>
            <a:endCxn id="2220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29" name="Google Shape;2229;p125"/>
          <p:cNvCxnSpPr>
            <a:endCxn id="2221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0" name="Google Shape;2230;p125"/>
          <p:cNvCxnSpPr>
            <a:endCxn id="2224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1" name="Google Shape;2231;p125"/>
          <p:cNvCxnSpPr>
            <a:stCxn id="2218" idx="6"/>
            <a:endCxn id="2222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2" name="Google Shape;2232;p125"/>
          <p:cNvCxnSpPr>
            <a:stCxn id="2222" idx="5"/>
            <a:endCxn id="2225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33" name="Google Shape;2233;p125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2234" name="Google Shape;2234;p125"/>
          <p:cNvSpPr txBox="1"/>
          <p:nvPr/>
        </p:nvSpPr>
        <p:spPr>
          <a:xfrm>
            <a:off x="6676275" y="1450475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1" i="0" sz="19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5" name="Google Shape;2235;p125"/>
          <p:cNvSpPr txBox="1"/>
          <p:nvPr/>
        </p:nvSpPr>
        <p:spPr>
          <a:xfrm>
            <a:off x="6676275" y="188428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 b="1" i="0" sz="1900" u="none" cap="none" strike="noStrike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36" name="Google Shape;2236;p125"/>
          <p:cNvCxnSpPr>
            <a:stCxn id="2220" idx="2"/>
            <a:endCxn id="2223" idx="5"/>
          </p:cNvCxnSpPr>
          <p:nvPr/>
        </p:nvCxnSpPr>
        <p:spPr>
          <a:xfrm rot="10800000">
            <a:off x="2856888" y="2731800"/>
            <a:ext cx="1056600" cy="79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37" name="Google Shape;2237;p125"/>
          <p:cNvSpPr txBox="1"/>
          <p:nvPr/>
        </p:nvSpPr>
        <p:spPr>
          <a:xfrm>
            <a:off x="6676275" y="233323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Edges</a:t>
            </a:r>
            <a:endParaRPr b="1" i="0" sz="19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8" name="Google Shape;2238;p1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39" name="Google Shape;2239;p125"/>
          <p:cNvCxnSpPr/>
          <p:nvPr/>
        </p:nvCxnSpPr>
        <p:spPr>
          <a:xfrm rot="-5400000">
            <a:off x="1700250" y="1044650"/>
            <a:ext cx="1755900" cy="2670600"/>
          </a:xfrm>
          <a:prstGeom prst="curvedConnector2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3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p126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5" name="Google Shape;2245;p126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6" name="Google Shape;2246;p126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7" name="Google Shape;2247;p126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8" name="Google Shape;2248;p126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9" name="Google Shape;2249;p126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0" name="Google Shape;2250;p126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1" name="Google Shape;2251;p126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2" name="Google Shape;2252;p126"/>
          <p:cNvCxnSpPr>
            <a:stCxn id="2244" idx="3"/>
            <a:endCxn id="2249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53" name="Google Shape;2253;p126"/>
          <p:cNvCxnSpPr>
            <a:stCxn id="2249" idx="3"/>
            <a:endCxn id="2245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54" name="Google Shape;2254;p126"/>
          <p:cNvCxnSpPr>
            <a:stCxn id="2244" idx="4"/>
            <a:endCxn id="2246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55" name="Google Shape;2255;p126"/>
          <p:cNvCxnSpPr>
            <a:endCxn id="2247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56" name="Google Shape;2256;p126"/>
          <p:cNvCxnSpPr>
            <a:endCxn id="2250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57" name="Google Shape;2257;p126"/>
          <p:cNvCxnSpPr>
            <a:stCxn id="2244" idx="6"/>
            <a:endCxn id="2248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58" name="Google Shape;2258;p126"/>
          <p:cNvCxnSpPr>
            <a:stCxn id="2248" idx="5"/>
            <a:endCxn id="2251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59" name="Google Shape;2259;p126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2260" name="Google Shape;2260;p126"/>
          <p:cNvSpPr txBox="1"/>
          <p:nvPr/>
        </p:nvSpPr>
        <p:spPr>
          <a:xfrm>
            <a:off x="6676275" y="1450475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1" i="0" sz="19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1" name="Google Shape;2261;p126"/>
          <p:cNvSpPr txBox="1"/>
          <p:nvPr/>
        </p:nvSpPr>
        <p:spPr>
          <a:xfrm>
            <a:off x="6676275" y="188428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 b="1" i="0" sz="1900" u="none" cap="none" strike="noStrike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62" name="Google Shape;2262;p126"/>
          <p:cNvCxnSpPr>
            <a:stCxn id="2246" idx="2"/>
            <a:endCxn id="2249" idx="5"/>
          </p:cNvCxnSpPr>
          <p:nvPr/>
        </p:nvCxnSpPr>
        <p:spPr>
          <a:xfrm rot="10800000">
            <a:off x="2856888" y="2731800"/>
            <a:ext cx="1056600" cy="79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63" name="Google Shape;2263;p126"/>
          <p:cNvSpPr txBox="1"/>
          <p:nvPr/>
        </p:nvSpPr>
        <p:spPr>
          <a:xfrm>
            <a:off x="6676275" y="233323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Edges</a:t>
            </a:r>
            <a:endParaRPr b="1" i="0" sz="19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4" name="Google Shape;2264;p1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65" name="Google Shape;2265;p126"/>
          <p:cNvCxnSpPr/>
          <p:nvPr/>
        </p:nvCxnSpPr>
        <p:spPr>
          <a:xfrm rot="-5400000">
            <a:off x="1700250" y="1044650"/>
            <a:ext cx="1755900" cy="2670600"/>
          </a:xfrm>
          <a:prstGeom prst="curvedConnector2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p127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1" name="Google Shape;2271;p127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2" name="Google Shape;2272;p127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3" name="Google Shape;2273;p127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4" name="Google Shape;2274;p127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5" name="Google Shape;2275;p127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6" name="Google Shape;2276;p127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7" name="Google Shape;2277;p127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8" name="Google Shape;2278;p127"/>
          <p:cNvCxnSpPr>
            <a:stCxn id="2270" idx="3"/>
            <a:endCxn id="2275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79" name="Google Shape;2279;p127"/>
          <p:cNvCxnSpPr>
            <a:stCxn id="2275" idx="3"/>
            <a:endCxn id="2271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0" name="Google Shape;2280;p127"/>
          <p:cNvCxnSpPr>
            <a:stCxn id="2270" idx="4"/>
            <a:endCxn id="2272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1" name="Google Shape;2281;p127"/>
          <p:cNvCxnSpPr>
            <a:endCxn id="2273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2" name="Google Shape;2282;p127"/>
          <p:cNvCxnSpPr>
            <a:endCxn id="2276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3" name="Google Shape;2283;p127"/>
          <p:cNvCxnSpPr>
            <a:stCxn id="2270" idx="6"/>
            <a:endCxn id="2274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4" name="Google Shape;2284;p127"/>
          <p:cNvCxnSpPr>
            <a:stCxn id="2274" idx="5"/>
            <a:endCxn id="2277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85" name="Google Shape;2285;p127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2286" name="Google Shape;2286;p127"/>
          <p:cNvSpPr txBox="1"/>
          <p:nvPr/>
        </p:nvSpPr>
        <p:spPr>
          <a:xfrm>
            <a:off x="6676275" y="1450475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1" i="0" sz="19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7" name="Google Shape;2287;p127"/>
          <p:cNvSpPr txBox="1"/>
          <p:nvPr/>
        </p:nvSpPr>
        <p:spPr>
          <a:xfrm>
            <a:off x="6676275" y="188428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 b="1" i="0" sz="1900" u="none" cap="none" strike="noStrike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88" name="Google Shape;2288;p127"/>
          <p:cNvCxnSpPr>
            <a:stCxn id="2272" idx="2"/>
            <a:endCxn id="2275" idx="5"/>
          </p:cNvCxnSpPr>
          <p:nvPr/>
        </p:nvCxnSpPr>
        <p:spPr>
          <a:xfrm rot="10800000">
            <a:off x="2856888" y="2731800"/>
            <a:ext cx="1056600" cy="79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89" name="Google Shape;2289;p127"/>
          <p:cNvSpPr txBox="1"/>
          <p:nvPr/>
        </p:nvSpPr>
        <p:spPr>
          <a:xfrm>
            <a:off x="6676275" y="233323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Edges</a:t>
            </a:r>
            <a:endParaRPr b="1" i="0" sz="19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0" name="Google Shape;2290;p1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91" name="Google Shape;2291;p127"/>
          <p:cNvCxnSpPr/>
          <p:nvPr/>
        </p:nvCxnSpPr>
        <p:spPr>
          <a:xfrm rot="-5400000">
            <a:off x="1700250" y="1044650"/>
            <a:ext cx="1755900" cy="2670600"/>
          </a:xfrm>
          <a:prstGeom prst="curvedConnector2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5" name="Shape 2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p128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128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8" name="Google Shape;2298;p128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9" name="Google Shape;2299;p128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0" name="Google Shape;2300;p128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p128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2" name="Google Shape;2302;p128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3" name="Google Shape;2303;p128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4" name="Google Shape;2304;p128"/>
          <p:cNvCxnSpPr>
            <a:stCxn id="2296" idx="3"/>
            <a:endCxn id="2301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5" name="Google Shape;2305;p128"/>
          <p:cNvCxnSpPr>
            <a:stCxn id="2301" idx="3"/>
            <a:endCxn id="2297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6" name="Google Shape;2306;p128"/>
          <p:cNvCxnSpPr>
            <a:stCxn id="2296" idx="4"/>
            <a:endCxn id="2298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7" name="Google Shape;2307;p128"/>
          <p:cNvCxnSpPr>
            <a:endCxn id="2299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8" name="Google Shape;2308;p128"/>
          <p:cNvCxnSpPr>
            <a:endCxn id="2302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9" name="Google Shape;2309;p128"/>
          <p:cNvCxnSpPr>
            <a:stCxn id="2296" idx="6"/>
            <a:endCxn id="2300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10" name="Google Shape;2310;p128"/>
          <p:cNvCxnSpPr>
            <a:stCxn id="2300" idx="5"/>
            <a:endCxn id="2303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11" name="Google Shape;2311;p128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2312" name="Google Shape;2312;p128"/>
          <p:cNvSpPr txBox="1"/>
          <p:nvPr/>
        </p:nvSpPr>
        <p:spPr>
          <a:xfrm>
            <a:off x="6676275" y="1450475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1" i="0" sz="19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3" name="Google Shape;2313;p128"/>
          <p:cNvSpPr txBox="1"/>
          <p:nvPr/>
        </p:nvSpPr>
        <p:spPr>
          <a:xfrm>
            <a:off x="6676275" y="188428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 b="1" i="0" sz="1900" u="none" cap="none" strike="noStrike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14" name="Google Shape;2314;p128"/>
          <p:cNvCxnSpPr>
            <a:stCxn id="2298" idx="2"/>
            <a:endCxn id="2301" idx="5"/>
          </p:cNvCxnSpPr>
          <p:nvPr/>
        </p:nvCxnSpPr>
        <p:spPr>
          <a:xfrm rot="10800000">
            <a:off x="2856888" y="2731800"/>
            <a:ext cx="1056600" cy="79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15" name="Google Shape;2315;p128"/>
          <p:cNvSpPr txBox="1"/>
          <p:nvPr/>
        </p:nvSpPr>
        <p:spPr>
          <a:xfrm>
            <a:off x="6676275" y="233323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Edges</a:t>
            </a:r>
            <a:endParaRPr b="1" i="0" sz="19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6" name="Google Shape;2316;p1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17" name="Google Shape;2317;p128"/>
          <p:cNvCxnSpPr/>
          <p:nvPr/>
        </p:nvCxnSpPr>
        <p:spPr>
          <a:xfrm rot="-5400000">
            <a:off x="1700250" y="1044650"/>
            <a:ext cx="1755900" cy="2670600"/>
          </a:xfrm>
          <a:prstGeom prst="curvedConnector2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Google Shape;2322;p129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3" name="Google Shape;2323;p129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4" name="Google Shape;2324;p129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5" name="Google Shape;2325;p129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6" name="Google Shape;2326;p129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7" name="Google Shape;2327;p129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8" name="Google Shape;2328;p129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9" name="Google Shape;2329;p129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0" name="Google Shape;2330;p129"/>
          <p:cNvCxnSpPr>
            <a:stCxn id="2322" idx="3"/>
            <a:endCxn id="2327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31" name="Google Shape;2331;p129"/>
          <p:cNvCxnSpPr>
            <a:stCxn id="2327" idx="3"/>
            <a:endCxn id="2323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32" name="Google Shape;2332;p129"/>
          <p:cNvCxnSpPr>
            <a:stCxn id="2322" idx="4"/>
            <a:endCxn id="2324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33" name="Google Shape;2333;p129"/>
          <p:cNvCxnSpPr>
            <a:endCxn id="2325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34" name="Google Shape;2334;p129"/>
          <p:cNvCxnSpPr>
            <a:endCxn id="2328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35" name="Google Shape;2335;p129"/>
          <p:cNvCxnSpPr>
            <a:stCxn id="2322" idx="6"/>
            <a:endCxn id="2326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36" name="Google Shape;2336;p129"/>
          <p:cNvCxnSpPr>
            <a:stCxn id="2326" idx="5"/>
            <a:endCxn id="2329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37" name="Google Shape;2337;p129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2338" name="Google Shape;2338;p129"/>
          <p:cNvSpPr txBox="1"/>
          <p:nvPr/>
        </p:nvSpPr>
        <p:spPr>
          <a:xfrm>
            <a:off x="6676275" y="1450475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1" i="0" sz="19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9" name="Google Shape;2339;p129"/>
          <p:cNvSpPr txBox="1"/>
          <p:nvPr/>
        </p:nvSpPr>
        <p:spPr>
          <a:xfrm>
            <a:off x="6676275" y="188428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 b="1" i="0" sz="1900" u="none" cap="none" strike="noStrike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40" name="Google Shape;2340;p129"/>
          <p:cNvCxnSpPr>
            <a:stCxn id="2324" idx="2"/>
            <a:endCxn id="2327" idx="5"/>
          </p:cNvCxnSpPr>
          <p:nvPr/>
        </p:nvCxnSpPr>
        <p:spPr>
          <a:xfrm rot="10800000">
            <a:off x="2856888" y="2731800"/>
            <a:ext cx="1056600" cy="79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41" name="Google Shape;2341;p129"/>
          <p:cNvSpPr txBox="1"/>
          <p:nvPr/>
        </p:nvSpPr>
        <p:spPr>
          <a:xfrm>
            <a:off x="6676275" y="233323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Edges</a:t>
            </a:r>
            <a:endParaRPr b="1" i="0" sz="19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2" name="Google Shape;2342;p1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43" name="Google Shape;2343;p129"/>
          <p:cNvCxnSpPr/>
          <p:nvPr/>
        </p:nvCxnSpPr>
        <p:spPr>
          <a:xfrm rot="-5400000">
            <a:off x="1700250" y="1044650"/>
            <a:ext cx="1755900" cy="2670600"/>
          </a:xfrm>
          <a:prstGeom prst="curvedConnector2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p130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9" name="Google Shape;2349;p130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0" name="Google Shape;2350;p130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1" name="Google Shape;2351;p130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2" name="Google Shape;2352;p130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3" name="Google Shape;2353;p130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4" name="Google Shape;2354;p130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5" name="Google Shape;2355;p130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6" name="Google Shape;2356;p130"/>
          <p:cNvCxnSpPr>
            <a:stCxn id="2348" idx="3"/>
            <a:endCxn id="2353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7" name="Google Shape;2357;p130"/>
          <p:cNvCxnSpPr>
            <a:stCxn id="2353" idx="3"/>
            <a:endCxn id="2349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8" name="Google Shape;2358;p130"/>
          <p:cNvCxnSpPr>
            <a:stCxn id="2348" idx="4"/>
            <a:endCxn id="2350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9" name="Google Shape;2359;p130"/>
          <p:cNvCxnSpPr>
            <a:endCxn id="2351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60" name="Google Shape;2360;p130"/>
          <p:cNvCxnSpPr>
            <a:endCxn id="2354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61" name="Google Shape;2361;p130"/>
          <p:cNvCxnSpPr>
            <a:stCxn id="2348" idx="6"/>
            <a:endCxn id="2352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62" name="Google Shape;2362;p130"/>
          <p:cNvCxnSpPr>
            <a:stCxn id="2352" idx="5"/>
            <a:endCxn id="2355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63" name="Google Shape;2363;p130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2364" name="Google Shape;2364;p130"/>
          <p:cNvSpPr txBox="1"/>
          <p:nvPr/>
        </p:nvSpPr>
        <p:spPr>
          <a:xfrm>
            <a:off x="6676275" y="1450475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1" i="0" sz="19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5" name="Google Shape;2365;p130"/>
          <p:cNvSpPr txBox="1"/>
          <p:nvPr/>
        </p:nvSpPr>
        <p:spPr>
          <a:xfrm>
            <a:off x="6676275" y="188428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 b="1" i="0" sz="1900" u="none" cap="none" strike="noStrike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66" name="Google Shape;2366;p130"/>
          <p:cNvCxnSpPr>
            <a:stCxn id="2350" idx="2"/>
            <a:endCxn id="2353" idx="5"/>
          </p:cNvCxnSpPr>
          <p:nvPr/>
        </p:nvCxnSpPr>
        <p:spPr>
          <a:xfrm rot="10800000">
            <a:off x="2856888" y="2731800"/>
            <a:ext cx="1056600" cy="79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67" name="Google Shape;2367;p130"/>
          <p:cNvSpPr txBox="1"/>
          <p:nvPr/>
        </p:nvSpPr>
        <p:spPr>
          <a:xfrm>
            <a:off x="6676275" y="233323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Edges</a:t>
            </a:r>
            <a:endParaRPr b="1" i="0" sz="19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8" name="Google Shape;2368;p1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69" name="Google Shape;2369;p130"/>
          <p:cNvCxnSpPr/>
          <p:nvPr/>
        </p:nvCxnSpPr>
        <p:spPr>
          <a:xfrm rot="-5400000">
            <a:off x="1700250" y="1044650"/>
            <a:ext cx="1755900" cy="2670600"/>
          </a:xfrm>
          <a:prstGeom prst="curvedConnector2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p131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5" name="Google Shape;2375;p131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6" name="Google Shape;2376;p131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7" name="Google Shape;2377;p131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8" name="Google Shape;2378;p131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9" name="Google Shape;2379;p131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0" name="Google Shape;2380;p131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1" name="Google Shape;2381;p131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2" name="Google Shape;2382;p131"/>
          <p:cNvCxnSpPr>
            <a:stCxn id="2374" idx="3"/>
            <a:endCxn id="2379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3" name="Google Shape;2383;p131"/>
          <p:cNvCxnSpPr>
            <a:stCxn id="2379" idx="3"/>
            <a:endCxn id="2375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4" name="Google Shape;2384;p131"/>
          <p:cNvCxnSpPr>
            <a:stCxn id="2374" idx="4"/>
            <a:endCxn id="2376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5" name="Google Shape;2385;p131"/>
          <p:cNvCxnSpPr>
            <a:endCxn id="2377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6" name="Google Shape;2386;p131"/>
          <p:cNvCxnSpPr>
            <a:endCxn id="2380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7" name="Google Shape;2387;p131"/>
          <p:cNvCxnSpPr>
            <a:stCxn id="2374" idx="6"/>
            <a:endCxn id="2378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8" name="Google Shape;2388;p131"/>
          <p:cNvCxnSpPr>
            <a:stCxn id="2378" idx="5"/>
            <a:endCxn id="2381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89" name="Google Shape;2389;p131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2390" name="Google Shape;2390;p131"/>
          <p:cNvSpPr txBox="1"/>
          <p:nvPr/>
        </p:nvSpPr>
        <p:spPr>
          <a:xfrm>
            <a:off x="6676275" y="1450475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1" i="0" sz="19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1" name="Google Shape;2391;p131"/>
          <p:cNvSpPr txBox="1"/>
          <p:nvPr/>
        </p:nvSpPr>
        <p:spPr>
          <a:xfrm>
            <a:off x="6676275" y="188428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 b="1" i="0" sz="1900" u="none" cap="none" strike="noStrike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92" name="Google Shape;2392;p131"/>
          <p:cNvCxnSpPr>
            <a:stCxn id="2376" idx="2"/>
            <a:endCxn id="2379" idx="5"/>
          </p:cNvCxnSpPr>
          <p:nvPr/>
        </p:nvCxnSpPr>
        <p:spPr>
          <a:xfrm rot="10800000">
            <a:off x="2856888" y="2731800"/>
            <a:ext cx="1056600" cy="79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93" name="Google Shape;2393;p131"/>
          <p:cNvSpPr txBox="1"/>
          <p:nvPr/>
        </p:nvSpPr>
        <p:spPr>
          <a:xfrm>
            <a:off x="6676275" y="233323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Edges</a:t>
            </a:r>
            <a:endParaRPr b="1" i="0" sz="19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4" name="Google Shape;2394;p1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95" name="Google Shape;2395;p131"/>
          <p:cNvCxnSpPr/>
          <p:nvPr/>
        </p:nvCxnSpPr>
        <p:spPr>
          <a:xfrm rot="-5400000">
            <a:off x="1700250" y="1044650"/>
            <a:ext cx="1755900" cy="2670600"/>
          </a:xfrm>
          <a:prstGeom prst="curvedConnector2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9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p132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1" name="Google Shape;2401;p132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2" name="Google Shape;2402;p132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3" name="Google Shape;2403;p132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4" name="Google Shape;2404;p132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5" name="Google Shape;2405;p132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p132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7" name="Google Shape;2407;p132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8" name="Google Shape;2408;p132"/>
          <p:cNvCxnSpPr>
            <a:stCxn id="2400" idx="3"/>
            <a:endCxn id="2405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9" name="Google Shape;2409;p132"/>
          <p:cNvCxnSpPr>
            <a:stCxn id="2405" idx="3"/>
            <a:endCxn id="2401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0" name="Google Shape;2410;p132"/>
          <p:cNvCxnSpPr>
            <a:stCxn id="2400" idx="4"/>
            <a:endCxn id="2402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1" name="Google Shape;2411;p132"/>
          <p:cNvCxnSpPr>
            <a:endCxn id="2403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2" name="Google Shape;2412;p132"/>
          <p:cNvCxnSpPr>
            <a:endCxn id="2406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3" name="Google Shape;2413;p132"/>
          <p:cNvCxnSpPr>
            <a:stCxn id="2400" idx="6"/>
            <a:endCxn id="2404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4" name="Google Shape;2414;p132"/>
          <p:cNvCxnSpPr>
            <a:stCxn id="2404" idx="5"/>
            <a:endCxn id="2407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15" name="Google Shape;2415;p132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2416" name="Google Shape;2416;p132"/>
          <p:cNvSpPr txBox="1"/>
          <p:nvPr/>
        </p:nvSpPr>
        <p:spPr>
          <a:xfrm>
            <a:off x="6676275" y="1450475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1" i="0" sz="19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7" name="Google Shape;2417;p132"/>
          <p:cNvSpPr txBox="1"/>
          <p:nvPr/>
        </p:nvSpPr>
        <p:spPr>
          <a:xfrm>
            <a:off x="6676275" y="188428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 b="1" i="0" sz="1900" u="none" cap="none" strike="noStrike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18" name="Google Shape;2418;p132"/>
          <p:cNvCxnSpPr>
            <a:stCxn id="2402" idx="2"/>
            <a:endCxn id="2405" idx="5"/>
          </p:cNvCxnSpPr>
          <p:nvPr/>
        </p:nvCxnSpPr>
        <p:spPr>
          <a:xfrm rot="10800000">
            <a:off x="2856888" y="2731800"/>
            <a:ext cx="1056600" cy="79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19" name="Google Shape;2419;p132"/>
          <p:cNvSpPr txBox="1"/>
          <p:nvPr/>
        </p:nvSpPr>
        <p:spPr>
          <a:xfrm>
            <a:off x="6676275" y="233323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Edges</a:t>
            </a:r>
            <a:endParaRPr b="1" i="0" sz="19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0" name="Google Shape;2420;p132"/>
          <p:cNvSpPr txBox="1"/>
          <p:nvPr/>
        </p:nvSpPr>
        <p:spPr>
          <a:xfrm>
            <a:off x="6066263" y="4062250"/>
            <a:ext cx="168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if there was another edge here?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1" name="Google Shape;2421;p132"/>
          <p:cNvSpPr txBox="1"/>
          <p:nvPr/>
        </p:nvSpPr>
        <p:spPr>
          <a:xfrm>
            <a:off x="6676275" y="273168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134F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Forward Edges</a:t>
            </a:r>
            <a:endParaRPr b="1" i="0" sz="1900" u="none" cap="none" strike="noStrike">
              <a:solidFill>
                <a:srgbClr val="134F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2" name="Google Shape;2422;p1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23" name="Google Shape;2423;p132"/>
          <p:cNvCxnSpPr/>
          <p:nvPr/>
        </p:nvCxnSpPr>
        <p:spPr>
          <a:xfrm rot="-5400000">
            <a:off x="1700250" y="1044650"/>
            <a:ext cx="1755900" cy="2670600"/>
          </a:xfrm>
          <a:prstGeom prst="curvedConnector2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4" name="Google Shape;2424;p132"/>
          <p:cNvCxnSpPr>
            <a:endCxn id="2407" idx="2"/>
          </p:cNvCxnSpPr>
          <p:nvPr/>
        </p:nvCxnSpPr>
        <p:spPr>
          <a:xfrm>
            <a:off x="4446275" y="1741950"/>
            <a:ext cx="2648700" cy="1908000"/>
          </a:xfrm>
          <a:prstGeom prst="curvedConnector3">
            <a:avLst>
              <a:gd fmla="val 23759" name="adj1"/>
            </a:avLst>
          </a:prstGeom>
          <a:noFill/>
          <a:ln cap="flat" cmpd="sng" w="28575">
            <a:solidFill>
              <a:srgbClr val="134F5C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8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p133"/>
          <p:cNvSpPr/>
          <p:nvPr/>
        </p:nvSpPr>
        <p:spPr>
          <a:xfrm>
            <a:off x="3913500" y="11830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0" name="Google Shape;2430;p133"/>
          <p:cNvSpPr/>
          <p:nvPr/>
        </p:nvSpPr>
        <p:spPr>
          <a:xfrm>
            <a:off x="913650" y="32579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1" name="Google Shape;2431;p133"/>
          <p:cNvSpPr/>
          <p:nvPr/>
        </p:nvSpPr>
        <p:spPr>
          <a:xfrm>
            <a:off x="3913488" y="24921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2" name="Google Shape;2432;p133"/>
          <p:cNvSpPr/>
          <p:nvPr/>
        </p:nvSpPr>
        <p:spPr>
          <a:xfrm>
            <a:off x="32550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3" name="Google Shape;2433;p133"/>
          <p:cNvSpPr/>
          <p:nvPr/>
        </p:nvSpPr>
        <p:spPr>
          <a:xfrm>
            <a:off x="5578250" y="2252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4" name="Google Shape;2434;p133"/>
          <p:cNvSpPr/>
          <p:nvPr/>
        </p:nvSpPr>
        <p:spPr>
          <a:xfrm>
            <a:off x="2294775" y="218730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5" name="Google Shape;2435;p133"/>
          <p:cNvSpPr/>
          <p:nvPr/>
        </p:nvSpPr>
        <p:spPr>
          <a:xfrm>
            <a:off x="5104900" y="39688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6" name="Google Shape;2436;p133"/>
          <p:cNvSpPr/>
          <p:nvPr/>
        </p:nvSpPr>
        <p:spPr>
          <a:xfrm>
            <a:off x="7094975" y="3331050"/>
            <a:ext cx="658500" cy="63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7" name="Google Shape;2437;p133"/>
          <p:cNvCxnSpPr>
            <a:stCxn id="2429" idx="3"/>
            <a:endCxn id="2434" idx="7"/>
          </p:cNvCxnSpPr>
          <p:nvPr/>
        </p:nvCxnSpPr>
        <p:spPr>
          <a:xfrm flipH="1">
            <a:off x="2856735" y="1727396"/>
            <a:ext cx="1153200" cy="5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38" name="Google Shape;2438;p133"/>
          <p:cNvCxnSpPr>
            <a:stCxn id="2434" idx="3"/>
            <a:endCxn id="2430" idx="7"/>
          </p:cNvCxnSpPr>
          <p:nvPr/>
        </p:nvCxnSpPr>
        <p:spPr>
          <a:xfrm flipH="1">
            <a:off x="1475610" y="2731696"/>
            <a:ext cx="915600" cy="61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39" name="Google Shape;2439;p133"/>
          <p:cNvCxnSpPr>
            <a:stCxn id="2429" idx="4"/>
            <a:endCxn id="2431" idx="0"/>
          </p:cNvCxnSpPr>
          <p:nvPr/>
        </p:nvCxnSpPr>
        <p:spPr>
          <a:xfrm>
            <a:off x="4242750" y="1820800"/>
            <a:ext cx="0" cy="67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40" name="Google Shape;2440;p133"/>
          <p:cNvCxnSpPr>
            <a:endCxn id="2432" idx="7"/>
          </p:cNvCxnSpPr>
          <p:nvPr/>
        </p:nvCxnSpPr>
        <p:spPr>
          <a:xfrm flipH="1">
            <a:off x="3817065" y="3036554"/>
            <a:ext cx="1929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41" name="Google Shape;2441;p133"/>
          <p:cNvCxnSpPr>
            <a:endCxn id="2435" idx="1"/>
          </p:cNvCxnSpPr>
          <p:nvPr/>
        </p:nvCxnSpPr>
        <p:spPr>
          <a:xfrm>
            <a:off x="4475635" y="3036554"/>
            <a:ext cx="725700" cy="102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42" name="Google Shape;2442;p133"/>
          <p:cNvCxnSpPr>
            <a:stCxn id="2429" idx="6"/>
            <a:endCxn id="2433" idx="1"/>
          </p:cNvCxnSpPr>
          <p:nvPr/>
        </p:nvCxnSpPr>
        <p:spPr>
          <a:xfrm>
            <a:off x="4572000" y="1501900"/>
            <a:ext cx="1102800" cy="84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43" name="Google Shape;2443;p133"/>
          <p:cNvCxnSpPr>
            <a:stCxn id="2433" idx="5"/>
            <a:endCxn id="2436" idx="1"/>
          </p:cNvCxnSpPr>
          <p:nvPr/>
        </p:nvCxnSpPr>
        <p:spPr>
          <a:xfrm>
            <a:off x="6140315" y="2797246"/>
            <a:ext cx="1051200" cy="6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44" name="Google Shape;2444;p133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Depth First Search</a:t>
            </a:r>
            <a:endParaRPr sz="3200"/>
          </a:p>
        </p:txBody>
      </p:sp>
      <p:sp>
        <p:nvSpPr>
          <p:cNvPr id="2445" name="Google Shape;2445;p133"/>
          <p:cNvSpPr txBox="1"/>
          <p:nvPr/>
        </p:nvSpPr>
        <p:spPr>
          <a:xfrm>
            <a:off x="6676275" y="1450475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1" i="0" sz="19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6" name="Google Shape;2446;p133"/>
          <p:cNvSpPr txBox="1"/>
          <p:nvPr/>
        </p:nvSpPr>
        <p:spPr>
          <a:xfrm>
            <a:off x="6676275" y="188428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 b="1" i="0" sz="1900" u="none" cap="none" strike="noStrike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47" name="Google Shape;2447;p133"/>
          <p:cNvCxnSpPr>
            <a:stCxn id="2431" idx="2"/>
            <a:endCxn id="2434" idx="5"/>
          </p:cNvCxnSpPr>
          <p:nvPr/>
        </p:nvCxnSpPr>
        <p:spPr>
          <a:xfrm rot="10800000">
            <a:off x="2856888" y="2731800"/>
            <a:ext cx="1056600" cy="79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48" name="Google Shape;2448;p133"/>
          <p:cNvSpPr txBox="1"/>
          <p:nvPr/>
        </p:nvSpPr>
        <p:spPr>
          <a:xfrm>
            <a:off x="6676275" y="233323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Edges</a:t>
            </a:r>
            <a:endParaRPr b="1" i="0" sz="19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9" name="Google Shape;2449;p133"/>
          <p:cNvSpPr txBox="1"/>
          <p:nvPr/>
        </p:nvSpPr>
        <p:spPr>
          <a:xfrm>
            <a:off x="6676275" y="2731688"/>
            <a:ext cx="233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134F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Forward Edges</a:t>
            </a:r>
            <a:endParaRPr b="1" i="0" sz="1900" u="none" cap="none" strike="noStrike">
              <a:solidFill>
                <a:srgbClr val="134F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0" name="Google Shape;2450;p1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51" name="Google Shape;2451;p133"/>
          <p:cNvCxnSpPr/>
          <p:nvPr/>
        </p:nvCxnSpPr>
        <p:spPr>
          <a:xfrm rot="-5400000">
            <a:off x="1700250" y="1044650"/>
            <a:ext cx="1755900" cy="2670600"/>
          </a:xfrm>
          <a:prstGeom prst="curvedConnector2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2" name="Google Shape;2452;p133"/>
          <p:cNvCxnSpPr/>
          <p:nvPr/>
        </p:nvCxnSpPr>
        <p:spPr>
          <a:xfrm>
            <a:off x="4446275" y="1741950"/>
            <a:ext cx="2648700" cy="1908000"/>
          </a:xfrm>
          <a:prstGeom prst="curvedConnector3">
            <a:avLst>
              <a:gd fmla="val 23759" name="adj1"/>
            </a:avLst>
          </a:prstGeom>
          <a:noFill/>
          <a:ln cap="flat" cmpd="sng" w="28575">
            <a:solidFill>
              <a:srgbClr val="134F5C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6" name="Shape 2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" name="Google Shape;2457;p134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Example</a:t>
            </a:r>
            <a:endParaRPr/>
          </a:p>
        </p:txBody>
      </p:sp>
      <p:sp>
        <p:nvSpPr>
          <p:cNvPr id="2458" name="Google Shape;2458;p134"/>
          <p:cNvSpPr/>
          <p:nvPr/>
        </p:nvSpPr>
        <p:spPr>
          <a:xfrm>
            <a:off x="1524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9" name="Google Shape;2459;p134"/>
          <p:cNvSpPr/>
          <p:nvPr/>
        </p:nvSpPr>
        <p:spPr>
          <a:xfrm>
            <a:off x="4191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0" name="Google Shape;2460;p134"/>
          <p:cNvSpPr/>
          <p:nvPr/>
        </p:nvSpPr>
        <p:spPr>
          <a:xfrm>
            <a:off x="6858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13|16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1" name="Google Shape;2461;p134"/>
          <p:cNvSpPr/>
          <p:nvPr/>
        </p:nvSpPr>
        <p:spPr>
          <a:xfrm>
            <a:off x="6858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14|15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2" name="Google Shape;2462;p134"/>
          <p:cNvSpPr/>
          <p:nvPr/>
        </p:nvSpPr>
        <p:spPr>
          <a:xfrm>
            <a:off x="4191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3" name="Google Shape;2463;p134"/>
          <p:cNvSpPr/>
          <p:nvPr/>
        </p:nvSpPr>
        <p:spPr>
          <a:xfrm>
            <a:off x="1524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4" name="Google Shape;2464;p134"/>
          <p:cNvSpPr/>
          <p:nvPr/>
        </p:nvSpPr>
        <p:spPr>
          <a:xfrm>
            <a:off x="228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5" name="Google Shape;2465;p134"/>
          <p:cNvSpPr/>
          <p:nvPr/>
        </p:nvSpPr>
        <p:spPr>
          <a:xfrm>
            <a:off x="5562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6" name="Google Shape;2466;p134"/>
          <p:cNvCxnSpPr/>
          <p:nvPr/>
        </p:nvCxnSpPr>
        <p:spPr>
          <a:xfrm flipH="1">
            <a:off x="1139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67" name="Google Shape;2467;p134"/>
          <p:cNvCxnSpPr/>
          <p:nvPr/>
        </p:nvCxnSpPr>
        <p:spPr>
          <a:xfrm>
            <a:off x="1139825" y="3078956"/>
            <a:ext cx="539700" cy="5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68" name="Google Shape;2468;p134"/>
          <p:cNvCxnSpPr/>
          <p:nvPr/>
        </p:nvCxnSpPr>
        <p:spPr>
          <a:xfrm>
            <a:off x="1309687" y="2886075"/>
            <a:ext cx="3036900" cy="72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69" name="Google Shape;2469;p134"/>
          <p:cNvCxnSpPr/>
          <p:nvPr/>
        </p:nvCxnSpPr>
        <p:spPr>
          <a:xfrm rot="10800000">
            <a:off x="2605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70" name="Google Shape;2470;p134"/>
          <p:cNvCxnSpPr/>
          <p:nvPr/>
        </p:nvCxnSpPr>
        <p:spPr>
          <a:xfrm rot="10800000">
            <a:off x="2057400" y="2296584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71" name="Google Shape;2471;p134"/>
          <p:cNvCxnSpPr/>
          <p:nvPr/>
        </p:nvCxnSpPr>
        <p:spPr>
          <a:xfrm>
            <a:off x="2435225" y="2221706"/>
            <a:ext cx="1911300" cy="138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72" name="Google Shape;2472;p134"/>
          <p:cNvCxnSpPr/>
          <p:nvPr/>
        </p:nvCxnSpPr>
        <p:spPr>
          <a:xfrm>
            <a:off x="4724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73" name="Google Shape;2473;p134"/>
          <p:cNvCxnSpPr/>
          <p:nvPr/>
        </p:nvCxnSpPr>
        <p:spPr>
          <a:xfrm>
            <a:off x="2605087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74" name="Google Shape;2474;p134"/>
          <p:cNvCxnSpPr/>
          <p:nvPr/>
        </p:nvCxnSpPr>
        <p:spPr>
          <a:xfrm rot="10800000">
            <a:off x="5272012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75" name="Google Shape;2475;p134"/>
          <p:cNvCxnSpPr/>
          <p:nvPr/>
        </p:nvCxnSpPr>
        <p:spPr>
          <a:xfrm>
            <a:off x="5102225" y="2221706"/>
            <a:ext cx="6159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76" name="Google Shape;2476;p134"/>
          <p:cNvCxnSpPr/>
          <p:nvPr/>
        </p:nvCxnSpPr>
        <p:spPr>
          <a:xfrm flipH="1">
            <a:off x="6473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77" name="Google Shape;2477;p134"/>
          <p:cNvCxnSpPr/>
          <p:nvPr/>
        </p:nvCxnSpPr>
        <p:spPr>
          <a:xfrm>
            <a:off x="7391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78" name="Google Shape;2478;p134"/>
          <p:cNvCxnSpPr/>
          <p:nvPr/>
        </p:nvCxnSpPr>
        <p:spPr>
          <a:xfrm rot="10800000">
            <a:off x="5272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79" name="Google Shape;2479;p134"/>
          <p:cNvCxnSpPr/>
          <p:nvPr/>
        </p:nvCxnSpPr>
        <p:spPr>
          <a:xfrm flipH="1">
            <a:off x="5102275" y="3078956"/>
            <a:ext cx="6159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80" name="Google Shape;2480;p134"/>
          <p:cNvCxnSpPr/>
          <p:nvPr/>
        </p:nvCxnSpPr>
        <p:spPr>
          <a:xfrm>
            <a:off x="457200" y="1600200"/>
            <a:ext cx="1066800" cy="285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81" name="Google Shape;2481;p134"/>
          <p:cNvSpPr txBox="1"/>
          <p:nvPr/>
        </p:nvSpPr>
        <p:spPr>
          <a:xfrm>
            <a:off x="76200" y="1085850"/>
            <a:ext cx="87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2" name="Google Shape;2482;p134"/>
          <p:cNvSpPr/>
          <p:nvPr/>
        </p:nvSpPr>
        <p:spPr>
          <a:xfrm>
            <a:off x="1524000" y="1371600"/>
            <a:ext cx="1066800" cy="514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3" name="Google Shape;2483;p134"/>
          <p:cNvSpPr txBox="1"/>
          <p:nvPr/>
        </p:nvSpPr>
        <p:spPr>
          <a:xfrm>
            <a:off x="223837" y="4343400"/>
            <a:ext cx="152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1" i="1" lang="en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4" name="Google Shape;2484;p1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8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135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Example</a:t>
            </a:r>
            <a:endParaRPr/>
          </a:p>
        </p:txBody>
      </p:sp>
      <p:sp>
        <p:nvSpPr>
          <p:cNvPr id="2490" name="Google Shape;2490;p135"/>
          <p:cNvSpPr/>
          <p:nvPr/>
        </p:nvSpPr>
        <p:spPr>
          <a:xfrm>
            <a:off x="1524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1" name="Google Shape;2491;p135"/>
          <p:cNvSpPr/>
          <p:nvPr/>
        </p:nvSpPr>
        <p:spPr>
          <a:xfrm>
            <a:off x="4191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2" name="Google Shape;2492;p135"/>
          <p:cNvSpPr/>
          <p:nvPr/>
        </p:nvSpPr>
        <p:spPr>
          <a:xfrm>
            <a:off x="6858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13|16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3" name="Google Shape;2493;p135"/>
          <p:cNvSpPr/>
          <p:nvPr/>
        </p:nvSpPr>
        <p:spPr>
          <a:xfrm>
            <a:off x="6858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14|15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4" name="Google Shape;2494;p135"/>
          <p:cNvSpPr/>
          <p:nvPr/>
        </p:nvSpPr>
        <p:spPr>
          <a:xfrm>
            <a:off x="4191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5" name="Google Shape;2495;p135"/>
          <p:cNvSpPr/>
          <p:nvPr/>
        </p:nvSpPr>
        <p:spPr>
          <a:xfrm>
            <a:off x="1524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6" name="Google Shape;2496;p135"/>
          <p:cNvSpPr/>
          <p:nvPr/>
        </p:nvSpPr>
        <p:spPr>
          <a:xfrm>
            <a:off x="228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p135"/>
          <p:cNvSpPr/>
          <p:nvPr/>
        </p:nvSpPr>
        <p:spPr>
          <a:xfrm>
            <a:off x="5562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98" name="Google Shape;2498;p135"/>
          <p:cNvCxnSpPr/>
          <p:nvPr/>
        </p:nvCxnSpPr>
        <p:spPr>
          <a:xfrm flipH="1">
            <a:off x="1139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99" name="Google Shape;2499;p135"/>
          <p:cNvCxnSpPr/>
          <p:nvPr/>
        </p:nvCxnSpPr>
        <p:spPr>
          <a:xfrm>
            <a:off x="1139825" y="3078956"/>
            <a:ext cx="539700" cy="5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00" name="Google Shape;2500;p135"/>
          <p:cNvCxnSpPr/>
          <p:nvPr/>
        </p:nvCxnSpPr>
        <p:spPr>
          <a:xfrm>
            <a:off x="1309687" y="2886075"/>
            <a:ext cx="3036900" cy="72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01" name="Google Shape;2501;p135"/>
          <p:cNvCxnSpPr/>
          <p:nvPr/>
        </p:nvCxnSpPr>
        <p:spPr>
          <a:xfrm rot="10800000">
            <a:off x="2605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02" name="Google Shape;2502;p135"/>
          <p:cNvCxnSpPr/>
          <p:nvPr/>
        </p:nvCxnSpPr>
        <p:spPr>
          <a:xfrm rot="10800000">
            <a:off x="2057400" y="2296584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03" name="Google Shape;2503;p135"/>
          <p:cNvCxnSpPr/>
          <p:nvPr/>
        </p:nvCxnSpPr>
        <p:spPr>
          <a:xfrm>
            <a:off x="2435225" y="2221706"/>
            <a:ext cx="1911300" cy="138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04" name="Google Shape;2504;p135"/>
          <p:cNvCxnSpPr/>
          <p:nvPr/>
        </p:nvCxnSpPr>
        <p:spPr>
          <a:xfrm>
            <a:off x="4724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05" name="Google Shape;2505;p135"/>
          <p:cNvCxnSpPr/>
          <p:nvPr/>
        </p:nvCxnSpPr>
        <p:spPr>
          <a:xfrm>
            <a:off x="2605087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06" name="Google Shape;2506;p135"/>
          <p:cNvCxnSpPr/>
          <p:nvPr/>
        </p:nvCxnSpPr>
        <p:spPr>
          <a:xfrm rot="10800000">
            <a:off x="5272012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07" name="Google Shape;2507;p135"/>
          <p:cNvCxnSpPr/>
          <p:nvPr/>
        </p:nvCxnSpPr>
        <p:spPr>
          <a:xfrm>
            <a:off x="5102225" y="2221706"/>
            <a:ext cx="6159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08" name="Google Shape;2508;p135"/>
          <p:cNvCxnSpPr/>
          <p:nvPr/>
        </p:nvCxnSpPr>
        <p:spPr>
          <a:xfrm flipH="1">
            <a:off x="6473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09" name="Google Shape;2509;p135"/>
          <p:cNvCxnSpPr/>
          <p:nvPr/>
        </p:nvCxnSpPr>
        <p:spPr>
          <a:xfrm>
            <a:off x="7391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10" name="Google Shape;2510;p135"/>
          <p:cNvCxnSpPr/>
          <p:nvPr/>
        </p:nvCxnSpPr>
        <p:spPr>
          <a:xfrm rot="10800000">
            <a:off x="5272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11" name="Google Shape;2511;p135"/>
          <p:cNvCxnSpPr/>
          <p:nvPr/>
        </p:nvCxnSpPr>
        <p:spPr>
          <a:xfrm flipH="1">
            <a:off x="5102275" y="3078956"/>
            <a:ext cx="6159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12" name="Google Shape;2512;p135"/>
          <p:cNvCxnSpPr/>
          <p:nvPr/>
        </p:nvCxnSpPr>
        <p:spPr>
          <a:xfrm>
            <a:off x="457200" y="1600200"/>
            <a:ext cx="1066800" cy="285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13" name="Google Shape;2513;p135"/>
          <p:cNvSpPr txBox="1"/>
          <p:nvPr/>
        </p:nvSpPr>
        <p:spPr>
          <a:xfrm>
            <a:off x="76200" y="1085850"/>
            <a:ext cx="87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4" name="Google Shape;2514;p135"/>
          <p:cNvSpPr/>
          <p:nvPr/>
        </p:nvSpPr>
        <p:spPr>
          <a:xfrm>
            <a:off x="1524000" y="1371600"/>
            <a:ext cx="1066800" cy="514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5" name="Google Shape;2515;p135"/>
          <p:cNvSpPr txBox="1"/>
          <p:nvPr/>
        </p:nvSpPr>
        <p:spPr>
          <a:xfrm>
            <a:off x="223837" y="4343400"/>
            <a:ext cx="152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1" i="1" lang="en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6" name="Google Shape;2516;p135"/>
          <p:cNvSpPr txBox="1"/>
          <p:nvPr/>
        </p:nvSpPr>
        <p:spPr>
          <a:xfrm>
            <a:off x="1828800" y="4343400"/>
            <a:ext cx="15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1" i="1" lang="en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7" name="Google Shape;2517;p1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Google Shape;2522;p136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Example</a:t>
            </a:r>
            <a:endParaRPr/>
          </a:p>
        </p:txBody>
      </p:sp>
      <p:sp>
        <p:nvSpPr>
          <p:cNvPr id="2523" name="Google Shape;2523;p136"/>
          <p:cNvSpPr/>
          <p:nvPr/>
        </p:nvSpPr>
        <p:spPr>
          <a:xfrm>
            <a:off x="1524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4" name="Google Shape;2524;p136"/>
          <p:cNvSpPr/>
          <p:nvPr/>
        </p:nvSpPr>
        <p:spPr>
          <a:xfrm>
            <a:off x="4191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5" name="Google Shape;2525;p136"/>
          <p:cNvSpPr/>
          <p:nvPr/>
        </p:nvSpPr>
        <p:spPr>
          <a:xfrm>
            <a:off x="6858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13|16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6" name="Google Shape;2526;p136"/>
          <p:cNvSpPr/>
          <p:nvPr/>
        </p:nvSpPr>
        <p:spPr>
          <a:xfrm>
            <a:off x="6858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14|15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7" name="Google Shape;2527;p136"/>
          <p:cNvSpPr/>
          <p:nvPr/>
        </p:nvSpPr>
        <p:spPr>
          <a:xfrm>
            <a:off x="4191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8" name="Google Shape;2528;p136"/>
          <p:cNvSpPr/>
          <p:nvPr/>
        </p:nvSpPr>
        <p:spPr>
          <a:xfrm>
            <a:off x="1524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9" name="Google Shape;2529;p136"/>
          <p:cNvSpPr/>
          <p:nvPr/>
        </p:nvSpPr>
        <p:spPr>
          <a:xfrm>
            <a:off x="228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0" name="Google Shape;2530;p136"/>
          <p:cNvSpPr/>
          <p:nvPr/>
        </p:nvSpPr>
        <p:spPr>
          <a:xfrm>
            <a:off x="5562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1" name="Google Shape;2531;p136"/>
          <p:cNvCxnSpPr/>
          <p:nvPr/>
        </p:nvCxnSpPr>
        <p:spPr>
          <a:xfrm flipH="1">
            <a:off x="1139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32" name="Google Shape;2532;p136"/>
          <p:cNvCxnSpPr/>
          <p:nvPr/>
        </p:nvCxnSpPr>
        <p:spPr>
          <a:xfrm>
            <a:off x="1139825" y="3078956"/>
            <a:ext cx="539700" cy="5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33" name="Google Shape;2533;p136"/>
          <p:cNvCxnSpPr/>
          <p:nvPr/>
        </p:nvCxnSpPr>
        <p:spPr>
          <a:xfrm>
            <a:off x="1309687" y="2886075"/>
            <a:ext cx="3036900" cy="72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34" name="Google Shape;2534;p136"/>
          <p:cNvCxnSpPr/>
          <p:nvPr/>
        </p:nvCxnSpPr>
        <p:spPr>
          <a:xfrm rot="10800000">
            <a:off x="2605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35" name="Google Shape;2535;p136"/>
          <p:cNvCxnSpPr/>
          <p:nvPr/>
        </p:nvCxnSpPr>
        <p:spPr>
          <a:xfrm rot="10800000">
            <a:off x="2057400" y="2296584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36" name="Google Shape;2536;p136"/>
          <p:cNvCxnSpPr/>
          <p:nvPr/>
        </p:nvCxnSpPr>
        <p:spPr>
          <a:xfrm>
            <a:off x="4724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37" name="Google Shape;2537;p136"/>
          <p:cNvCxnSpPr/>
          <p:nvPr/>
        </p:nvCxnSpPr>
        <p:spPr>
          <a:xfrm>
            <a:off x="2605087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38" name="Google Shape;2538;p136"/>
          <p:cNvCxnSpPr/>
          <p:nvPr/>
        </p:nvCxnSpPr>
        <p:spPr>
          <a:xfrm rot="10800000">
            <a:off x="5272012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39" name="Google Shape;2539;p136"/>
          <p:cNvCxnSpPr/>
          <p:nvPr/>
        </p:nvCxnSpPr>
        <p:spPr>
          <a:xfrm>
            <a:off x="5102225" y="2221706"/>
            <a:ext cx="6159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40" name="Google Shape;2540;p136"/>
          <p:cNvCxnSpPr/>
          <p:nvPr/>
        </p:nvCxnSpPr>
        <p:spPr>
          <a:xfrm flipH="1">
            <a:off x="6473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41" name="Google Shape;2541;p136"/>
          <p:cNvCxnSpPr/>
          <p:nvPr/>
        </p:nvCxnSpPr>
        <p:spPr>
          <a:xfrm>
            <a:off x="7391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42" name="Google Shape;2542;p136"/>
          <p:cNvCxnSpPr/>
          <p:nvPr/>
        </p:nvCxnSpPr>
        <p:spPr>
          <a:xfrm rot="10800000">
            <a:off x="5272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43" name="Google Shape;2543;p136"/>
          <p:cNvCxnSpPr/>
          <p:nvPr/>
        </p:nvCxnSpPr>
        <p:spPr>
          <a:xfrm flipH="1">
            <a:off x="5102275" y="3078956"/>
            <a:ext cx="615900" cy="5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44" name="Google Shape;2544;p136"/>
          <p:cNvCxnSpPr/>
          <p:nvPr/>
        </p:nvCxnSpPr>
        <p:spPr>
          <a:xfrm>
            <a:off x="457200" y="1600200"/>
            <a:ext cx="1066800" cy="285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45" name="Google Shape;2545;p136"/>
          <p:cNvSpPr txBox="1"/>
          <p:nvPr/>
        </p:nvSpPr>
        <p:spPr>
          <a:xfrm>
            <a:off x="76200" y="1085850"/>
            <a:ext cx="87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6" name="Google Shape;2546;p136"/>
          <p:cNvSpPr/>
          <p:nvPr/>
        </p:nvSpPr>
        <p:spPr>
          <a:xfrm>
            <a:off x="1524000" y="1371600"/>
            <a:ext cx="1066800" cy="514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7" name="Google Shape;2547;p136"/>
          <p:cNvSpPr txBox="1"/>
          <p:nvPr/>
        </p:nvSpPr>
        <p:spPr>
          <a:xfrm>
            <a:off x="223837" y="4343400"/>
            <a:ext cx="152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1" i="1" lang="en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136"/>
          <p:cNvSpPr txBox="1"/>
          <p:nvPr/>
        </p:nvSpPr>
        <p:spPr>
          <a:xfrm>
            <a:off x="1828800" y="4343400"/>
            <a:ext cx="15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1" i="1" lang="en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136"/>
          <p:cNvSpPr txBox="1"/>
          <p:nvPr/>
        </p:nvSpPr>
        <p:spPr>
          <a:xfrm>
            <a:off x="3505200" y="4343400"/>
            <a:ext cx="205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imes New Roman"/>
              <a:buNone/>
            </a:pPr>
            <a:r>
              <a:rPr b="1" i="1" lang="en" sz="2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Forward edges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0" name="Google Shape;2550;p136"/>
          <p:cNvCxnSpPr/>
          <p:nvPr/>
        </p:nvCxnSpPr>
        <p:spPr>
          <a:xfrm>
            <a:off x="2435225" y="2221706"/>
            <a:ext cx="1911300" cy="138600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51" name="Google Shape;2551;p1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5" name="Shape 2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6" name="Google Shape;2556;p137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Example</a:t>
            </a:r>
            <a:endParaRPr/>
          </a:p>
        </p:txBody>
      </p:sp>
      <p:sp>
        <p:nvSpPr>
          <p:cNvPr id="2557" name="Google Shape;2557;p137"/>
          <p:cNvSpPr/>
          <p:nvPr/>
        </p:nvSpPr>
        <p:spPr>
          <a:xfrm>
            <a:off x="1524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8" name="Google Shape;2558;p137"/>
          <p:cNvSpPr/>
          <p:nvPr/>
        </p:nvSpPr>
        <p:spPr>
          <a:xfrm>
            <a:off x="4191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9" name="Google Shape;2559;p137"/>
          <p:cNvSpPr/>
          <p:nvPr/>
        </p:nvSpPr>
        <p:spPr>
          <a:xfrm>
            <a:off x="6858000" y="177165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13|16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0" name="Google Shape;2560;p137"/>
          <p:cNvSpPr/>
          <p:nvPr/>
        </p:nvSpPr>
        <p:spPr>
          <a:xfrm>
            <a:off x="6858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14|15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1" name="Google Shape;2561;p137"/>
          <p:cNvSpPr/>
          <p:nvPr/>
        </p:nvSpPr>
        <p:spPr>
          <a:xfrm>
            <a:off x="4191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2" name="Google Shape;2562;p137"/>
          <p:cNvSpPr/>
          <p:nvPr/>
        </p:nvSpPr>
        <p:spPr>
          <a:xfrm>
            <a:off x="1524000" y="35433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3" name="Google Shape;2563;p137"/>
          <p:cNvSpPr/>
          <p:nvPr/>
        </p:nvSpPr>
        <p:spPr>
          <a:xfrm>
            <a:off x="228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4" name="Google Shape;2564;p137"/>
          <p:cNvSpPr/>
          <p:nvPr/>
        </p:nvSpPr>
        <p:spPr>
          <a:xfrm>
            <a:off x="5562600" y="2628900"/>
            <a:ext cx="1066800" cy="5145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5" name="Google Shape;2565;p137"/>
          <p:cNvCxnSpPr/>
          <p:nvPr/>
        </p:nvCxnSpPr>
        <p:spPr>
          <a:xfrm flipH="1">
            <a:off x="1139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66" name="Google Shape;2566;p137"/>
          <p:cNvCxnSpPr/>
          <p:nvPr/>
        </p:nvCxnSpPr>
        <p:spPr>
          <a:xfrm>
            <a:off x="1139825" y="3078956"/>
            <a:ext cx="539700" cy="5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67" name="Google Shape;2567;p137"/>
          <p:cNvCxnSpPr/>
          <p:nvPr/>
        </p:nvCxnSpPr>
        <p:spPr>
          <a:xfrm>
            <a:off x="1309687" y="2886075"/>
            <a:ext cx="3036900" cy="72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68" name="Google Shape;2568;p137"/>
          <p:cNvCxnSpPr/>
          <p:nvPr/>
        </p:nvCxnSpPr>
        <p:spPr>
          <a:xfrm rot="10800000">
            <a:off x="2605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69" name="Google Shape;2569;p137"/>
          <p:cNvCxnSpPr/>
          <p:nvPr/>
        </p:nvCxnSpPr>
        <p:spPr>
          <a:xfrm rot="10800000">
            <a:off x="2057400" y="2296584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70" name="Google Shape;2570;p137"/>
          <p:cNvCxnSpPr/>
          <p:nvPr/>
        </p:nvCxnSpPr>
        <p:spPr>
          <a:xfrm>
            <a:off x="4724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71" name="Google Shape;2571;p137"/>
          <p:cNvCxnSpPr/>
          <p:nvPr/>
        </p:nvCxnSpPr>
        <p:spPr>
          <a:xfrm>
            <a:off x="2605087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72" name="Google Shape;2572;p137"/>
          <p:cNvCxnSpPr/>
          <p:nvPr/>
        </p:nvCxnSpPr>
        <p:spPr>
          <a:xfrm rot="10800000">
            <a:off x="5272012" y="202882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73" name="Google Shape;2573;p137"/>
          <p:cNvCxnSpPr/>
          <p:nvPr/>
        </p:nvCxnSpPr>
        <p:spPr>
          <a:xfrm>
            <a:off x="5102225" y="2221706"/>
            <a:ext cx="615900" cy="47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74" name="Google Shape;2574;p137"/>
          <p:cNvCxnSpPr/>
          <p:nvPr/>
        </p:nvCxnSpPr>
        <p:spPr>
          <a:xfrm flipH="1">
            <a:off x="6473875" y="2221706"/>
            <a:ext cx="539700" cy="471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75" name="Google Shape;2575;p137"/>
          <p:cNvCxnSpPr/>
          <p:nvPr/>
        </p:nvCxnSpPr>
        <p:spPr>
          <a:xfrm>
            <a:off x="7391400" y="2296715"/>
            <a:ext cx="0" cy="123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76" name="Google Shape;2576;p137"/>
          <p:cNvCxnSpPr/>
          <p:nvPr/>
        </p:nvCxnSpPr>
        <p:spPr>
          <a:xfrm rot="10800000">
            <a:off x="5272012" y="3800475"/>
            <a:ext cx="15717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77" name="Google Shape;2577;p137"/>
          <p:cNvCxnSpPr/>
          <p:nvPr/>
        </p:nvCxnSpPr>
        <p:spPr>
          <a:xfrm flipH="1">
            <a:off x="5102275" y="3078956"/>
            <a:ext cx="615900" cy="52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78" name="Google Shape;2578;p137"/>
          <p:cNvCxnSpPr/>
          <p:nvPr/>
        </p:nvCxnSpPr>
        <p:spPr>
          <a:xfrm>
            <a:off x="457200" y="1600200"/>
            <a:ext cx="1066800" cy="285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79" name="Google Shape;2579;p137"/>
          <p:cNvSpPr txBox="1"/>
          <p:nvPr/>
        </p:nvSpPr>
        <p:spPr>
          <a:xfrm>
            <a:off x="76200" y="1085850"/>
            <a:ext cx="87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1" i="1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0" name="Google Shape;2580;p137"/>
          <p:cNvSpPr/>
          <p:nvPr/>
        </p:nvSpPr>
        <p:spPr>
          <a:xfrm>
            <a:off x="1524000" y="1371600"/>
            <a:ext cx="1066800" cy="514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1" name="Google Shape;2581;p137"/>
          <p:cNvSpPr txBox="1"/>
          <p:nvPr/>
        </p:nvSpPr>
        <p:spPr>
          <a:xfrm>
            <a:off x="223837" y="4343400"/>
            <a:ext cx="152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1" i="1" lang="en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2" name="Google Shape;2582;p137"/>
          <p:cNvSpPr txBox="1"/>
          <p:nvPr/>
        </p:nvSpPr>
        <p:spPr>
          <a:xfrm>
            <a:off x="1828800" y="4343400"/>
            <a:ext cx="15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1" i="1" lang="en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3" name="Google Shape;2583;p137"/>
          <p:cNvSpPr txBox="1"/>
          <p:nvPr/>
        </p:nvSpPr>
        <p:spPr>
          <a:xfrm>
            <a:off x="3505200" y="4343400"/>
            <a:ext cx="205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imes New Roman"/>
              <a:buNone/>
            </a:pPr>
            <a:r>
              <a:rPr b="1" i="1" lang="en" sz="2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Forward edges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4" name="Google Shape;2584;p137"/>
          <p:cNvCxnSpPr/>
          <p:nvPr/>
        </p:nvCxnSpPr>
        <p:spPr>
          <a:xfrm>
            <a:off x="2435225" y="2221706"/>
            <a:ext cx="1911300" cy="138600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85" name="Google Shape;2585;p137"/>
          <p:cNvSpPr txBox="1"/>
          <p:nvPr/>
        </p:nvSpPr>
        <p:spPr>
          <a:xfrm>
            <a:off x="5638800" y="4343400"/>
            <a:ext cx="166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1" lang="en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edges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6" name="Google Shape;2586;p1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0" name="Shape 2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1" name="Google Shape;2591;p138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" sz="3500"/>
              <a:t>Detecting</a:t>
            </a:r>
            <a:r>
              <a:rPr b="0" i="0" lang="en" sz="35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Cycles In a Graph Using DFS</a:t>
            </a:r>
            <a:endParaRPr sz="3500"/>
          </a:p>
        </p:txBody>
      </p:sp>
      <p:sp>
        <p:nvSpPr>
          <p:cNvPr id="2592" name="Google Shape;2592;p138"/>
          <p:cNvSpPr txBox="1"/>
          <p:nvPr>
            <p:ph idx="1" type="body"/>
          </p:nvPr>
        </p:nvSpPr>
        <p:spPr>
          <a:xfrm>
            <a:off x="457200" y="1143000"/>
            <a:ext cx="8229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30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Times New Roman"/>
              <a:buChar char="●"/>
            </a:pPr>
            <a:r>
              <a:rPr lang="en" sz="2600"/>
              <a:t>While running DFS, encountering a b</a:t>
            </a:r>
            <a:r>
              <a:rPr b="0" i="0" lang="en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ack edge implies a cycle</a:t>
            </a:r>
            <a:endParaRPr sz="3000"/>
          </a:p>
        </p:txBody>
      </p:sp>
      <p:sp>
        <p:nvSpPr>
          <p:cNvPr id="2593" name="Google Shape;2593;p138"/>
          <p:cNvSpPr/>
          <p:nvPr/>
        </p:nvSpPr>
        <p:spPr>
          <a:xfrm>
            <a:off x="3536367" y="1728225"/>
            <a:ext cx="575700" cy="53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4" name="Google Shape;2594;p138"/>
          <p:cNvSpPr/>
          <p:nvPr/>
        </p:nvSpPr>
        <p:spPr>
          <a:xfrm>
            <a:off x="913650" y="3472692"/>
            <a:ext cx="575700" cy="53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5" name="Google Shape;2595;p138"/>
          <p:cNvSpPr/>
          <p:nvPr/>
        </p:nvSpPr>
        <p:spPr>
          <a:xfrm>
            <a:off x="3536356" y="2828847"/>
            <a:ext cx="575700" cy="5361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6" name="Google Shape;2596;p138"/>
          <p:cNvSpPr/>
          <p:nvPr/>
        </p:nvSpPr>
        <p:spPr>
          <a:xfrm>
            <a:off x="2960652" y="4070421"/>
            <a:ext cx="575700" cy="5361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7" name="Google Shape;2597;p138"/>
          <p:cNvSpPr/>
          <p:nvPr/>
        </p:nvSpPr>
        <p:spPr>
          <a:xfrm>
            <a:off x="4991829" y="2627699"/>
            <a:ext cx="575700" cy="5361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8" name="Google Shape;2598;p138"/>
          <p:cNvSpPr/>
          <p:nvPr/>
        </p:nvSpPr>
        <p:spPr>
          <a:xfrm>
            <a:off x="2121144" y="2572588"/>
            <a:ext cx="575700" cy="53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9" name="Google Shape;2599;p138"/>
          <p:cNvSpPr/>
          <p:nvPr/>
        </p:nvSpPr>
        <p:spPr>
          <a:xfrm>
            <a:off x="4577987" y="4070421"/>
            <a:ext cx="575700" cy="5361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0" name="Google Shape;2600;p138"/>
          <p:cNvSpPr/>
          <p:nvPr/>
        </p:nvSpPr>
        <p:spPr>
          <a:xfrm>
            <a:off x="6317875" y="3534193"/>
            <a:ext cx="575700" cy="5361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1" name="Google Shape;2601;p138"/>
          <p:cNvCxnSpPr>
            <a:stCxn id="2593" idx="3"/>
            <a:endCxn id="2598" idx="7"/>
          </p:cNvCxnSpPr>
          <p:nvPr/>
        </p:nvCxnSpPr>
        <p:spPr>
          <a:xfrm flipH="1">
            <a:off x="2612676" y="2185815"/>
            <a:ext cx="1008000" cy="46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02" name="Google Shape;2602;p138"/>
          <p:cNvCxnSpPr>
            <a:stCxn id="2598" idx="3"/>
            <a:endCxn id="2594" idx="7"/>
          </p:cNvCxnSpPr>
          <p:nvPr/>
        </p:nvCxnSpPr>
        <p:spPr>
          <a:xfrm flipH="1">
            <a:off x="1405053" y="3030178"/>
            <a:ext cx="800400" cy="52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03" name="Google Shape;2603;p138"/>
          <p:cNvCxnSpPr>
            <a:stCxn id="2593" idx="4"/>
            <a:endCxn id="2595" idx="0"/>
          </p:cNvCxnSpPr>
          <p:nvPr/>
        </p:nvCxnSpPr>
        <p:spPr>
          <a:xfrm>
            <a:off x="3824217" y="2264325"/>
            <a:ext cx="0" cy="56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04" name="Google Shape;2604;p138"/>
          <p:cNvCxnSpPr>
            <a:endCxn id="2596" idx="7"/>
          </p:cNvCxnSpPr>
          <p:nvPr/>
        </p:nvCxnSpPr>
        <p:spPr>
          <a:xfrm flipH="1">
            <a:off x="3452043" y="3286431"/>
            <a:ext cx="168600" cy="8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05" name="Google Shape;2605;p138"/>
          <p:cNvCxnSpPr>
            <a:endCxn id="2599" idx="1"/>
          </p:cNvCxnSpPr>
          <p:nvPr/>
        </p:nvCxnSpPr>
        <p:spPr>
          <a:xfrm>
            <a:off x="4027796" y="3286431"/>
            <a:ext cx="634500" cy="8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06" name="Google Shape;2606;p138"/>
          <p:cNvCxnSpPr>
            <a:stCxn id="2593" idx="6"/>
            <a:endCxn id="2597" idx="1"/>
          </p:cNvCxnSpPr>
          <p:nvPr/>
        </p:nvCxnSpPr>
        <p:spPr>
          <a:xfrm>
            <a:off x="4112067" y="1996275"/>
            <a:ext cx="964200" cy="709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07" name="Google Shape;2607;p138"/>
          <p:cNvCxnSpPr>
            <a:stCxn id="2597" idx="5"/>
            <a:endCxn id="2600" idx="1"/>
          </p:cNvCxnSpPr>
          <p:nvPr/>
        </p:nvCxnSpPr>
        <p:spPr>
          <a:xfrm>
            <a:off x="5483220" y="3085289"/>
            <a:ext cx="918900" cy="52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08" name="Google Shape;2608;p138"/>
          <p:cNvSpPr txBox="1"/>
          <p:nvPr/>
        </p:nvSpPr>
        <p:spPr>
          <a:xfrm>
            <a:off x="6105675" y="2263950"/>
            <a:ext cx="2813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 -&gt; </a:t>
            </a: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Encountering GREY vertex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9" name="Google Shape;2609;p1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10" name="Google Shape;2610;p138"/>
          <p:cNvCxnSpPr>
            <a:stCxn id="2594" idx="0"/>
            <a:endCxn id="2593" idx="2"/>
          </p:cNvCxnSpPr>
          <p:nvPr/>
        </p:nvCxnSpPr>
        <p:spPr>
          <a:xfrm rot="-5400000">
            <a:off x="1630800" y="1567092"/>
            <a:ext cx="1476300" cy="2334900"/>
          </a:xfrm>
          <a:prstGeom prst="curvedConnector2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4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5" name="Google Shape;2615;p139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And Cycles</a:t>
            </a:r>
            <a:endParaRPr/>
          </a:p>
        </p:txBody>
      </p:sp>
      <p:sp>
        <p:nvSpPr>
          <p:cNvPr id="2616" name="Google Shape;2616;p139"/>
          <p:cNvSpPr txBox="1"/>
          <p:nvPr>
            <p:ph idx="1" type="body"/>
          </p:nvPr>
        </p:nvSpPr>
        <p:spPr>
          <a:xfrm>
            <a:off x="457200" y="1143000"/>
            <a:ext cx="8229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238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Times New Roman"/>
              <a:buChar char="●"/>
            </a:pPr>
            <a:r>
              <a:rPr b="0" i="1" lang="en" sz="25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would you modify the code to detect cycles?</a:t>
            </a:r>
            <a:endParaRPr sz="2900"/>
          </a:p>
        </p:txBody>
      </p:sp>
      <p:sp>
        <p:nvSpPr>
          <p:cNvPr id="2617" name="Google Shape;2617;p139"/>
          <p:cNvSpPr txBox="1"/>
          <p:nvPr/>
        </p:nvSpPr>
        <p:spPr>
          <a:xfrm>
            <a:off x="457200" y="1600200"/>
            <a:ext cx="4038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DFS(G)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u-&gt;color = WHITE;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0;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(u-&gt;color == WHITE)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DFS_Visit(u);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8" name="Google Shape;2618;p139"/>
          <p:cNvSpPr txBox="1"/>
          <p:nvPr/>
        </p:nvSpPr>
        <p:spPr>
          <a:xfrm>
            <a:off x="4648200" y="1600200"/>
            <a:ext cx="4038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DFS_Visit(u)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u-&gt;color = GREY;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u-&gt;d = time;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∈ u-&gt;Adj[]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(v-&gt;color == WHITE)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DFS_Visit(v);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u-&gt;color = BLACK;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u-&gt;f = time;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9" name="Google Shape;2619;p139"/>
          <p:cNvCxnSpPr/>
          <p:nvPr/>
        </p:nvCxnSpPr>
        <p:spPr>
          <a:xfrm rot="10800000">
            <a:off x="4495800" y="1600350"/>
            <a:ext cx="0" cy="337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20" name="Google Shape;2620;p1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4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p140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DFS And Cycles</a:t>
            </a:r>
            <a:endParaRPr/>
          </a:p>
        </p:txBody>
      </p:sp>
      <p:sp>
        <p:nvSpPr>
          <p:cNvPr id="2626" name="Google Shape;2626;p140"/>
          <p:cNvSpPr txBox="1"/>
          <p:nvPr/>
        </p:nvSpPr>
        <p:spPr>
          <a:xfrm>
            <a:off x="457200" y="1600200"/>
            <a:ext cx="4038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DFS(G)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u-&gt;color = WHITE;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0;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(u-&gt;color == WHITE)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DFS_Visit(u);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7" name="Google Shape;2627;p140"/>
          <p:cNvSpPr txBox="1"/>
          <p:nvPr/>
        </p:nvSpPr>
        <p:spPr>
          <a:xfrm>
            <a:off x="4648200" y="1600200"/>
            <a:ext cx="4038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DFS_Visit(u)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u-&gt;color = GREY;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u-&gt;d = time;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∈ u-&gt;Adj[]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(v-&gt;color == WHITE)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DFS_Visit(v);</a:t>
            </a:r>
            <a:endParaRPr b="1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8001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" sz="11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if (v-&gt;color == GREY)</a:t>
            </a:r>
            <a:endParaRPr b="1" i="0" sz="11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        print(“cycle found!”)</a:t>
            </a:r>
            <a:endParaRPr b="1" i="0" sz="1100" u="none" cap="none" strike="noStrike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u-&gt;color = BLACK;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u-&gt;f = time;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8" name="Google Shape;2628;p140"/>
          <p:cNvCxnSpPr/>
          <p:nvPr/>
        </p:nvCxnSpPr>
        <p:spPr>
          <a:xfrm rot="10800000">
            <a:off x="4495800" y="1600350"/>
            <a:ext cx="0" cy="337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29" name="Google Shape;2629;p1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3" name="Shape 2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4" name="Google Shape;2634;p141"/>
          <p:cNvPicPr preferRelativeResize="0"/>
          <p:nvPr/>
        </p:nvPicPr>
        <p:blipFill rotWithShape="1">
          <a:blip r:embed="rId3">
            <a:alphaModFix/>
          </a:blip>
          <a:srcRect b="3229" l="68902" r="0" t="47233"/>
          <a:stretch/>
        </p:blipFill>
        <p:spPr>
          <a:xfrm>
            <a:off x="1429900" y="1105882"/>
            <a:ext cx="3367774" cy="37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35" name="Google Shape;2635;p141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2636" name="Google Shape;2636;p141"/>
          <p:cNvSpPr txBox="1"/>
          <p:nvPr/>
        </p:nvSpPr>
        <p:spPr>
          <a:xfrm>
            <a:off x="5380125" y="1645925"/>
            <a:ext cx="2993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adjacent vertices have the same color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7" name="Google Shape;2637;p1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1" name="Shape 2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2" name="Google Shape;2642;p142"/>
          <p:cNvPicPr preferRelativeResize="0"/>
          <p:nvPr/>
        </p:nvPicPr>
        <p:blipFill rotWithShape="1">
          <a:blip r:embed="rId3">
            <a:alphaModFix/>
          </a:blip>
          <a:srcRect b="3229" l="68902" r="0" t="47233"/>
          <a:stretch/>
        </p:blipFill>
        <p:spPr>
          <a:xfrm>
            <a:off x="1429900" y="1105882"/>
            <a:ext cx="3367774" cy="37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3" name="Google Shape;2643;p142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2644" name="Google Shape;2644;p142"/>
          <p:cNvSpPr txBox="1"/>
          <p:nvPr/>
        </p:nvSpPr>
        <p:spPr>
          <a:xfrm>
            <a:off x="5380125" y="1645925"/>
            <a:ext cx="2993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adjacent vertices have the same color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5" name="Google Shape;2645;p142"/>
          <p:cNvSpPr/>
          <p:nvPr/>
        </p:nvSpPr>
        <p:spPr>
          <a:xfrm>
            <a:off x="5441825" y="2931800"/>
            <a:ext cx="493800" cy="4836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6" name="Google Shape;2646;p142"/>
          <p:cNvSpPr/>
          <p:nvPr/>
        </p:nvSpPr>
        <p:spPr>
          <a:xfrm>
            <a:off x="7610475" y="2931800"/>
            <a:ext cx="493800" cy="483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7" name="Google Shape;2647;p142"/>
          <p:cNvCxnSpPr>
            <a:endCxn id="2646" idx="2"/>
          </p:cNvCxnSpPr>
          <p:nvPr/>
        </p:nvCxnSpPr>
        <p:spPr>
          <a:xfrm>
            <a:off x="5935575" y="3173600"/>
            <a:ext cx="167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8" name="Google Shape;2648;p142"/>
          <p:cNvSpPr/>
          <p:nvPr/>
        </p:nvSpPr>
        <p:spPr>
          <a:xfrm>
            <a:off x="5441800" y="4143775"/>
            <a:ext cx="493800" cy="4836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9" name="Google Shape;2649;p142"/>
          <p:cNvSpPr/>
          <p:nvPr/>
        </p:nvSpPr>
        <p:spPr>
          <a:xfrm>
            <a:off x="7610450" y="4143775"/>
            <a:ext cx="493800" cy="4836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0" name="Google Shape;2650;p142"/>
          <p:cNvCxnSpPr>
            <a:endCxn id="2649" idx="2"/>
          </p:cNvCxnSpPr>
          <p:nvPr/>
        </p:nvCxnSpPr>
        <p:spPr>
          <a:xfrm>
            <a:off x="5935550" y="4385575"/>
            <a:ext cx="167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1" name="Google Shape;2651;p1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5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6" name="Google Shape;2656;p143"/>
          <p:cNvPicPr preferRelativeResize="0"/>
          <p:nvPr/>
        </p:nvPicPr>
        <p:blipFill rotWithShape="1">
          <a:blip r:embed="rId3">
            <a:alphaModFix/>
          </a:blip>
          <a:srcRect b="3229" l="68902" r="0" t="47233"/>
          <a:stretch/>
        </p:blipFill>
        <p:spPr>
          <a:xfrm>
            <a:off x="1429900" y="1105882"/>
            <a:ext cx="3367774" cy="37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57" name="Google Shape;2657;p143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2658" name="Google Shape;2658;p143"/>
          <p:cNvSpPr txBox="1"/>
          <p:nvPr/>
        </p:nvSpPr>
        <p:spPr>
          <a:xfrm>
            <a:off x="5380125" y="1645925"/>
            <a:ext cx="2993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adjacent vertices have the same color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9" name="Google Shape;2659;p143"/>
          <p:cNvSpPr/>
          <p:nvPr/>
        </p:nvSpPr>
        <p:spPr>
          <a:xfrm>
            <a:off x="5441825" y="2931800"/>
            <a:ext cx="493800" cy="4836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0" name="Google Shape;2660;p143"/>
          <p:cNvSpPr/>
          <p:nvPr/>
        </p:nvSpPr>
        <p:spPr>
          <a:xfrm>
            <a:off x="7610475" y="2931800"/>
            <a:ext cx="493800" cy="483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1" name="Google Shape;2661;p143"/>
          <p:cNvCxnSpPr>
            <a:endCxn id="2660" idx="2"/>
          </p:cNvCxnSpPr>
          <p:nvPr/>
        </p:nvCxnSpPr>
        <p:spPr>
          <a:xfrm>
            <a:off x="5935575" y="3173600"/>
            <a:ext cx="167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2" name="Google Shape;2662;p143"/>
          <p:cNvSpPr/>
          <p:nvPr/>
        </p:nvSpPr>
        <p:spPr>
          <a:xfrm>
            <a:off x="5441800" y="4143775"/>
            <a:ext cx="493800" cy="4836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3" name="Google Shape;2663;p143"/>
          <p:cNvSpPr/>
          <p:nvPr/>
        </p:nvSpPr>
        <p:spPr>
          <a:xfrm>
            <a:off x="7610450" y="4143775"/>
            <a:ext cx="493800" cy="4836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4" name="Google Shape;2664;p143"/>
          <p:cNvCxnSpPr>
            <a:endCxn id="2663" idx="2"/>
          </p:cNvCxnSpPr>
          <p:nvPr/>
        </p:nvCxnSpPr>
        <p:spPr>
          <a:xfrm>
            <a:off x="5935550" y="4385575"/>
            <a:ext cx="167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5" name="Google Shape;2665;p143"/>
          <p:cNvSpPr txBox="1"/>
          <p:nvPr/>
        </p:nvSpPr>
        <p:spPr>
          <a:xfrm>
            <a:off x="8353050" y="3003800"/>
            <a:ext cx="56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Ok</a:t>
            </a:r>
            <a:endParaRPr b="1" i="0" sz="14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6" name="Google Shape;2666;p143"/>
          <p:cNvSpPr txBox="1"/>
          <p:nvPr/>
        </p:nvSpPr>
        <p:spPr>
          <a:xfrm>
            <a:off x="8289425" y="4185475"/>
            <a:ext cx="75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Ok</a:t>
            </a:r>
            <a:endParaRPr b="1" i="0" sz="1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7" name="Google Shape;2667;p143"/>
          <p:cNvSpPr/>
          <p:nvPr/>
        </p:nvSpPr>
        <p:spPr>
          <a:xfrm>
            <a:off x="6449950" y="4083950"/>
            <a:ext cx="631800" cy="606900"/>
          </a:xfrm>
          <a:prstGeom prst="mathMultiply">
            <a:avLst>
              <a:gd fmla="val 23520" name="adj1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8" name="Google Shape;2668;p1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2" name="Shape 2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3" name="Google Shape;2673;p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625" y="1150225"/>
            <a:ext cx="73818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4" name="Google Shape;2674;p144"/>
          <p:cNvSpPr txBox="1"/>
          <p:nvPr>
            <p:ph idx="4294967295"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2675" name="Google Shape;2675;p1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9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145"/>
          <p:cNvSpPr txBox="1"/>
          <p:nvPr>
            <p:ph idx="4294967295"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400"/>
              <a:t>Detecting Bipartite Graphs with BFS</a:t>
            </a:r>
            <a:endParaRPr sz="3400"/>
          </a:p>
        </p:txBody>
      </p:sp>
      <p:sp>
        <p:nvSpPr>
          <p:cNvPr id="2681" name="Google Shape;2681;p145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2" name="Google Shape;2682;p145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3" name="Google Shape;2683;p145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4" name="Google Shape;2684;p145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5" name="Google Shape;2685;p145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6" name="Google Shape;2686;p145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7" name="Google Shape;2687;p145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8" name="Google Shape;2688;p145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9" name="Google Shape;2689;p145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0" name="Google Shape;2690;p145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1" name="Google Shape;2691;p145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2" name="Google Shape;2692;p145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3" name="Google Shape;2693;p145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4" name="Google Shape;2694;p145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5" name="Google Shape;2695;p145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6" name="Google Shape;2696;p145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7" name="Google Shape;2697;p145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98" name="Google Shape;2698;p145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99" name="Google Shape;2699;p145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00" name="Google Shape;2700;p145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01" name="Google Shape;2701;p145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02" name="Google Shape;2702;p145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03" name="Google Shape;2703;p145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04" name="Google Shape;2704;p145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05" name="Google Shape;2705;p145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06" name="Google Shape;2706;p1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0" name="Shape 2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1" name="Google Shape;2711;p146"/>
          <p:cNvSpPr txBox="1"/>
          <p:nvPr>
            <p:ph idx="4294967295"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400"/>
              <a:t>Detecting Bipartite Graphs with BFS</a:t>
            </a:r>
            <a:endParaRPr sz="3400"/>
          </a:p>
        </p:txBody>
      </p:sp>
      <p:sp>
        <p:nvSpPr>
          <p:cNvPr id="2712" name="Google Shape;2712;p146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3" name="Google Shape;2713;p146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4" name="Google Shape;2714;p146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rgbClr val="00008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5" name="Google Shape;2715;p146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6" name="Google Shape;2716;p146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7" name="Google Shape;2717;p146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8" name="Google Shape;2718;p146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9" name="Google Shape;2719;p146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0" name="Google Shape;2720;p146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1" name="Google Shape;2721;p146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2" name="Google Shape;2722;p146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3" name="Google Shape;2723;p146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4" name="Google Shape;2724;p146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5" name="Google Shape;2725;p146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6" name="Google Shape;2726;p146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7" name="Google Shape;2727;p146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8" name="Google Shape;2728;p146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9" name="Google Shape;2729;p146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0" name="Google Shape;2730;p146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1" name="Google Shape;2731;p146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2" name="Google Shape;2732;p146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3" name="Google Shape;2733;p146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4" name="Google Shape;2734;p146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5" name="Google Shape;2735;p146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6" name="Google Shape;2736;p146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37" name="Google Shape;2737;p1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1" name="Shape 2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2" name="Google Shape;2742;p147"/>
          <p:cNvSpPr txBox="1"/>
          <p:nvPr>
            <p:ph idx="4294967295"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400"/>
              <a:t>Detecting Bipartite Graphs with BFS</a:t>
            </a:r>
            <a:endParaRPr sz="3400"/>
          </a:p>
        </p:txBody>
      </p:sp>
      <p:sp>
        <p:nvSpPr>
          <p:cNvPr id="2743" name="Google Shape;2743;p147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dk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4" name="Google Shape;2744;p147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5" name="Google Shape;2745;p147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rgbClr val="00008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6" name="Google Shape;2746;p147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dk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7" name="Google Shape;2747;p147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8" name="Google Shape;2748;p147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9" name="Google Shape;2749;p147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0" name="Google Shape;2750;p147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1" name="Google Shape;2751;p147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2" name="Google Shape;2752;p147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3" name="Google Shape;2753;p147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4" name="Google Shape;2754;p147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5" name="Google Shape;2755;p147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6" name="Google Shape;2756;p147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7" name="Google Shape;2757;p147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8" name="Google Shape;2758;p147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9" name="Google Shape;2759;p147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60" name="Google Shape;2760;p147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61" name="Google Shape;2761;p147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62" name="Google Shape;2762;p147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63" name="Google Shape;2763;p147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64" name="Google Shape;2764;p147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65" name="Google Shape;2765;p147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66" name="Google Shape;2766;p147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67" name="Google Shape;2767;p147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68" name="Google Shape;2768;p1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2" name="Shape 2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3" name="Google Shape;2773;p148"/>
          <p:cNvSpPr txBox="1"/>
          <p:nvPr>
            <p:ph idx="4294967295"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400"/>
              <a:t>Detecting Bipartite Graphs with BFS</a:t>
            </a:r>
            <a:endParaRPr sz="3400"/>
          </a:p>
        </p:txBody>
      </p:sp>
      <p:sp>
        <p:nvSpPr>
          <p:cNvPr id="2774" name="Google Shape;2774;p148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dk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5" name="Google Shape;2775;p148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6" name="Google Shape;2776;p148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rgbClr val="00008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7" name="Google Shape;2777;p148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dk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8" name="Google Shape;2778;p148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solidFill>
            <a:srgbClr val="00008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9" name="Google Shape;2779;p148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solidFill>
            <a:srgbClr val="00008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0" name="Google Shape;2780;p148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1" name="Google Shape;2781;p148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2" name="Google Shape;2782;p148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3" name="Google Shape;2783;p148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4" name="Google Shape;2784;p148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5" name="Google Shape;2785;p148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6" name="Google Shape;2786;p148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7" name="Google Shape;2787;p148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8" name="Google Shape;2788;p148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9" name="Google Shape;2789;p148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0" name="Google Shape;2790;p148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91" name="Google Shape;2791;p148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92" name="Google Shape;2792;p148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93" name="Google Shape;2793;p148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94" name="Google Shape;2794;p148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95" name="Google Shape;2795;p148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96" name="Google Shape;2796;p148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97" name="Google Shape;2797;p148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98" name="Google Shape;2798;p148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99" name="Google Shape;2799;p1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3" name="Shape 2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4" name="Google Shape;2804;p149"/>
          <p:cNvSpPr txBox="1"/>
          <p:nvPr>
            <p:ph idx="4294967295"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400"/>
              <a:t>Detecting Bipartite Graphs with BFS</a:t>
            </a:r>
            <a:endParaRPr sz="3400"/>
          </a:p>
        </p:txBody>
      </p:sp>
      <p:sp>
        <p:nvSpPr>
          <p:cNvPr id="2805" name="Google Shape;2805;p149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dk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6" name="Google Shape;2806;p149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solidFill>
            <a:srgbClr val="00008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7" name="Google Shape;2807;p149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rgbClr val="00008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8" name="Google Shape;2808;p149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dk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9" name="Google Shape;2809;p149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solidFill>
            <a:srgbClr val="00008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0" name="Google Shape;2810;p149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solidFill>
            <a:srgbClr val="00008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1" name="Google Shape;2811;p149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2" name="Google Shape;2812;p149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3" name="Google Shape;2813;p149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4" name="Google Shape;2814;p149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5" name="Google Shape;2815;p149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6" name="Google Shape;2816;p149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7" name="Google Shape;2817;p149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8" name="Google Shape;2818;p149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9" name="Google Shape;2819;p149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0" name="Google Shape;2820;p149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1" name="Google Shape;2821;p149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22" name="Google Shape;2822;p149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23" name="Google Shape;2823;p149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24" name="Google Shape;2824;p149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25" name="Google Shape;2825;p149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26" name="Google Shape;2826;p149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27" name="Google Shape;2827;p149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28" name="Google Shape;2828;p149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29" name="Google Shape;2829;p149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30" name="Google Shape;2830;p1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4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p150"/>
          <p:cNvSpPr txBox="1"/>
          <p:nvPr>
            <p:ph idx="4294967295"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400"/>
              <a:t>Detecting Bipartite Graphs with BFS</a:t>
            </a:r>
            <a:endParaRPr sz="3400"/>
          </a:p>
        </p:txBody>
      </p:sp>
      <p:sp>
        <p:nvSpPr>
          <p:cNvPr id="2836" name="Google Shape;2836;p150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dk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7" name="Google Shape;2837;p150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solidFill>
            <a:srgbClr val="00008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8" name="Google Shape;2838;p150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rgbClr val="00008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9" name="Google Shape;2839;p150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dk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0" name="Google Shape;2840;p150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solidFill>
            <a:srgbClr val="00008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1" name="Google Shape;2841;p150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solidFill>
            <a:srgbClr val="00008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2" name="Google Shape;2842;p150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3" name="Google Shape;2843;p150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4" name="Google Shape;2844;p150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5" name="Google Shape;2845;p150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6" name="Google Shape;2846;p150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7" name="Google Shape;2847;p150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8" name="Google Shape;2848;p150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9" name="Google Shape;2849;p150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0" name="Google Shape;2850;p150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1" name="Google Shape;2851;p150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2" name="Google Shape;2852;p150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53" name="Google Shape;2853;p150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54" name="Google Shape;2854;p150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55" name="Google Shape;2855;p150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56" name="Google Shape;2856;p150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57" name="Google Shape;2857;p150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58" name="Google Shape;2858;p150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59" name="Google Shape;2859;p150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60" name="Google Shape;2860;p150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61" name="Google Shape;2861;p150"/>
          <p:cNvSpPr/>
          <p:nvPr/>
        </p:nvSpPr>
        <p:spPr>
          <a:xfrm>
            <a:off x="5009775" y="1285875"/>
            <a:ext cx="1266900" cy="1119000"/>
          </a:xfrm>
          <a:prstGeom prst="ellipse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2" name="Google Shape;2862;p1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6" name="Shape 2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" name="Google Shape;2867;p151"/>
          <p:cNvSpPr txBox="1"/>
          <p:nvPr>
            <p:ph idx="4294967295"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400"/>
              <a:t>Detecting Bipartite Graphs with BFS</a:t>
            </a:r>
            <a:endParaRPr sz="3400"/>
          </a:p>
        </p:txBody>
      </p:sp>
      <p:sp>
        <p:nvSpPr>
          <p:cNvPr id="2868" name="Google Shape;2868;p151"/>
          <p:cNvSpPr/>
          <p:nvPr/>
        </p:nvSpPr>
        <p:spPr>
          <a:xfrm>
            <a:off x="1143000" y="1600200"/>
            <a:ext cx="762000" cy="571500"/>
          </a:xfrm>
          <a:prstGeom prst="ellipse">
            <a:avLst/>
          </a:prstGeom>
          <a:solidFill>
            <a:schemeClr val="dk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9" name="Google Shape;2869;p151"/>
          <p:cNvSpPr/>
          <p:nvPr/>
        </p:nvSpPr>
        <p:spPr>
          <a:xfrm>
            <a:off x="1143000" y="2743200"/>
            <a:ext cx="762000" cy="571500"/>
          </a:xfrm>
          <a:prstGeom prst="ellipse">
            <a:avLst/>
          </a:prstGeom>
          <a:solidFill>
            <a:srgbClr val="00008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0" name="Google Shape;2870;p151"/>
          <p:cNvSpPr/>
          <p:nvPr/>
        </p:nvSpPr>
        <p:spPr>
          <a:xfrm>
            <a:off x="3200400" y="1600200"/>
            <a:ext cx="762000" cy="571500"/>
          </a:xfrm>
          <a:prstGeom prst="ellipse">
            <a:avLst/>
          </a:prstGeom>
          <a:solidFill>
            <a:srgbClr val="00008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1" name="Google Shape;2871;p151"/>
          <p:cNvSpPr/>
          <p:nvPr/>
        </p:nvSpPr>
        <p:spPr>
          <a:xfrm>
            <a:off x="3200400" y="2743200"/>
            <a:ext cx="762000" cy="571500"/>
          </a:xfrm>
          <a:prstGeom prst="ellipse">
            <a:avLst/>
          </a:prstGeom>
          <a:solidFill>
            <a:schemeClr val="dk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2" name="Google Shape;2872;p151"/>
          <p:cNvSpPr/>
          <p:nvPr/>
        </p:nvSpPr>
        <p:spPr>
          <a:xfrm>
            <a:off x="5257800" y="1600200"/>
            <a:ext cx="762000" cy="571500"/>
          </a:xfrm>
          <a:prstGeom prst="ellipse">
            <a:avLst/>
          </a:prstGeom>
          <a:solidFill>
            <a:srgbClr val="00008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3" name="Google Shape;2873;p151"/>
          <p:cNvSpPr/>
          <p:nvPr/>
        </p:nvSpPr>
        <p:spPr>
          <a:xfrm>
            <a:off x="5257800" y="2743200"/>
            <a:ext cx="762000" cy="571500"/>
          </a:xfrm>
          <a:prstGeom prst="ellipse">
            <a:avLst/>
          </a:prstGeom>
          <a:solidFill>
            <a:srgbClr val="00008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4" name="Google Shape;2874;p151"/>
          <p:cNvSpPr/>
          <p:nvPr/>
        </p:nvSpPr>
        <p:spPr>
          <a:xfrm>
            <a:off x="7315200" y="1600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5" name="Google Shape;2875;p151"/>
          <p:cNvSpPr/>
          <p:nvPr/>
        </p:nvSpPr>
        <p:spPr>
          <a:xfrm>
            <a:off x="7315200" y="2743200"/>
            <a:ext cx="762000" cy="571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b="0" i="0" lang="en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6" name="Google Shape;2876;p151"/>
          <p:cNvSpPr txBox="1"/>
          <p:nvPr/>
        </p:nvSpPr>
        <p:spPr>
          <a:xfrm>
            <a:off x="1382712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7" name="Google Shape;2877;p151"/>
          <p:cNvSpPr txBox="1"/>
          <p:nvPr/>
        </p:nvSpPr>
        <p:spPr>
          <a:xfrm>
            <a:off x="3429000" y="1257300"/>
            <a:ext cx="2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8" name="Google Shape;2878;p151"/>
          <p:cNvSpPr txBox="1"/>
          <p:nvPr/>
        </p:nvSpPr>
        <p:spPr>
          <a:xfrm>
            <a:off x="5489575" y="1257300"/>
            <a:ext cx="2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9" name="Google Shape;2879;p151"/>
          <p:cNvSpPr txBox="1"/>
          <p:nvPr/>
        </p:nvSpPr>
        <p:spPr>
          <a:xfrm>
            <a:off x="7500937" y="1257300"/>
            <a:ext cx="3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0" name="Google Shape;2880;p151"/>
          <p:cNvSpPr txBox="1"/>
          <p:nvPr/>
        </p:nvSpPr>
        <p:spPr>
          <a:xfrm>
            <a:off x="1365250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1" name="Google Shape;2881;p151"/>
          <p:cNvSpPr txBox="1"/>
          <p:nvPr/>
        </p:nvSpPr>
        <p:spPr>
          <a:xfrm>
            <a:off x="3416300" y="3314700"/>
            <a:ext cx="3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2" name="Google Shape;2882;p151"/>
          <p:cNvSpPr txBox="1"/>
          <p:nvPr/>
        </p:nvSpPr>
        <p:spPr>
          <a:xfrm>
            <a:off x="5516562" y="33147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3" name="Google Shape;2883;p151"/>
          <p:cNvSpPr txBox="1"/>
          <p:nvPr/>
        </p:nvSpPr>
        <p:spPr>
          <a:xfrm>
            <a:off x="7604125" y="3314700"/>
            <a:ext cx="29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4" name="Google Shape;2884;p151"/>
          <p:cNvCxnSpPr/>
          <p:nvPr/>
        </p:nvCxnSpPr>
        <p:spPr>
          <a:xfrm rot="10800000">
            <a:off x="15240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85" name="Google Shape;2885;p151"/>
          <p:cNvCxnSpPr/>
          <p:nvPr/>
        </p:nvCxnSpPr>
        <p:spPr>
          <a:xfrm>
            <a:off x="19192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86" name="Google Shape;2886;p151"/>
          <p:cNvCxnSpPr/>
          <p:nvPr/>
        </p:nvCxnSpPr>
        <p:spPr>
          <a:xfrm>
            <a:off x="3581400" y="2182415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87" name="Google Shape;2887;p151"/>
          <p:cNvCxnSpPr/>
          <p:nvPr/>
        </p:nvCxnSpPr>
        <p:spPr>
          <a:xfrm flipH="1" rot="10800000">
            <a:off x="3851275" y="2099128"/>
            <a:ext cx="1517700" cy="71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88" name="Google Shape;2888;p151"/>
          <p:cNvCxnSpPr/>
          <p:nvPr/>
        </p:nvCxnSpPr>
        <p:spPr>
          <a:xfrm>
            <a:off x="39766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89" name="Google Shape;2889;p151"/>
          <p:cNvCxnSpPr/>
          <p:nvPr/>
        </p:nvCxnSpPr>
        <p:spPr>
          <a:xfrm rot="10800000">
            <a:off x="5638800" y="2182284"/>
            <a:ext cx="0" cy="55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90" name="Google Shape;2890;p151"/>
          <p:cNvCxnSpPr/>
          <p:nvPr/>
        </p:nvCxnSpPr>
        <p:spPr>
          <a:xfrm>
            <a:off x="6034087" y="1885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91" name="Google Shape;2891;p151"/>
          <p:cNvCxnSpPr/>
          <p:nvPr/>
        </p:nvCxnSpPr>
        <p:spPr>
          <a:xfrm>
            <a:off x="6034087" y="302895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92" name="Google Shape;2892;p151"/>
          <p:cNvCxnSpPr/>
          <p:nvPr/>
        </p:nvCxnSpPr>
        <p:spPr>
          <a:xfrm rot="10800000">
            <a:off x="7696200" y="2182284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93" name="Google Shape;2893;p151"/>
          <p:cNvSpPr/>
          <p:nvPr/>
        </p:nvSpPr>
        <p:spPr>
          <a:xfrm>
            <a:off x="5009775" y="1285875"/>
            <a:ext cx="1266900" cy="1119000"/>
          </a:xfrm>
          <a:prstGeom prst="ellipse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4" name="Google Shape;2894;p151"/>
          <p:cNvSpPr txBox="1"/>
          <p:nvPr/>
        </p:nvSpPr>
        <p:spPr>
          <a:xfrm>
            <a:off x="4670300" y="3950200"/>
            <a:ext cx="3158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colored vertex encountered!</a:t>
            </a:r>
            <a:endParaRPr b="1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bipartite</a:t>
            </a:r>
            <a:endParaRPr b="1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5" name="Google Shape;2895;p1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9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152"/>
          <p:cNvSpPr txBox="1"/>
          <p:nvPr/>
        </p:nvSpPr>
        <p:spPr>
          <a:xfrm>
            <a:off x="298325" y="1008125"/>
            <a:ext cx="86616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BipartiteBicolorableBFS(G, s):</a:t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each vertex u in G.V:</a:t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u.color = NIL</a:t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s.color = 0</a:t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Q = new Queue()</a:t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Q.enqueue(s)</a:t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Q is not empty:</a:t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u = Q.dequeue()</a:t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each v in G.Adj[u]:</a:t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v.color == NIL:</a:t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i="0" lang="en" sz="13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v.color = 1 - u.color</a:t>
            </a:r>
            <a:endParaRPr b="1" i="0" sz="1300" u="none" cap="none" strike="noStrike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Q.enqueue(v)</a:t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i="0" lang="en" sz="13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else if v.color == u.color:</a:t>
            </a:r>
            <a:endParaRPr b="1" i="0" sz="1300" u="none" cap="none" strike="noStrike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False</a:t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return True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1" name="Google Shape;2901;p152"/>
          <p:cNvSpPr txBox="1"/>
          <p:nvPr>
            <p:ph idx="4294967295"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400"/>
              <a:t>Detecting Bipartite Graphs with BFS</a:t>
            </a:r>
            <a:endParaRPr sz="3400"/>
          </a:p>
        </p:txBody>
      </p:sp>
      <p:sp>
        <p:nvSpPr>
          <p:cNvPr id="2902" name="Google Shape;2902;p1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6" name="Shape 2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7" name="Google Shape;2907;p153"/>
          <p:cNvSpPr txBox="1"/>
          <p:nvPr>
            <p:ph type="title"/>
          </p:nvPr>
        </p:nvSpPr>
        <p:spPr>
          <a:xfrm>
            <a:off x="457200" y="1714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Extra Materials</a:t>
            </a:r>
            <a:endParaRPr/>
          </a:p>
        </p:txBody>
      </p:sp>
      <p:sp>
        <p:nvSpPr>
          <p:cNvPr id="2908" name="Google Shape;2908;p153"/>
          <p:cNvSpPr txBox="1"/>
          <p:nvPr>
            <p:ph idx="1" type="body"/>
          </p:nvPr>
        </p:nvSpPr>
        <p:spPr>
          <a:xfrm>
            <a:off x="457200" y="1143000"/>
            <a:ext cx="82296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algorithm of finding strongly connected components using Depth First Search</a:t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CLRS book page 615</a:t>
            </a:r>
            <a:endParaRPr sz="1600"/>
          </a:p>
          <a:p>
            <a:pPr indent="0" lvl="0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Topological Sorting</a:t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CLRS book page 612</a:t>
            </a:r>
            <a:endParaRPr sz="1600"/>
          </a:p>
          <a:p>
            <a:pPr indent="0" lvl="0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See the “Problems related to BFS section”</a:t>
            </a:r>
            <a:endParaRPr sz="16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" sz="1400" u="sng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Breadth First Search or BFS for a Graph - GeeksforGeeks</a:t>
            </a:r>
            <a:endParaRPr sz="1400"/>
          </a:p>
          <a:p>
            <a:pPr indent="0" lvl="0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400"/>
          </a:p>
          <a:p>
            <a:pPr indent="-3302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 DFS, go through this link:</a:t>
            </a:r>
            <a:endParaRPr sz="16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" sz="1400" u="sng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Applications, Advantages and Disadvantages of Depth First Search (DFS) - GeeksforGeeks</a:t>
            </a:r>
            <a:endParaRPr sz="1400"/>
          </a:p>
          <a:p>
            <a:pPr indent="0" lvl="0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400"/>
          </a:p>
          <a:p>
            <a:pPr indent="-3302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Practice solving problems by coding</a:t>
            </a:r>
            <a:endParaRPr sz="1600"/>
          </a:p>
        </p:txBody>
      </p:sp>
      <p:sp>
        <p:nvSpPr>
          <p:cNvPr id="2909" name="Google Shape;2909;p1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mputer-bunny.blue">
  <a:themeElements>
    <a:clrScheme name="">
      <a:dk1>
        <a:srgbClr val="000000"/>
      </a:dk1>
      <a:lt1>
        <a:srgbClr val="FFFFFF"/>
      </a:lt1>
      <a:dk2>
        <a:srgbClr val="CC0000"/>
      </a:dk2>
      <a:lt2>
        <a:srgbClr val="969696"/>
      </a:lt2>
      <a:accent1>
        <a:srgbClr val="0033CC"/>
      </a:accent1>
      <a:accent2>
        <a:srgbClr val="339933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8A2D"/>
      </a:accent6>
      <a:hlink>
        <a:srgbClr val="9900CC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