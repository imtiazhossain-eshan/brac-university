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4" r:id="rId5"/>
    <p:sldMasterId id="214748367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y="5143500" cx="9144000"/>
  <p:notesSz cx="6858000" cy="9144000"/>
  <p:embeddedFontLst>
    <p:embeddedFont>
      <p:font typeface="Proxima Nova"/>
      <p:regular r:id="rId25"/>
      <p:bold r:id="rId26"/>
      <p:italic r:id="rId27"/>
      <p:boldItalic r:id="rId28"/>
    </p:embeddedFont>
    <p:embeddedFont>
      <p:font typeface="Courgette"/>
      <p:regular r:id="rId29"/>
    </p:embeddedFont>
    <p:embeddedFont>
      <p:font typeface="Proxima Nova Semibold"/>
      <p:regular r:id="rId30"/>
      <p:bold r:id="rId31"/>
      <p:boldItalic r:id="rId32"/>
    </p:embeddedFont>
    <p:embeddedFont>
      <p:font typeface="Alfa Slab One"/>
      <p:regular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34A7E9F-56BB-4859-B949-D559EEAA48EF}">
  <a:tblStyle styleId="{934A7E9F-56BB-4859-B949-D559EEAA48EF}"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b="off" i="off"/>
      <a:tcStyle>
        <a:fill>
          <a:solidFill>
            <a:srgbClr val="D0DEEF"/>
          </a:solidFill>
        </a:fill>
      </a:tcStyle>
    </a:band1H>
    <a:band2H>
      <a:tcTxStyle b="off" i="off"/>
    </a:band2H>
    <a:band1V>
      <a:tcTxStyle b="off" i="off"/>
      <a:tcStyle>
        <a:fill>
          <a:solidFill>
            <a:srgbClr val="D0DEEF"/>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E9ACCAE0-D89A-413B-A786-79F8FFFFCD7D}"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ProximaNova-bold.fntdata"/><Relationship Id="rId25" Type="http://schemas.openxmlformats.org/officeDocument/2006/relationships/font" Target="fonts/ProximaNova-regular.fntdata"/><Relationship Id="rId28" Type="http://schemas.openxmlformats.org/officeDocument/2006/relationships/font" Target="fonts/ProximaNova-boldItalic.fntdata"/><Relationship Id="rId27" Type="http://schemas.openxmlformats.org/officeDocument/2006/relationships/font" Target="fonts/ProximaNova-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Courgette-regular.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ProximaNovaSemibold-bold.fntdata"/><Relationship Id="rId30" Type="http://schemas.openxmlformats.org/officeDocument/2006/relationships/font" Target="fonts/ProximaNovaSemibold-regular.fntdata"/><Relationship Id="rId11" Type="http://schemas.openxmlformats.org/officeDocument/2006/relationships/slide" Target="slides/slide4.xml"/><Relationship Id="rId33" Type="http://schemas.openxmlformats.org/officeDocument/2006/relationships/font" Target="fonts/AlfaSlabOne-regular.fntdata"/><Relationship Id="rId10" Type="http://schemas.openxmlformats.org/officeDocument/2006/relationships/slide" Target="slides/slide3.xml"/><Relationship Id="rId32" Type="http://schemas.openxmlformats.org/officeDocument/2006/relationships/font" Target="fonts/ProximaNovaSemibold-boldItalic.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e446e2640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g2e446e2640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e446e2640e_0_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g2e446e2640e_0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e446e2640e_0_2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 name="Google Shape;140;g2e446e2640e_0_2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e446e2640e_0_2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 name="Google Shape;162;g2e446e2640e_0_2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e446e2640e_0_2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9" name="Google Shape;179;g2e446e2640e_0_2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e446e2640e_0_3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g2e446e2640e_0_3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e448f2d6bf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g2e448f2d6bf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e446e2640e_0_40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g2e446e2640e_0_4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e446e2640e_0_41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g2e446e2640e_0_4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e446e2640e_0_43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g2e446e2640e_0_4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e446e2640e_0_46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g2e446e2640e_0_4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e446e2640e_0_47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g2e446e2640e_0_4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e446e2640e_0_5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5" name="Google Shape;305;g2e446e2640e_0_5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e446e2640e_0_5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2" name="Google Shape;312;g2e446e2640e_0_5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e446e2640e_0_5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4" name="Google Shape;334;g2e446e2640e_0_5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2e446e2640e_0_6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7" name="Google Shape;377;g2e446e2640e_0_6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2e446e2640e_0_6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7" name="Google Shape;387;g2e446e2640e_0_6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cxnSp>
        <p:nvCxnSpPr>
          <p:cNvPr id="55" name="Google Shape;55;p14"/>
          <p:cNvCxnSpPr/>
          <p:nvPr/>
        </p:nvCxnSpPr>
        <p:spPr>
          <a:xfrm>
            <a:off x="4278300" y="2751163"/>
            <a:ext cx="587400" cy="0"/>
          </a:xfrm>
          <a:prstGeom prst="straightConnector1">
            <a:avLst/>
          </a:prstGeom>
          <a:noFill/>
          <a:ln cap="flat" cmpd="sng" w="76200">
            <a:solidFill>
              <a:schemeClr val="dk1"/>
            </a:solidFill>
            <a:prstDash val="solid"/>
            <a:round/>
            <a:headEnd len="sm" w="sm" type="none"/>
            <a:tailEnd len="sm" w="sm" type="none"/>
          </a:ln>
        </p:spPr>
      </p:cxnSp>
      <p:sp>
        <p:nvSpPr>
          <p:cNvPr id="56" name="Google Shape;56;p14"/>
          <p:cNvSpPr txBox="1"/>
          <p:nvPr>
            <p:ph type="ctrTitle"/>
          </p:nvPr>
        </p:nvSpPr>
        <p:spPr>
          <a:xfrm>
            <a:off x="311700" y="595975"/>
            <a:ext cx="8520600" cy="19578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5400"/>
              <a:buNone/>
              <a:defRPr sz="5400"/>
            </a:lvl1pPr>
            <a:lvl2pPr lvl="1" rtl="0" algn="ctr">
              <a:lnSpc>
                <a:spcPct val="100000"/>
              </a:lnSpc>
              <a:spcBef>
                <a:spcPts val="0"/>
              </a:spcBef>
              <a:spcAft>
                <a:spcPts val="0"/>
              </a:spcAft>
              <a:buSzPts val="5400"/>
              <a:buNone/>
              <a:defRPr sz="5400"/>
            </a:lvl2pPr>
            <a:lvl3pPr lvl="2" rtl="0" algn="ctr">
              <a:lnSpc>
                <a:spcPct val="100000"/>
              </a:lnSpc>
              <a:spcBef>
                <a:spcPts val="0"/>
              </a:spcBef>
              <a:spcAft>
                <a:spcPts val="0"/>
              </a:spcAft>
              <a:buSzPts val="5400"/>
              <a:buNone/>
              <a:defRPr sz="5400"/>
            </a:lvl3pPr>
            <a:lvl4pPr lvl="3" rtl="0" algn="ctr">
              <a:lnSpc>
                <a:spcPct val="100000"/>
              </a:lnSpc>
              <a:spcBef>
                <a:spcPts val="0"/>
              </a:spcBef>
              <a:spcAft>
                <a:spcPts val="0"/>
              </a:spcAft>
              <a:buSzPts val="5400"/>
              <a:buNone/>
              <a:defRPr sz="5400"/>
            </a:lvl4pPr>
            <a:lvl5pPr lvl="4" rtl="0" algn="ctr">
              <a:lnSpc>
                <a:spcPct val="100000"/>
              </a:lnSpc>
              <a:spcBef>
                <a:spcPts val="0"/>
              </a:spcBef>
              <a:spcAft>
                <a:spcPts val="0"/>
              </a:spcAft>
              <a:buSzPts val="5400"/>
              <a:buNone/>
              <a:defRPr sz="5400"/>
            </a:lvl5pPr>
            <a:lvl6pPr lvl="5" rtl="0" algn="ctr">
              <a:lnSpc>
                <a:spcPct val="100000"/>
              </a:lnSpc>
              <a:spcBef>
                <a:spcPts val="0"/>
              </a:spcBef>
              <a:spcAft>
                <a:spcPts val="0"/>
              </a:spcAft>
              <a:buSzPts val="5400"/>
              <a:buNone/>
              <a:defRPr sz="5400"/>
            </a:lvl6pPr>
            <a:lvl7pPr lvl="6" rtl="0" algn="ctr">
              <a:lnSpc>
                <a:spcPct val="100000"/>
              </a:lnSpc>
              <a:spcBef>
                <a:spcPts val="0"/>
              </a:spcBef>
              <a:spcAft>
                <a:spcPts val="0"/>
              </a:spcAft>
              <a:buSzPts val="5400"/>
              <a:buNone/>
              <a:defRPr sz="5400"/>
            </a:lvl7pPr>
            <a:lvl8pPr lvl="7" rtl="0" algn="ctr">
              <a:lnSpc>
                <a:spcPct val="100000"/>
              </a:lnSpc>
              <a:spcBef>
                <a:spcPts val="0"/>
              </a:spcBef>
              <a:spcAft>
                <a:spcPts val="0"/>
              </a:spcAft>
              <a:buSzPts val="5400"/>
              <a:buNone/>
              <a:defRPr sz="5400"/>
            </a:lvl8pPr>
            <a:lvl9pPr lvl="8" rtl="0" algn="ctr">
              <a:lnSpc>
                <a:spcPct val="100000"/>
              </a:lnSpc>
              <a:spcBef>
                <a:spcPts val="0"/>
              </a:spcBef>
              <a:spcAft>
                <a:spcPts val="0"/>
              </a:spcAft>
              <a:buSzPts val="5400"/>
              <a:buNone/>
              <a:defRPr sz="5400"/>
            </a:lvl9pPr>
          </a:lstStyle>
          <a:p/>
        </p:txBody>
      </p:sp>
      <p:sp>
        <p:nvSpPr>
          <p:cNvPr id="57" name="Google Shape;57;p14"/>
          <p:cNvSpPr txBox="1"/>
          <p:nvPr>
            <p:ph idx="1" type="subTitle"/>
          </p:nvPr>
        </p:nvSpPr>
        <p:spPr>
          <a:xfrm>
            <a:off x="311700" y="3165823"/>
            <a:ext cx="8520600" cy="733500"/>
          </a:xfrm>
          <a:prstGeom prst="rect">
            <a:avLst/>
          </a:prstGeom>
          <a:noFill/>
          <a:ln>
            <a:noFill/>
          </a:ln>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58" name="Google Shape;58;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9" name="Shape 59"/>
        <p:cNvGrpSpPr/>
        <p:nvPr/>
      </p:nvGrpSpPr>
      <p:grpSpPr>
        <a:xfrm>
          <a:off x="0" y="0"/>
          <a:ext cx="0" cy="0"/>
          <a:chOff x="0" y="0"/>
          <a:chExt cx="0" cy="0"/>
        </a:xfrm>
      </p:grpSpPr>
      <p:sp>
        <p:nvSpPr>
          <p:cNvPr id="60" name="Google Shape;60;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61" name="Google Shape;61;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62" name="Google Shape;62;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63" name="Shape 63"/>
        <p:cNvGrpSpPr/>
        <p:nvPr/>
      </p:nvGrpSpPr>
      <p:grpSpPr>
        <a:xfrm>
          <a:off x="0" y="0"/>
          <a:ext cx="0" cy="0"/>
          <a:chOff x="0" y="0"/>
          <a:chExt cx="0" cy="0"/>
        </a:xfrm>
      </p:grpSpPr>
      <p:sp>
        <p:nvSpPr>
          <p:cNvPr id="64" name="Google Shape;64;p16"/>
          <p:cNvSpPr txBox="1"/>
          <p:nvPr>
            <p:ph type="title"/>
          </p:nvPr>
        </p:nvSpPr>
        <p:spPr>
          <a:xfrm>
            <a:off x="311700" y="2480550"/>
            <a:ext cx="8114400" cy="24459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Clr>
                <a:schemeClr val="lt1"/>
              </a:buClr>
              <a:buSzPts val="6800"/>
              <a:buNone/>
              <a:defRPr sz="6800">
                <a:solidFill>
                  <a:schemeClr val="lt1"/>
                </a:solidFill>
              </a:defRPr>
            </a:lvl1pPr>
            <a:lvl2pPr lvl="1" rtl="0" algn="l">
              <a:lnSpc>
                <a:spcPct val="100000"/>
              </a:lnSpc>
              <a:spcBef>
                <a:spcPts val="0"/>
              </a:spcBef>
              <a:spcAft>
                <a:spcPts val="0"/>
              </a:spcAft>
              <a:buClr>
                <a:schemeClr val="lt1"/>
              </a:buClr>
              <a:buSzPts val="6800"/>
              <a:buNone/>
              <a:defRPr sz="6800">
                <a:solidFill>
                  <a:schemeClr val="lt1"/>
                </a:solidFill>
              </a:defRPr>
            </a:lvl2pPr>
            <a:lvl3pPr lvl="2" rtl="0" algn="l">
              <a:lnSpc>
                <a:spcPct val="100000"/>
              </a:lnSpc>
              <a:spcBef>
                <a:spcPts val="0"/>
              </a:spcBef>
              <a:spcAft>
                <a:spcPts val="0"/>
              </a:spcAft>
              <a:buClr>
                <a:schemeClr val="lt1"/>
              </a:buClr>
              <a:buSzPts val="6800"/>
              <a:buNone/>
              <a:defRPr sz="6800">
                <a:solidFill>
                  <a:schemeClr val="lt1"/>
                </a:solidFill>
              </a:defRPr>
            </a:lvl3pPr>
            <a:lvl4pPr lvl="3" rtl="0" algn="l">
              <a:lnSpc>
                <a:spcPct val="100000"/>
              </a:lnSpc>
              <a:spcBef>
                <a:spcPts val="0"/>
              </a:spcBef>
              <a:spcAft>
                <a:spcPts val="0"/>
              </a:spcAft>
              <a:buClr>
                <a:schemeClr val="lt1"/>
              </a:buClr>
              <a:buSzPts val="6800"/>
              <a:buNone/>
              <a:defRPr sz="6800">
                <a:solidFill>
                  <a:schemeClr val="lt1"/>
                </a:solidFill>
              </a:defRPr>
            </a:lvl4pPr>
            <a:lvl5pPr lvl="4" rtl="0" algn="l">
              <a:lnSpc>
                <a:spcPct val="100000"/>
              </a:lnSpc>
              <a:spcBef>
                <a:spcPts val="0"/>
              </a:spcBef>
              <a:spcAft>
                <a:spcPts val="0"/>
              </a:spcAft>
              <a:buClr>
                <a:schemeClr val="lt1"/>
              </a:buClr>
              <a:buSzPts val="6800"/>
              <a:buNone/>
              <a:defRPr sz="6800">
                <a:solidFill>
                  <a:schemeClr val="lt1"/>
                </a:solidFill>
              </a:defRPr>
            </a:lvl5pPr>
            <a:lvl6pPr lvl="5" rtl="0" algn="l">
              <a:lnSpc>
                <a:spcPct val="100000"/>
              </a:lnSpc>
              <a:spcBef>
                <a:spcPts val="0"/>
              </a:spcBef>
              <a:spcAft>
                <a:spcPts val="0"/>
              </a:spcAft>
              <a:buClr>
                <a:schemeClr val="lt1"/>
              </a:buClr>
              <a:buSzPts val="6800"/>
              <a:buNone/>
              <a:defRPr sz="6800">
                <a:solidFill>
                  <a:schemeClr val="lt1"/>
                </a:solidFill>
              </a:defRPr>
            </a:lvl6pPr>
            <a:lvl7pPr lvl="6" rtl="0" algn="l">
              <a:lnSpc>
                <a:spcPct val="100000"/>
              </a:lnSpc>
              <a:spcBef>
                <a:spcPts val="0"/>
              </a:spcBef>
              <a:spcAft>
                <a:spcPts val="0"/>
              </a:spcAft>
              <a:buClr>
                <a:schemeClr val="lt1"/>
              </a:buClr>
              <a:buSzPts val="6800"/>
              <a:buNone/>
              <a:defRPr sz="6800">
                <a:solidFill>
                  <a:schemeClr val="lt1"/>
                </a:solidFill>
              </a:defRPr>
            </a:lvl7pPr>
            <a:lvl8pPr lvl="7" rtl="0" algn="l">
              <a:lnSpc>
                <a:spcPct val="100000"/>
              </a:lnSpc>
              <a:spcBef>
                <a:spcPts val="0"/>
              </a:spcBef>
              <a:spcAft>
                <a:spcPts val="0"/>
              </a:spcAft>
              <a:buClr>
                <a:schemeClr val="lt1"/>
              </a:buClr>
              <a:buSzPts val="6800"/>
              <a:buNone/>
              <a:defRPr sz="6800">
                <a:solidFill>
                  <a:schemeClr val="lt1"/>
                </a:solidFill>
              </a:defRPr>
            </a:lvl8pPr>
            <a:lvl9pPr lvl="8" rtl="0" algn="l">
              <a:lnSpc>
                <a:spcPct val="100000"/>
              </a:lnSpc>
              <a:spcBef>
                <a:spcPts val="0"/>
              </a:spcBef>
              <a:spcAft>
                <a:spcPts val="0"/>
              </a:spcAft>
              <a:buClr>
                <a:schemeClr val="lt1"/>
              </a:buClr>
              <a:buSzPts val="6800"/>
              <a:buNone/>
              <a:defRPr sz="6800">
                <a:solidFill>
                  <a:schemeClr val="lt1"/>
                </a:solidFill>
              </a:defRPr>
            </a:lvl9pPr>
          </a:lstStyle>
          <a:p/>
        </p:txBody>
      </p:sp>
      <p:sp>
        <p:nvSpPr>
          <p:cNvPr id="65" name="Google Shape;65;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6" name="Shape 66"/>
        <p:cNvGrpSpPr/>
        <p:nvPr/>
      </p:nvGrpSpPr>
      <p:grpSpPr>
        <a:xfrm>
          <a:off x="0" y="0"/>
          <a:ext cx="0" cy="0"/>
          <a:chOff x="0" y="0"/>
          <a:chExt cx="0" cy="0"/>
        </a:xfrm>
      </p:grpSpPr>
      <p:sp>
        <p:nvSpPr>
          <p:cNvPr id="67" name="Google Shape;67;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68" name="Google Shape;68;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69" name="Google Shape;69;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70" name="Google Shape;70;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73" name="Google Shape;73;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4" name="Shape 74"/>
        <p:cNvGrpSpPr/>
        <p:nvPr/>
      </p:nvGrpSpPr>
      <p:grpSpPr>
        <a:xfrm>
          <a:off x="0" y="0"/>
          <a:ext cx="0" cy="0"/>
          <a:chOff x="0" y="0"/>
          <a:chExt cx="0" cy="0"/>
        </a:xfrm>
      </p:grpSpPr>
      <p:sp>
        <p:nvSpPr>
          <p:cNvPr id="75" name="Google Shape;75;p19"/>
          <p:cNvSpPr txBox="1"/>
          <p:nvPr>
            <p:ph type="title"/>
          </p:nvPr>
        </p:nvSpPr>
        <p:spPr>
          <a:xfrm>
            <a:off x="311700" y="631800"/>
            <a:ext cx="2808000" cy="7557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SzPts val="2400"/>
              <a:buNone/>
              <a:defRPr sz="2400"/>
            </a:lvl1pPr>
            <a:lvl2pPr lvl="1" rtl="0" algn="l">
              <a:lnSpc>
                <a:spcPct val="100000"/>
              </a:lnSpc>
              <a:spcBef>
                <a:spcPts val="0"/>
              </a:spcBef>
              <a:spcAft>
                <a:spcPts val="0"/>
              </a:spcAft>
              <a:buSzPts val="2400"/>
              <a:buNone/>
              <a:defRPr sz="2400"/>
            </a:lvl2pPr>
            <a:lvl3pPr lvl="2" rtl="0" algn="l">
              <a:lnSpc>
                <a:spcPct val="100000"/>
              </a:lnSpc>
              <a:spcBef>
                <a:spcPts val="0"/>
              </a:spcBef>
              <a:spcAft>
                <a:spcPts val="0"/>
              </a:spcAft>
              <a:buSzPts val="2400"/>
              <a:buNone/>
              <a:defRPr sz="2400"/>
            </a:lvl3pPr>
            <a:lvl4pPr lvl="3" rtl="0" algn="l">
              <a:lnSpc>
                <a:spcPct val="100000"/>
              </a:lnSpc>
              <a:spcBef>
                <a:spcPts val="0"/>
              </a:spcBef>
              <a:spcAft>
                <a:spcPts val="0"/>
              </a:spcAft>
              <a:buSzPts val="2400"/>
              <a:buNone/>
              <a:defRPr sz="2400"/>
            </a:lvl4pPr>
            <a:lvl5pPr lvl="4" rtl="0" algn="l">
              <a:lnSpc>
                <a:spcPct val="100000"/>
              </a:lnSpc>
              <a:spcBef>
                <a:spcPts val="0"/>
              </a:spcBef>
              <a:spcAft>
                <a:spcPts val="0"/>
              </a:spcAft>
              <a:buSzPts val="2400"/>
              <a:buNone/>
              <a:defRPr sz="2400"/>
            </a:lvl5pPr>
            <a:lvl6pPr lvl="5" rtl="0" algn="l">
              <a:lnSpc>
                <a:spcPct val="100000"/>
              </a:lnSpc>
              <a:spcBef>
                <a:spcPts val="0"/>
              </a:spcBef>
              <a:spcAft>
                <a:spcPts val="0"/>
              </a:spcAft>
              <a:buSzPts val="2400"/>
              <a:buNone/>
              <a:defRPr sz="2400"/>
            </a:lvl6pPr>
            <a:lvl7pPr lvl="6" rtl="0" algn="l">
              <a:lnSpc>
                <a:spcPct val="100000"/>
              </a:lnSpc>
              <a:spcBef>
                <a:spcPts val="0"/>
              </a:spcBef>
              <a:spcAft>
                <a:spcPts val="0"/>
              </a:spcAft>
              <a:buSzPts val="2400"/>
              <a:buNone/>
              <a:defRPr sz="2400"/>
            </a:lvl7pPr>
            <a:lvl8pPr lvl="7" rtl="0" algn="l">
              <a:lnSpc>
                <a:spcPct val="100000"/>
              </a:lnSpc>
              <a:spcBef>
                <a:spcPts val="0"/>
              </a:spcBef>
              <a:spcAft>
                <a:spcPts val="0"/>
              </a:spcAft>
              <a:buSzPts val="2400"/>
              <a:buNone/>
              <a:defRPr sz="2400"/>
            </a:lvl8pPr>
            <a:lvl9pPr lvl="8" rtl="0" algn="l">
              <a:lnSpc>
                <a:spcPct val="100000"/>
              </a:lnSpc>
              <a:spcBef>
                <a:spcPts val="0"/>
              </a:spcBef>
              <a:spcAft>
                <a:spcPts val="0"/>
              </a:spcAft>
              <a:buSzPts val="2400"/>
              <a:buNone/>
              <a:defRPr sz="2400"/>
            </a:lvl9pPr>
          </a:lstStyle>
          <a:p/>
        </p:txBody>
      </p:sp>
      <p:sp>
        <p:nvSpPr>
          <p:cNvPr id="76" name="Google Shape;76;p19"/>
          <p:cNvSpPr txBox="1"/>
          <p:nvPr>
            <p:ph idx="1" type="body"/>
          </p:nvPr>
        </p:nvSpPr>
        <p:spPr>
          <a:xfrm>
            <a:off x="311700" y="1490875"/>
            <a:ext cx="2808000" cy="3078000"/>
          </a:xfrm>
          <a:prstGeom prst="rect">
            <a:avLst/>
          </a:prstGeom>
          <a:noFill/>
          <a:ln>
            <a:noFill/>
          </a:ln>
        </p:spPr>
        <p:txBody>
          <a:bodyPr anchorCtr="0" anchor="t" bIns="91425" lIns="91425" spcFirstLastPara="1" rIns="91425" wrap="square" tIns="91425">
            <a:normAutofit/>
          </a:bodyPr>
          <a:lstStyle>
            <a:lvl1pPr indent="-304800" lvl="0" marL="457200" rtl="0" algn="l">
              <a:lnSpc>
                <a:spcPct val="115000"/>
              </a:lnSpc>
              <a:spcBef>
                <a:spcPts val="0"/>
              </a:spcBef>
              <a:spcAft>
                <a:spcPts val="0"/>
              </a:spcAft>
              <a:buSzPts val="1200"/>
              <a:buChar char="●"/>
              <a:defRPr sz="12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77" name="Google Shape;77;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78" name="Shape 78"/>
        <p:cNvGrpSpPr/>
        <p:nvPr/>
      </p:nvGrpSpPr>
      <p:grpSpPr>
        <a:xfrm>
          <a:off x="0" y="0"/>
          <a:ext cx="0" cy="0"/>
          <a:chOff x="0" y="0"/>
          <a:chExt cx="0" cy="0"/>
        </a:xfrm>
      </p:grpSpPr>
      <p:sp>
        <p:nvSpPr>
          <p:cNvPr id="79" name="Google Shape;79;p20"/>
          <p:cNvSpPr txBox="1"/>
          <p:nvPr>
            <p:ph type="title"/>
          </p:nvPr>
        </p:nvSpPr>
        <p:spPr>
          <a:xfrm>
            <a:off x="490250" y="526350"/>
            <a:ext cx="5683800" cy="4090800"/>
          </a:xfrm>
          <a:prstGeom prst="rect">
            <a:avLst/>
          </a:prstGeom>
          <a:noFill/>
          <a:ln>
            <a:noFill/>
          </a:ln>
        </p:spPr>
        <p:txBody>
          <a:bodyPr anchorCtr="0" anchor="ctr" bIns="91425" lIns="91425" spcFirstLastPara="1" rIns="91425" wrap="square" tIns="91425">
            <a:normAutofit/>
          </a:bodyPr>
          <a:lstStyle>
            <a:lvl1pPr lvl="0" rtl="0" algn="l">
              <a:lnSpc>
                <a:spcPct val="100000"/>
              </a:lnSpc>
              <a:spcBef>
                <a:spcPts val="0"/>
              </a:spcBef>
              <a:spcAft>
                <a:spcPts val="0"/>
              </a:spcAft>
              <a:buClr>
                <a:schemeClr val="lt1"/>
              </a:buClr>
              <a:buSzPts val="4800"/>
              <a:buNone/>
              <a:defRPr sz="4800">
                <a:solidFill>
                  <a:schemeClr val="lt1"/>
                </a:solidFill>
              </a:defRPr>
            </a:lvl1pPr>
            <a:lvl2pPr lvl="1" rtl="0" algn="l">
              <a:lnSpc>
                <a:spcPct val="100000"/>
              </a:lnSpc>
              <a:spcBef>
                <a:spcPts val="0"/>
              </a:spcBef>
              <a:spcAft>
                <a:spcPts val="0"/>
              </a:spcAft>
              <a:buClr>
                <a:schemeClr val="lt1"/>
              </a:buClr>
              <a:buSzPts val="4800"/>
              <a:buNone/>
              <a:defRPr sz="4800">
                <a:solidFill>
                  <a:schemeClr val="lt1"/>
                </a:solidFill>
              </a:defRPr>
            </a:lvl2pPr>
            <a:lvl3pPr lvl="2" rtl="0" algn="l">
              <a:lnSpc>
                <a:spcPct val="100000"/>
              </a:lnSpc>
              <a:spcBef>
                <a:spcPts val="0"/>
              </a:spcBef>
              <a:spcAft>
                <a:spcPts val="0"/>
              </a:spcAft>
              <a:buClr>
                <a:schemeClr val="lt1"/>
              </a:buClr>
              <a:buSzPts val="4800"/>
              <a:buNone/>
              <a:defRPr sz="4800">
                <a:solidFill>
                  <a:schemeClr val="lt1"/>
                </a:solidFill>
              </a:defRPr>
            </a:lvl3pPr>
            <a:lvl4pPr lvl="3" rtl="0" algn="l">
              <a:lnSpc>
                <a:spcPct val="100000"/>
              </a:lnSpc>
              <a:spcBef>
                <a:spcPts val="0"/>
              </a:spcBef>
              <a:spcAft>
                <a:spcPts val="0"/>
              </a:spcAft>
              <a:buClr>
                <a:schemeClr val="lt1"/>
              </a:buClr>
              <a:buSzPts val="4800"/>
              <a:buNone/>
              <a:defRPr sz="4800">
                <a:solidFill>
                  <a:schemeClr val="lt1"/>
                </a:solidFill>
              </a:defRPr>
            </a:lvl4pPr>
            <a:lvl5pPr lvl="4" rtl="0" algn="l">
              <a:lnSpc>
                <a:spcPct val="100000"/>
              </a:lnSpc>
              <a:spcBef>
                <a:spcPts val="0"/>
              </a:spcBef>
              <a:spcAft>
                <a:spcPts val="0"/>
              </a:spcAft>
              <a:buClr>
                <a:schemeClr val="lt1"/>
              </a:buClr>
              <a:buSzPts val="4800"/>
              <a:buNone/>
              <a:defRPr sz="4800">
                <a:solidFill>
                  <a:schemeClr val="lt1"/>
                </a:solidFill>
              </a:defRPr>
            </a:lvl5pPr>
            <a:lvl6pPr lvl="5" rtl="0" algn="l">
              <a:lnSpc>
                <a:spcPct val="100000"/>
              </a:lnSpc>
              <a:spcBef>
                <a:spcPts val="0"/>
              </a:spcBef>
              <a:spcAft>
                <a:spcPts val="0"/>
              </a:spcAft>
              <a:buClr>
                <a:schemeClr val="lt1"/>
              </a:buClr>
              <a:buSzPts val="4800"/>
              <a:buNone/>
              <a:defRPr sz="4800">
                <a:solidFill>
                  <a:schemeClr val="lt1"/>
                </a:solidFill>
              </a:defRPr>
            </a:lvl6pPr>
            <a:lvl7pPr lvl="6" rtl="0" algn="l">
              <a:lnSpc>
                <a:spcPct val="100000"/>
              </a:lnSpc>
              <a:spcBef>
                <a:spcPts val="0"/>
              </a:spcBef>
              <a:spcAft>
                <a:spcPts val="0"/>
              </a:spcAft>
              <a:buClr>
                <a:schemeClr val="lt1"/>
              </a:buClr>
              <a:buSzPts val="4800"/>
              <a:buNone/>
              <a:defRPr sz="4800">
                <a:solidFill>
                  <a:schemeClr val="lt1"/>
                </a:solidFill>
              </a:defRPr>
            </a:lvl7pPr>
            <a:lvl8pPr lvl="7" rtl="0" algn="l">
              <a:lnSpc>
                <a:spcPct val="100000"/>
              </a:lnSpc>
              <a:spcBef>
                <a:spcPts val="0"/>
              </a:spcBef>
              <a:spcAft>
                <a:spcPts val="0"/>
              </a:spcAft>
              <a:buClr>
                <a:schemeClr val="lt1"/>
              </a:buClr>
              <a:buSzPts val="4800"/>
              <a:buNone/>
              <a:defRPr sz="4800">
                <a:solidFill>
                  <a:schemeClr val="lt1"/>
                </a:solidFill>
              </a:defRPr>
            </a:lvl8pPr>
            <a:lvl9pPr lvl="8" rtl="0" algn="l">
              <a:lnSpc>
                <a:spcPct val="100000"/>
              </a:lnSpc>
              <a:spcBef>
                <a:spcPts val="0"/>
              </a:spcBef>
              <a:spcAft>
                <a:spcPts val="0"/>
              </a:spcAft>
              <a:buClr>
                <a:schemeClr val="lt1"/>
              </a:buClr>
              <a:buSzPts val="4800"/>
              <a:buNone/>
              <a:defRPr sz="4800">
                <a:solidFill>
                  <a:schemeClr val="lt1"/>
                </a:solidFill>
              </a:defRPr>
            </a:lvl9pPr>
          </a:lstStyle>
          <a:p/>
        </p:txBody>
      </p:sp>
      <p:sp>
        <p:nvSpPr>
          <p:cNvPr id="80" name="Google Shape;80;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1" name="Shape 81"/>
        <p:cNvGrpSpPr/>
        <p:nvPr/>
      </p:nvGrpSpPr>
      <p:grpSpPr>
        <a:xfrm>
          <a:off x="0" y="0"/>
          <a:ext cx="0" cy="0"/>
          <a:chOff x="0" y="0"/>
          <a:chExt cx="0" cy="0"/>
        </a:xfrm>
      </p:grpSpPr>
      <p:sp>
        <p:nvSpPr>
          <p:cNvPr id="82" name="Google Shape;82;p21"/>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3" name="Google Shape;83;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84" name="Google Shape;84;p21"/>
          <p:cNvSpPr txBox="1"/>
          <p:nvPr>
            <p:ph type="title"/>
          </p:nvPr>
        </p:nvSpPr>
        <p:spPr>
          <a:xfrm>
            <a:off x="265500" y="1375599"/>
            <a:ext cx="4045200" cy="15519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3800"/>
              <a:buNone/>
              <a:defRPr sz="3800"/>
            </a:lvl1pPr>
            <a:lvl2pPr lvl="1" rtl="0" algn="ctr">
              <a:lnSpc>
                <a:spcPct val="100000"/>
              </a:lnSpc>
              <a:spcBef>
                <a:spcPts val="0"/>
              </a:spcBef>
              <a:spcAft>
                <a:spcPts val="0"/>
              </a:spcAft>
              <a:buSzPts val="3800"/>
              <a:buNone/>
              <a:defRPr sz="3800"/>
            </a:lvl2pPr>
            <a:lvl3pPr lvl="2" rtl="0" algn="ctr">
              <a:lnSpc>
                <a:spcPct val="100000"/>
              </a:lnSpc>
              <a:spcBef>
                <a:spcPts val="0"/>
              </a:spcBef>
              <a:spcAft>
                <a:spcPts val="0"/>
              </a:spcAft>
              <a:buSzPts val="3800"/>
              <a:buNone/>
              <a:defRPr sz="3800"/>
            </a:lvl3pPr>
            <a:lvl4pPr lvl="3" rtl="0" algn="ctr">
              <a:lnSpc>
                <a:spcPct val="100000"/>
              </a:lnSpc>
              <a:spcBef>
                <a:spcPts val="0"/>
              </a:spcBef>
              <a:spcAft>
                <a:spcPts val="0"/>
              </a:spcAft>
              <a:buSzPts val="3800"/>
              <a:buNone/>
              <a:defRPr sz="3800"/>
            </a:lvl4pPr>
            <a:lvl5pPr lvl="4" rtl="0" algn="ctr">
              <a:lnSpc>
                <a:spcPct val="100000"/>
              </a:lnSpc>
              <a:spcBef>
                <a:spcPts val="0"/>
              </a:spcBef>
              <a:spcAft>
                <a:spcPts val="0"/>
              </a:spcAft>
              <a:buSzPts val="3800"/>
              <a:buNone/>
              <a:defRPr sz="3800"/>
            </a:lvl5pPr>
            <a:lvl6pPr lvl="5" rtl="0" algn="ctr">
              <a:lnSpc>
                <a:spcPct val="100000"/>
              </a:lnSpc>
              <a:spcBef>
                <a:spcPts val="0"/>
              </a:spcBef>
              <a:spcAft>
                <a:spcPts val="0"/>
              </a:spcAft>
              <a:buSzPts val="3800"/>
              <a:buNone/>
              <a:defRPr sz="3800"/>
            </a:lvl6pPr>
            <a:lvl7pPr lvl="6" rtl="0" algn="ctr">
              <a:lnSpc>
                <a:spcPct val="100000"/>
              </a:lnSpc>
              <a:spcBef>
                <a:spcPts val="0"/>
              </a:spcBef>
              <a:spcAft>
                <a:spcPts val="0"/>
              </a:spcAft>
              <a:buSzPts val="3800"/>
              <a:buNone/>
              <a:defRPr sz="3800"/>
            </a:lvl7pPr>
            <a:lvl8pPr lvl="7" rtl="0" algn="ctr">
              <a:lnSpc>
                <a:spcPct val="100000"/>
              </a:lnSpc>
              <a:spcBef>
                <a:spcPts val="0"/>
              </a:spcBef>
              <a:spcAft>
                <a:spcPts val="0"/>
              </a:spcAft>
              <a:buSzPts val="3800"/>
              <a:buNone/>
              <a:defRPr sz="3800"/>
            </a:lvl8pPr>
            <a:lvl9pPr lvl="8" rtl="0" algn="ctr">
              <a:lnSpc>
                <a:spcPct val="100000"/>
              </a:lnSpc>
              <a:spcBef>
                <a:spcPts val="0"/>
              </a:spcBef>
              <a:spcAft>
                <a:spcPts val="0"/>
              </a:spcAft>
              <a:buSzPts val="3800"/>
              <a:buNone/>
              <a:defRPr sz="3800"/>
            </a:lvl9pPr>
          </a:lstStyle>
          <a:p/>
        </p:txBody>
      </p:sp>
      <p:sp>
        <p:nvSpPr>
          <p:cNvPr id="85" name="Google Shape;85;p21"/>
          <p:cNvSpPr txBox="1"/>
          <p:nvPr>
            <p:ph idx="1" type="subTitle"/>
          </p:nvPr>
        </p:nvSpPr>
        <p:spPr>
          <a:xfrm>
            <a:off x="265500" y="2981125"/>
            <a:ext cx="4045200" cy="1345500"/>
          </a:xfrm>
          <a:prstGeom prst="rect">
            <a:avLst/>
          </a:prstGeom>
          <a:noFill/>
          <a:ln>
            <a:noFill/>
          </a:ln>
        </p:spPr>
        <p:txBody>
          <a:bodyPr anchorCtr="0" anchor="t" bIns="91425" lIns="91425" spcFirstLastPara="1" rIns="91425" wrap="square" tIns="91425">
            <a:normAutofit/>
          </a:bodyPr>
          <a:lstStyle>
            <a:lvl1pPr lvl="0" rtl="0" algn="ctr">
              <a:lnSpc>
                <a:spcPct val="100000"/>
              </a:lnSpc>
              <a:spcBef>
                <a:spcPts val="0"/>
              </a:spcBef>
              <a:spcAft>
                <a:spcPts val="0"/>
              </a:spcAft>
              <a:buSzPts val="18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86" name="Google Shape;86;p2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rtl="0" algn="l">
              <a:lnSpc>
                <a:spcPct val="115000"/>
              </a:lnSpc>
              <a:spcBef>
                <a:spcPts val="0"/>
              </a:spcBef>
              <a:spcAft>
                <a:spcPts val="0"/>
              </a:spcAft>
              <a:buClr>
                <a:schemeClr val="lt1"/>
              </a:buClr>
              <a:buSzPts val="1800"/>
              <a:buChar char="●"/>
              <a:defRPr>
                <a:solidFill>
                  <a:schemeClr val="lt1"/>
                </a:solidFill>
              </a:defRPr>
            </a:lvl1pPr>
            <a:lvl2pPr indent="-317500" lvl="1" marL="914400" rtl="0" algn="l">
              <a:lnSpc>
                <a:spcPct val="115000"/>
              </a:lnSpc>
              <a:spcBef>
                <a:spcPts val="0"/>
              </a:spcBef>
              <a:spcAft>
                <a:spcPts val="0"/>
              </a:spcAft>
              <a:buClr>
                <a:schemeClr val="lt1"/>
              </a:buClr>
              <a:buSzPts val="1400"/>
              <a:buChar char="○"/>
              <a:defRPr>
                <a:solidFill>
                  <a:schemeClr val="lt1"/>
                </a:solidFill>
              </a:defRPr>
            </a:lvl2pPr>
            <a:lvl3pPr indent="-317500" lvl="2" marL="1371600" rtl="0" algn="l">
              <a:lnSpc>
                <a:spcPct val="115000"/>
              </a:lnSpc>
              <a:spcBef>
                <a:spcPts val="0"/>
              </a:spcBef>
              <a:spcAft>
                <a:spcPts val="0"/>
              </a:spcAft>
              <a:buClr>
                <a:schemeClr val="lt1"/>
              </a:buClr>
              <a:buSzPts val="1400"/>
              <a:buChar char="■"/>
              <a:defRPr>
                <a:solidFill>
                  <a:schemeClr val="lt1"/>
                </a:solidFill>
              </a:defRPr>
            </a:lvl3pPr>
            <a:lvl4pPr indent="-317500" lvl="3" marL="1828800" rtl="0" algn="l">
              <a:lnSpc>
                <a:spcPct val="115000"/>
              </a:lnSpc>
              <a:spcBef>
                <a:spcPts val="0"/>
              </a:spcBef>
              <a:spcAft>
                <a:spcPts val="0"/>
              </a:spcAft>
              <a:buClr>
                <a:schemeClr val="lt1"/>
              </a:buClr>
              <a:buSzPts val="1400"/>
              <a:buChar char="●"/>
              <a:defRPr>
                <a:solidFill>
                  <a:schemeClr val="lt1"/>
                </a:solidFill>
              </a:defRPr>
            </a:lvl4pPr>
            <a:lvl5pPr indent="-317500" lvl="4" marL="2286000" rtl="0" algn="l">
              <a:lnSpc>
                <a:spcPct val="115000"/>
              </a:lnSpc>
              <a:spcBef>
                <a:spcPts val="0"/>
              </a:spcBef>
              <a:spcAft>
                <a:spcPts val="0"/>
              </a:spcAft>
              <a:buClr>
                <a:schemeClr val="lt1"/>
              </a:buClr>
              <a:buSzPts val="1400"/>
              <a:buChar char="○"/>
              <a:defRPr>
                <a:solidFill>
                  <a:schemeClr val="lt1"/>
                </a:solidFill>
              </a:defRPr>
            </a:lvl5pPr>
            <a:lvl6pPr indent="-317500" lvl="5" marL="2743200" rtl="0" algn="l">
              <a:lnSpc>
                <a:spcPct val="115000"/>
              </a:lnSpc>
              <a:spcBef>
                <a:spcPts val="0"/>
              </a:spcBef>
              <a:spcAft>
                <a:spcPts val="0"/>
              </a:spcAft>
              <a:buClr>
                <a:schemeClr val="lt1"/>
              </a:buClr>
              <a:buSzPts val="1400"/>
              <a:buChar char="■"/>
              <a:defRPr>
                <a:solidFill>
                  <a:schemeClr val="lt1"/>
                </a:solidFill>
              </a:defRPr>
            </a:lvl6pPr>
            <a:lvl7pPr indent="-317500" lvl="6" marL="3200400" rtl="0" algn="l">
              <a:lnSpc>
                <a:spcPct val="115000"/>
              </a:lnSpc>
              <a:spcBef>
                <a:spcPts val="0"/>
              </a:spcBef>
              <a:spcAft>
                <a:spcPts val="0"/>
              </a:spcAft>
              <a:buClr>
                <a:schemeClr val="lt1"/>
              </a:buClr>
              <a:buSzPts val="1400"/>
              <a:buChar char="●"/>
              <a:defRPr>
                <a:solidFill>
                  <a:schemeClr val="lt1"/>
                </a:solidFill>
              </a:defRPr>
            </a:lvl7pPr>
            <a:lvl8pPr indent="-317500" lvl="7" marL="3657600" rtl="0" algn="l">
              <a:lnSpc>
                <a:spcPct val="115000"/>
              </a:lnSpc>
              <a:spcBef>
                <a:spcPts val="0"/>
              </a:spcBef>
              <a:spcAft>
                <a:spcPts val="0"/>
              </a:spcAft>
              <a:buClr>
                <a:schemeClr val="lt1"/>
              </a:buClr>
              <a:buSzPts val="1400"/>
              <a:buChar char="○"/>
              <a:defRPr>
                <a:solidFill>
                  <a:schemeClr val="lt1"/>
                </a:solidFill>
              </a:defRPr>
            </a:lvl8pPr>
            <a:lvl9pPr indent="-317500" lvl="8" marL="4114800" rtl="0" algn="l">
              <a:lnSpc>
                <a:spcPct val="115000"/>
              </a:lnSpc>
              <a:spcBef>
                <a:spcPts val="0"/>
              </a:spcBef>
              <a:spcAft>
                <a:spcPts val="0"/>
              </a:spcAft>
              <a:buClr>
                <a:schemeClr val="lt1"/>
              </a:buClr>
              <a:buSzPts val="1400"/>
              <a:buChar char="■"/>
              <a:defRPr>
                <a:solidFill>
                  <a:schemeClr val="lt1"/>
                </a:solidFill>
              </a:defRPr>
            </a:lvl9pPr>
          </a:lstStyle>
          <a:p/>
        </p:txBody>
      </p:sp>
      <p:sp>
        <p:nvSpPr>
          <p:cNvPr id="87" name="Google Shape;87;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8" name="Shape 88"/>
        <p:cNvGrpSpPr/>
        <p:nvPr/>
      </p:nvGrpSpPr>
      <p:grpSpPr>
        <a:xfrm>
          <a:off x="0" y="0"/>
          <a:ext cx="0" cy="0"/>
          <a:chOff x="0" y="0"/>
          <a:chExt cx="0" cy="0"/>
        </a:xfrm>
      </p:grpSpPr>
      <p:sp>
        <p:nvSpPr>
          <p:cNvPr id="89" name="Google Shape;89;p22"/>
          <p:cNvSpPr txBox="1"/>
          <p:nvPr>
            <p:ph idx="1" type="body"/>
          </p:nvPr>
        </p:nvSpPr>
        <p:spPr>
          <a:xfrm>
            <a:off x="319500" y="4233725"/>
            <a:ext cx="5998800" cy="598800"/>
          </a:xfrm>
          <a:prstGeom prst="rect">
            <a:avLst/>
          </a:prstGeom>
          <a:noFill/>
          <a:ln>
            <a:noFill/>
          </a:ln>
        </p:spPr>
        <p:txBody>
          <a:bodyPr anchorCtr="0" anchor="ctr" bIns="91425" lIns="91425" spcFirstLastPara="1" rIns="91425" wrap="square" tIns="91425">
            <a:normAutofit/>
          </a:bodyPr>
          <a:lstStyle>
            <a:lvl1pPr indent="-228600" lvl="0" marL="457200" rtl="0" algn="l">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p:txBody>
      </p:sp>
      <p:sp>
        <p:nvSpPr>
          <p:cNvPr id="90" name="Google Shape;90;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1" name="Shape 91"/>
        <p:cNvGrpSpPr/>
        <p:nvPr/>
      </p:nvGrpSpPr>
      <p:grpSpPr>
        <a:xfrm>
          <a:off x="0" y="0"/>
          <a:ext cx="0" cy="0"/>
          <a:chOff x="0" y="0"/>
          <a:chExt cx="0" cy="0"/>
        </a:xfrm>
      </p:grpSpPr>
      <p:sp>
        <p:nvSpPr>
          <p:cNvPr id="92" name="Google Shape;92;p23"/>
          <p:cNvSpPr txBox="1"/>
          <p:nvPr>
            <p:ph hasCustomPrompt="1" type="title"/>
          </p:nvPr>
        </p:nvSpPr>
        <p:spPr>
          <a:xfrm>
            <a:off x="311700" y="1167925"/>
            <a:ext cx="8520600" cy="19800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dk1"/>
              </a:buClr>
              <a:buSzPts val="11000"/>
              <a:buNone/>
              <a:defRPr sz="11000">
                <a:solidFill>
                  <a:schemeClr val="dk1"/>
                </a:solidFill>
              </a:defRPr>
            </a:lvl1pPr>
            <a:lvl2pPr lvl="1" rtl="0" algn="ctr">
              <a:lnSpc>
                <a:spcPct val="100000"/>
              </a:lnSpc>
              <a:spcBef>
                <a:spcPts val="0"/>
              </a:spcBef>
              <a:spcAft>
                <a:spcPts val="0"/>
              </a:spcAft>
              <a:buClr>
                <a:schemeClr val="dk1"/>
              </a:buClr>
              <a:buSzPts val="11000"/>
              <a:buNone/>
              <a:defRPr sz="11000">
                <a:solidFill>
                  <a:schemeClr val="dk1"/>
                </a:solidFill>
              </a:defRPr>
            </a:lvl2pPr>
            <a:lvl3pPr lvl="2" rtl="0" algn="ctr">
              <a:lnSpc>
                <a:spcPct val="100000"/>
              </a:lnSpc>
              <a:spcBef>
                <a:spcPts val="0"/>
              </a:spcBef>
              <a:spcAft>
                <a:spcPts val="0"/>
              </a:spcAft>
              <a:buClr>
                <a:schemeClr val="dk1"/>
              </a:buClr>
              <a:buSzPts val="11000"/>
              <a:buNone/>
              <a:defRPr sz="11000">
                <a:solidFill>
                  <a:schemeClr val="dk1"/>
                </a:solidFill>
              </a:defRPr>
            </a:lvl3pPr>
            <a:lvl4pPr lvl="3" rtl="0" algn="ctr">
              <a:lnSpc>
                <a:spcPct val="100000"/>
              </a:lnSpc>
              <a:spcBef>
                <a:spcPts val="0"/>
              </a:spcBef>
              <a:spcAft>
                <a:spcPts val="0"/>
              </a:spcAft>
              <a:buClr>
                <a:schemeClr val="dk1"/>
              </a:buClr>
              <a:buSzPts val="11000"/>
              <a:buNone/>
              <a:defRPr sz="11000">
                <a:solidFill>
                  <a:schemeClr val="dk1"/>
                </a:solidFill>
              </a:defRPr>
            </a:lvl4pPr>
            <a:lvl5pPr lvl="4" rtl="0" algn="ctr">
              <a:lnSpc>
                <a:spcPct val="100000"/>
              </a:lnSpc>
              <a:spcBef>
                <a:spcPts val="0"/>
              </a:spcBef>
              <a:spcAft>
                <a:spcPts val="0"/>
              </a:spcAft>
              <a:buClr>
                <a:schemeClr val="dk1"/>
              </a:buClr>
              <a:buSzPts val="11000"/>
              <a:buNone/>
              <a:defRPr sz="11000">
                <a:solidFill>
                  <a:schemeClr val="dk1"/>
                </a:solidFill>
              </a:defRPr>
            </a:lvl5pPr>
            <a:lvl6pPr lvl="5" rtl="0" algn="ctr">
              <a:lnSpc>
                <a:spcPct val="100000"/>
              </a:lnSpc>
              <a:spcBef>
                <a:spcPts val="0"/>
              </a:spcBef>
              <a:spcAft>
                <a:spcPts val="0"/>
              </a:spcAft>
              <a:buClr>
                <a:schemeClr val="dk1"/>
              </a:buClr>
              <a:buSzPts val="11000"/>
              <a:buNone/>
              <a:defRPr sz="11000">
                <a:solidFill>
                  <a:schemeClr val="dk1"/>
                </a:solidFill>
              </a:defRPr>
            </a:lvl6pPr>
            <a:lvl7pPr lvl="6" rtl="0" algn="ctr">
              <a:lnSpc>
                <a:spcPct val="100000"/>
              </a:lnSpc>
              <a:spcBef>
                <a:spcPts val="0"/>
              </a:spcBef>
              <a:spcAft>
                <a:spcPts val="0"/>
              </a:spcAft>
              <a:buClr>
                <a:schemeClr val="dk1"/>
              </a:buClr>
              <a:buSzPts val="11000"/>
              <a:buNone/>
              <a:defRPr sz="11000">
                <a:solidFill>
                  <a:schemeClr val="dk1"/>
                </a:solidFill>
              </a:defRPr>
            </a:lvl7pPr>
            <a:lvl8pPr lvl="7" rtl="0" algn="ctr">
              <a:lnSpc>
                <a:spcPct val="100000"/>
              </a:lnSpc>
              <a:spcBef>
                <a:spcPts val="0"/>
              </a:spcBef>
              <a:spcAft>
                <a:spcPts val="0"/>
              </a:spcAft>
              <a:buClr>
                <a:schemeClr val="dk1"/>
              </a:buClr>
              <a:buSzPts val="11000"/>
              <a:buNone/>
              <a:defRPr sz="11000">
                <a:solidFill>
                  <a:schemeClr val="dk1"/>
                </a:solidFill>
              </a:defRPr>
            </a:lvl8pPr>
            <a:lvl9pPr lvl="8" rtl="0" algn="ctr">
              <a:lnSpc>
                <a:spcPct val="100000"/>
              </a:lnSpc>
              <a:spcBef>
                <a:spcPts val="0"/>
              </a:spcBef>
              <a:spcAft>
                <a:spcPts val="0"/>
              </a:spcAft>
              <a:buClr>
                <a:schemeClr val="dk1"/>
              </a:buClr>
              <a:buSzPts val="11000"/>
              <a:buNone/>
              <a:defRPr sz="11000">
                <a:solidFill>
                  <a:schemeClr val="dk1"/>
                </a:solidFill>
              </a:defRPr>
            </a:lvl9pPr>
          </a:lstStyle>
          <a:p>
            <a:r>
              <a:t>xx%</a:t>
            </a:r>
          </a:p>
        </p:txBody>
      </p:sp>
      <p:sp>
        <p:nvSpPr>
          <p:cNvPr id="93" name="Google Shape;93;p23"/>
          <p:cNvSpPr txBox="1"/>
          <p:nvPr>
            <p:ph idx="1" type="body"/>
          </p:nvPr>
        </p:nvSpPr>
        <p:spPr>
          <a:xfrm>
            <a:off x="311700" y="3224250"/>
            <a:ext cx="8520600" cy="1071600"/>
          </a:xfrm>
          <a:prstGeom prst="rect">
            <a:avLst/>
          </a:prstGeom>
          <a:noFill/>
          <a:ln>
            <a:noFill/>
          </a:ln>
        </p:spPr>
        <p:txBody>
          <a:bodyPr anchorCtr="0" anchor="t" bIns="91425" lIns="91425" spcFirstLastPara="1" rIns="91425" wrap="square" tIns="91425">
            <a:normAutofit/>
          </a:bodyPr>
          <a:lstStyle>
            <a:lvl1pPr indent="-342900" lvl="0" marL="457200" rtl="0" algn="ctr">
              <a:lnSpc>
                <a:spcPct val="115000"/>
              </a:lnSpc>
              <a:spcBef>
                <a:spcPts val="0"/>
              </a:spcBef>
              <a:spcAft>
                <a:spcPts val="0"/>
              </a:spcAft>
              <a:buSzPts val="1800"/>
              <a:buChar char="●"/>
              <a:defRPr/>
            </a:lvl1pPr>
            <a:lvl2pPr indent="-317500" lvl="1" marL="914400" rtl="0" algn="ctr">
              <a:lnSpc>
                <a:spcPct val="115000"/>
              </a:lnSpc>
              <a:spcBef>
                <a:spcPts val="0"/>
              </a:spcBef>
              <a:spcAft>
                <a:spcPts val="0"/>
              </a:spcAft>
              <a:buSzPts val="1400"/>
              <a:buChar char="○"/>
              <a:defRPr/>
            </a:lvl2pPr>
            <a:lvl3pPr indent="-317500" lvl="2" marL="1371600" rtl="0" algn="ctr">
              <a:lnSpc>
                <a:spcPct val="115000"/>
              </a:lnSpc>
              <a:spcBef>
                <a:spcPts val="0"/>
              </a:spcBef>
              <a:spcAft>
                <a:spcPts val="0"/>
              </a:spcAft>
              <a:buSzPts val="1400"/>
              <a:buChar char="■"/>
              <a:defRPr/>
            </a:lvl3pPr>
            <a:lvl4pPr indent="-317500" lvl="3" marL="1828800" rtl="0" algn="ctr">
              <a:lnSpc>
                <a:spcPct val="115000"/>
              </a:lnSpc>
              <a:spcBef>
                <a:spcPts val="0"/>
              </a:spcBef>
              <a:spcAft>
                <a:spcPts val="0"/>
              </a:spcAft>
              <a:buSzPts val="1400"/>
              <a:buChar char="●"/>
              <a:defRPr/>
            </a:lvl4pPr>
            <a:lvl5pPr indent="-317500" lvl="4" marL="2286000" rtl="0" algn="ctr">
              <a:lnSpc>
                <a:spcPct val="115000"/>
              </a:lnSpc>
              <a:spcBef>
                <a:spcPts val="0"/>
              </a:spcBef>
              <a:spcAft>
                <a:spcPts val="0"/>
              </a:spcAft>
              <a:buSzPts val="1400"/>
              <a:buChar char="○"/>
              <a:defRPr/>
            </a:lvl5pPr>
            <a:lvl6pPr indent="-317500" lvl="5" marL="2743200" rtl="0" algn="ctr">
              <a:lnSpc>
                <a:spcPct val="115000"/>
              </a:lnSpc>
              <a:spcBef>
                <a:spcPts val="0"/>
              </a:spcBef>
              <a:spcAft>
                <a:spcPts val="0"/>
              </a:spcAft>
              <a:buSzPts val="1400"/>
              <a:buChar char="■"/>
              <a:defRPr/>
            </a:lvl6pPr>
            <a:lvl7pPr indent="-317500" lvl="6" marL="3200400" rtl="0" algn="ctr">
              <a:lnSpc>
                <a:spcPct val="115000"/>
              </a:lnSpc>
              <a:spcBef>
                <a:spcPts val="0"/>
              </a:spcBef>
              <a:spcAft>
                <a:spcPts val="0"/>
              </a:spcAft>
              <a:buSzPts val="1400"/>
              <a:buChar char="●"/>
              <a:defRPr/>
            </a:lvl7pPr>
            <a:lvl8pPr indent="-317500" lvl="7" marL="3657600" rtl="0" algn="ctr">
              <a:lnSpc>
                <a:spcPct val="115000"/>
              </a:lnSpc>
              <a:spcBef>
                <a:spcPts val="0"/>
              </a:spcBef>
              <a:spcAft>
                <a:spcPts val="0"/>
              </a:spcAft>
              <a:buSzPts val="1400"/>
              <a:buChar char="○"/>
              <a:defRPr/>
            </a:lvl8pPr>
            <a:lvl9pPr indent="-317500" lvl="8" marL="4114800" rtl="0" algn="ctr">
              <a:lnSpc>
                <a:spcPct val="115000"/>
              </a:lnSpc>
              <a:spcBef>
                <a:spcPts val="0"/>
              </a:spcBef>
              <a:spcAft>
                <a:spcPts val="0"/>
              </a:spcAft>
              <a:buSzPts val="1400"/>
              <a:buChar char="■"/>
              <a:defRPr/>
            </a:lvl9pPr>
          </a:lstStyle>
          <a:p/>
        </p:txBody>
      </p:sp>
      <p:sp>
        <p:nvSpPr>
          <p:cNvPr id="94" name="Google Shape;94;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7" name="Shape 97"/>
        <p:cNvGrpSpPr/>
        <p:nvPr/>
      </p:nvGrpSpPr>
      <p:grpSpPr>
        <a:xfrm>
          <a:off x="0" y="0"/>
          <a:ext cx="0" cy="0"/>
          <a:chOff x="0" y="0"/>
          <a:chExt cx="0" cy="0"/>
        </a:xfrm>
      </p:grpSpPr>
      <p:sp>
        <p:nvSpPr>
          <p:cNvPr id="98" name="Google Shape;98;p2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99" name="Google Shape;99;p2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00" name="Google Shape;100;p2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sz="1100"/>
            </a:lvl1pPr>
            <a:lvl2pPr lvl="1" rtl="0" algn="l">
              <a:lnSpc>
                <a:spcPct val="100000"/>
              </a:lnSpc>
              <a:spcBef>
                <a:spcPts val="0"/>
              </a:spcBef>
              <a:spcAft>
                <a:spcPts val="0"/>
              </a:spcAft>
              <a:buSzPts val="1100"/>
              <a:buNone/>
              <a:defRPr sz="1100"/>
            </a:lvl2pPr>
            <a:lvl3pPr lvl="2" rtl="0" algn="l">
              <a:lnSpc>
                <a:spcPct val="100000"/>
              </a:lnSpc>
              <a:spcBef>
                <a:spcPts val="0"/>
              </a:spcBef>
              <a:spcAft>
                <a:spcPts val="0"/>
              </a:spcAft>
              <a:buSzPts val="1100"/>
              <a:buNone/>
              <a:defRPr sz="1100"/>
            </a:lvl3pPr>
            <a:lvl4pPr lvl="3" rtl="0" algn="l">
              <a:lnSpc>
                <a:spcPct val="100000"/>
              </a:lnSpc>
              <a:spcBef>
                <a:spcPts val="0"/>
              </a:spcBef>
              <a:spcAft>
                <a:spcPts val="0"/>
              </a:spcAft>
              <a:buSzPts val="1100"/>
              <a:buNone/>
              <a:defRPr sz="1100"/>
            </a:lvl4pPr>
            <a:lvl5pPr lvl="4" rtl="0" algn="l">
              <a:lnSpc>
                <a:spcPct val="100000"/>
              </a:lnSpc>
              <a:spcBef>
                <a:spcPts val="0"/>
              </a:spcBef>
              <a:spcAft>
                <a:spcPts val="0"/>
              </a:spcAft>
              <a:buSzPts val="1100"/>
              <a:buNone/>
              <a:defRPr sz="1100"/>
            </a:lvl5pPr>
            <a:lvl6pPr lvl="5" rtl="0" algn="l">
              <a:lnSpc>
                <a:spcPct val="100000"/>
              </a:lnSpc>
              <a:spcBef>
                <a:spcPts val="0"/>
              </a:spcBef>
              <a:spcAft>
                <a:spcPts val="0"/>
              </a:spcAft>
              <a:buSzPts val="1100"/>
              <a:buNone/>
              <a:defRPr sz="1100"/>
            </a:lvl6pPr>
            <a:lvl7pPr lvl="6" rtl="0" algn="l">
              <a:lnSpc>
                <a:spcPct val="100000"/>
              </a:lnSpc>
              <a:spcBef>
                <a:spcPts val="0"/>
              </a:spcBef>
              <a:spcAft>
                <a:spcPts val="0"/>
              </a:spcAft>
              <a:buSzPts val="1100"/>
              <a:buNone/>
              <a:defRPr sz="1100"/>
            </a:lvl7pPr>
            <a:lvl8pPr lvl="7" rtl="0" algn="l">
              <a:lnSpc>
                <a:spcPct val="100000"/>
              </a:lnSpc>
              <a:spcBef>
                <a:spcPts val="0"/>
              </a:spcBef>
              <a:spcAft>
                <a:spcPts val="0"/>
              </a:spcAft>
              <a:buSzPts val="1100"/>
              <a:buNone/>
              <a:defRPr sz="1100"/>
            </a:lvl8pPr>
            <a:lvl9pPr lvl="8" rtl="0" algn="l">
              <a:lnSpc>
                <a:spcPct val="100000"/>
              </a:lnSpc>
              <a:spcBef>
                <a:spcPts val="0"/>
              </a:spcBef>
              <a:spcAft>
                <a:spcPts val="0"/>
              </a:spcAft>
              <a:buSzPts val="1100"/>
              <a:buNone/>
              <a:defRPr sz="1100"/>
            </a:lvl9pPr>
          </a:lstStyle>
          <a:p/>
        </p:txBody>
      </p:sp>
      <p:sp>
        <p:nvSpPr>
          <p:cNvPr id="101" name="Google Shape;101;p2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sz="1100"/>
            </a:lvl1pPr>
            <a:lvl2pPr lvl="1" rtl="0" algn="l">
              <a:lnSpc>
                <a:spcPct val="100000"/>
              </a:lnSpc>
              <a:spcBef>
                <a:spcPts val="0"/>
              </a:spcBef>
              <a:spcAft>
                <a:spcPts val="0"/>
              </a:spcAft>
              <a:buSzPts val="1100"/>
              <a:buNone/>
              <a:defRPr sz="1100"/>
            </a:lvl2pPr>
            <a:lvl3pPr lvl="2" rtl="0" algn="l">
              <a:lnSpc>
                <a:spcPct val="100000"/>
              </a:lnSpc>
              <a:spcBef>
                <a:spcPts val="0"/>
              </a:spcBef>
              <a:spcAft>
                <a:spcPts val="0"/>
              </a:spcAft>
              <a:buSzPts val="1100"/>
              <a:buNone/>
              <a:defRPr sz="1100"/>
            </a:lvl3pPr>
            <a:lvl4pPr lvl="3" rtl="0" algn="l">
              <a:lnSpc>
                <a:spcPct val="100000"/>
              </a:lnSpc>
              <a:spcBef>
                <a:spcPts val="0"/>
              </a:spcBef>
              <a:spcAft>
                <a:spcPts val="0"/>
              </a:spcAft>
              <a:buSzPts val="1100"/>
              <a:buNone/>
              <a:defRPr sz="1100"/>
            </a:lvl4pPr>
            <a:lvl5pPr lvl="4" rtl="0" algn="l">
              <a:lnSpc>
                <a:spcPct val="100000"/>
              </a:lnSpc>
              <a:spcBef>
                <a:spcPts val="0"/>
              </a:spcBef>
              <a:spcAft>
                <a:spcPts val="0"/>
              </a:spcAft>
              <a:buSzPts val="1100"/>
              <a:buNone/>
              <a:defRPr sz="1100"/>
            </a:lvl5pPr>
            <a:lvl6pPr lvl="5" rtl="0" algn="l">
              <a:lnSpc>
                <a:spcPct val="100000"/>
              </a:lnSpc>
              <a:spcBef>
                <a:spcPts val="0"/>
              </a:spcBef>
              <a:spcAft>
                <a:spcPts val="0"/>
              </a:spcAft>
              <a:buSzPts val="1100"/>
              <a:buNone/>
              <a:defRPr sz="1100"/>
            </a:lvl6pPr>
            <a:lvl7pPr lvl="6" rtl="0" algn="l">
              <a:lnSpc>
                <a:spcPct val="100000"/>
              </a:lnSpc>
              <a:spcBef>
                <a:spcPts val="0"/>
              </a:spcBef>
              <a:spcAft>
                <a:spcPts val="0"/>
              </a:spcAft>
              <a:buSzPts val="1100"/>
              <a:buNone/>
              <a:defRPr sz="1100"/>
            </a:lvl7pPr>
            <a:lvl8pPr lvl="7" rtl="0" algn="l">
              <a:lnSpc>
                <a:spcPct val="100000"/>
              </a:lnSpc>
              <a:spcBef>
                <a:spcPts val="0"/>
              </a:spcBef>
              <a:spcAft>
                <a:spcPts val="0"/>
              </a:spcAft>
              <a:buSzPts val="1100"/>
              <a:buNone/>
              <a:defRPr sz="1100"/>
            </a:lvl8pPr>
            <a:lvl9pPr lvl="8" rtl="0" algn="l">
              <a:lnSpc>
                <a:spcPct val="100000"/>
              </a:lnSpc>
              <a:spcBef>
                <a:spcPts val="0"/>
              </a:spcBef>
              <a:spcAft>
                <a:spcPts val="0"/>
              </a:spcAft>
              <a:buSzPts val="1100"/>
              <a:buNone/>
              <a:defRPr sz="1100"/>
            </a:lvl9pPr>
          </a:lstStyle>
          <a:p/>
        </p:txBody>
      </p:sp>
      <p:sp>
        <p:nvSpPr>
          <p:cNvPr id="102" name="Google Shape;102;p2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103" name="Shape 103"/>
        <p:cNvGrpSpPr/>
        <p:nvPr/>
      </p:nvGrpSpPr>
      <p:grpSpPr>
        <a:xfrm>
          <a:off x="0" y="0"/>
          <a:ext cx="0" cy="0"/>
          <a:chOff x="0" y="0"/>
          <a:chExt cx="0" cy="0"/>
        </a:xfrm>
      </p:grpSpPr>
      <p:sp>
        <p:nvSpPr>
          <p:cNvPr id="104" name="Google Shape;104;p26"/>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rtl="0" algn="l">
              <a:lnSpc>
                <a:spcPct val="90000"/>
              </a:lnSpc>
              <a:spcBef>
                <a:spcPts val="0"/>
              </a:spcBef>
              <a:spcAft>
                <a:spcPts val="0"/>
              </a:spcAft>
              <a:buClr>
                <a:schemeClr val="dk1"/>
              </a:buClr>
              <a:buSzPts val="4500"/>
              <a:buFont typeface="Calibri"/>
              <a:buNone/>
              <a:defRPr sz="4500"/>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05" name="Google Shape;105;p26"/>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rgbClr val="888888"/>
              </a:buClr>
              <a:buSzPts val="1800"/>
              <a:buNone/>
              <a:defRPr sz="1800">
                <a:solidFill>
                  <a:srgbClr val="888888"/>
                </a:solidFill>
              </a:defRPr>
            </a:lvl1pPr>
            <a:lvl2pPr indent="-228600" lvl="1" marL="914400" rtl="0" algn="l">
              <a:lnSpc>
                <a:spcPct val="90000"/>
              </a:lnSpc>
              <a:spcBef>
                <a:spcPts val="400"/>
              </a:spcBef>
              <a:spcAft>
                <a:spcPts val="0"/>
              </a:spcAft>
              <a:buClr>
                <a:srgbClr val="888888"/>
              </a:buClr>
              <a:buSzPts val="1500"/>
              <a:buNone/>
              <a:defRPr sz="1500">
                <a:solidFill>
                  <a:srgbClr val="888888"/>
                </a:solidFill>
              </a:defRPr>
            </a:lvl2pPr>
            <a:lvl3pPr indent="-228600" lvl="2" marL="1371600" rtl="0" algn="l">
              <a:lnSpc>
                <a:spcPct val="90000"/>
              </a:lnSpc>
              <a:spcBef>
                <a:spcPts val="400"/>
              </a:spcBef>
              <a:spcAft>
                <a:spcPts val="0"/>
              </a:spcAft>
              <a:buClr>
                <a:srgbClr val="888888"/>
              </a:buClr>
              <a:buSzPts val="1400"/>
              <a:buNone/>
              <a:defRPr sz="1400">
                <a:solidFill>
                  <a:srgbClr val="888888"/>
                </a:solidFill>
              </a:defRPr>
            </a:lvl3pPr>
            <a:lvl4pPr indent="-228600" lvl="3" marL="1828800" rtl="0" algn="l">
              <a:lnSpc>
                <a:spcPct val="90000"/>
              </a:lnSpc>
              <a:spcBef>
                <a:spcPts val="400"/>
              </a:spcBef>
              <a:spcAft>
                <a:spcPts val="0"/>
              </a:spcAft>
              <a:buClr>
                <a:srgbClr val="888888"/>
              </a:buClr>
              <a:buSzPts val="1200"/>
              <a:buNone/>
              <a:defRPr sz="1200">
                <a:solidFill>
                  <a:srgbClr val="888888"/>
                </a:solidFill>
              </a:defRPr>
            </a:lvl4pPr>
            <a:lvl5pPr indent="-228600" lvl="4" marL="2286000" rtl="0" algn="l">
              <a:lnSpc>
                <a:spcPct val="90000"/>
              </a:lnSpc>
              <a:spcBef>
                <a:spcPts val="400"/>
              </a:spcBef>
              <a:spcAft>
                <a:spcPts val="0"/>
              </a:spcAft>
              <a:buClr>
                <a:srgbClr val="888888"/>
              </a:buClr>
              <a:buSzPts val="1200"/>
              <a:buNone/>
              <a:defRPr sz="1200">
                <a:solidFill>
                  <a:srgbClr val="888888"/>
                </a:solidFill>
              </a:defRPr>
            </a:lvl5pPr>
            <a:lvl6pPr indent="-228600" lvl="5" marL="2743200" rtl="0" algn="l">
              <a:lnSpc>
                <a:spcPct val="90000"/>
              </a:lnSpc>
              <a:spcBef>
                <a:spcPts val="400"/>
              </a:spcBef>
              <a:spcAft>
                <a:spcPts val="0"/>
              </a:spcAft>
              <a:buClr>
                <a:srgbClr val="888888"/>
              </a:buClr>
              <a:buSzPts val="1200"/>
              <a:buNone/>
              <a:defRPr sz="1200">
                <a:solidFill>
                  <a:srgbClr val="888888"/>
                </a:solidFill>
              </a:defRPr>
            </a:lvl6pPr>
            <a:lvl7pPr indent="-228600" lvl="6" marL="3200400" rtl="0" algn="l">
              <a:lnSpc>
                <a:spcPct val="90000"/>
              </a:lnSpc>
              <a:spcBef>
                <a:spcPts val="400"/>
              </a:spcBef>
              <a:spcAft>
                <a:spcPts val="0"/>
              </a:spcAft>
              <a:buClr>
                <a:srgbClr val="888888"/>
              </a:buClr>
              <a:buSzPts val="1200"/>
              <a:buNone/>
              <a:defRPr sz="1200">
                <a:solidFill>
                  <a:srgbClr val="888888"/>
                </a:solidFill>
              </a:defRPr>
            </a:lvl7pPr>
            <a:lvl8pPr indent="-228600" lvl="7" marL="3657600" rtl="0" algn="l">
              <a:lnSpc>
                <a:spcPct val="90000"/>
              </a:lnSpc>
              <a:spcBef>
                <a:spcPts val="400"/>
              </a:spcBef>
              <a:spcAft>
                <a:spcPts val="0"/>
              </a:spcAft>
              <a:buClr>
                <a:srgbClr val="888888"/>
              </a:buClr>
              <a:buSzPts val="1200"/>
              <a:buNone/>
              <a:defRPr sz="1200">
                <a:solidFill>
                  <a:srgbClr val="888888"/>
                </a:solidFill>
              </a:defRPr>
            </a:lvl8pPr>
            <a:lvl9pPr indent="-228600" lvl="8" marL="4114800" rtl="0" algn="l">
              <a:lnSpc>
                <a:spcPct val="90000"/>
              </a:lnSpc>
              <a:spcBef>
                <a:spcPts val="400"/>
              </a:spcBef>
              <a:spcAft>
                <a:spcPts val="0"/>
              </a:spcAft>
              <a:buClr>
                <a:srgbClr val="888888"/>
              </a:buClr>
              <a:buSzPts val="1200"/>
              <a:buNone/>
              <a:defRPr sz="1200">
                <a:solidFill>
                  <a:srgbClr val="888888"/>
                </a:solidFill>
              </a:defRPr>
            </a:lvl9pPr>
          </a:lstStyle>
          <a:p/>
        </p:txBody>
      </p:sp>
      <p:sp>
        <p:nvSpPr>
          <p:cNvPr id="106" name="Google Shape;106;p2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sz="1100"/>
            </a:lvl1pPr>
            <a:lvl2pPr lvl="1" rtl="0" algn="l">
              <a:lnSpc>
                <a:spcPct val="100000"/>
              </a:lnSpc>
              <a:spcBef>
                <a:spcPts val="0"/>
              </a:spcBef>
              <a:spcAft>
                <a:spcPts val="0"/>
              </a:spcAft>
              <a:buSzPts val="1100"/>
              <a:buNone/>
              <a:defRPr sz="1100"/>
            </a:lvl2pPr>
            <a:lvl3pPr lvl="2" rtl="0" algn="l">
              <a:lnSpc>
                <a:spcPct val="100000"/>
              </a:lnSpc>
              <a:spcBef>
                <a:spcPts val="0"/>
              </a:spcBef>
              <a:spcAft>
                <a:spcPts val="0"/>
              </a:spcAft>
              <a:buSzPts val="1100"/>
              <a:buNone/>
              <a:defRPr sz="1100"/>
            </a:lvl3pPr>
            <a:lvl4pPr lvl="3" rtl="0" algn="l">
              <a:lnSpc>
                <a:spcPct val="100000"/>
              </a:lnSpc>
              <a:spcBef>
                <a:spcPts val="0"/>
              </a:spcBef>
              <a:spcAft>
                <a:spcPts val="0"/>
              </a:spcAft>
              <a:buSzPts val="1100"/>
              <a:buNone/>
              <a:defRPr sz="1100"/>
            </a:lvl4pPr>
            <a:lvl5pPr lvl="4" rtl="0" algn="l">
              <a:lnSpc>
                <a:spcPct val="100000"/>
              </a:lnSpc>
              <a:spcBef>
                <a:spcPts val="0"/>
              </a:spcBef>
              <a:spcAft>
                <a:spcPts val="0"/>
              </a:spcAft>
              <a:buSzPts val="1100"/>
              <a:buNone/>
              <a:defRPr sz="1100"/>
            </a:lvl5pPr>
            <a:lvl6pPr lvl="5" rtl="0" algn="l">
              <a:lnSpc>
                <a:spcPct val="100000"/>
              </a:lnSpc>
              <a:spcBef>
                <a:spcPts val="0"/>
              </a:spcBef>
              <a:spcAft>
                <a:spcPts val="0"/>
              </a:spcAft>
              <a:buSzPts val="1100"/>
              <a:buNone/>
              <a:defRPr sz="1100"/>
            </a:lvl6pPr>
            <a:lvl7pPr lvl="6" rtl="0" algn="l">
              <a:lnSpc>
                <a:spcPct val="100000"/>
              </a:lnSpc>
              <a:spcBef>
                <a:spcPts val="0"/>
              </a:spcBef>
              <a:spcAft>
                <a:spcPts val="0"/>
              </a:spcAft>
              <a:buSzPts val="1100"/>
              <a:buNone/>
              <a:defRPr sz="1100"/>
            </a:lvl7pPr>
            <a:lvl8pPr lvl="7" rtl="0" algn="l">
              <a:lnSpc>
                <a:spcPct val="100000"/>
              </a:lnSpc>
              <a:spcBef>
                <a:spcPts val="0"/>
              </a:spcBef>
              <a:spcAft>
                <a:spcPts val="0"/>
              </a:spcAft>
              <a:buSzPts val="1100"/>
              <a:buNone/>
              <a:defRPr sz="1100"/>
            </a:lvl8pPr>
            <a:lvl9pPr lvl="8" rtl="0" algn="l">
              <a:lnSpc>
                <a:spcPct val="100000"/>
              </a:lnSpc>
              <a:spcBef>
                <a:spcPts val="0"/>
              </a:spcBef>
              <a:spcAft>
                <a:spcPts val="0"/>
              </a:spcAft>
              <a:buSzPts val="1100"/>
              <a:buNone/>
              <a:defRPr sz="1100"/>
            </a:lvl9pPr>
          </a:lstStyle>
          <a:p/>
        </p:txBody>
      </p:sp>
      <p:sp>
        <p:nvSpPr>
          <p:cNvPr id="107" name="Google Shape;107;p2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sz="1100"/>
            </a:lvl1pPr>
            <a:lvl2pPr lvl="1" rtl="0" algn="l">
              <a:lnSpc>
                <a:spcPct val="100000"/>
              </a:lnSpc>
              <a:spcBef>
                <a:spcPts val="0"/>
              </a:spcBef>
              <a:spcAft>
                <a:spcPts val="0"/>
              </a:spcAft>
              <a:buSzPts val="1100"/>
              <a:buNone/>
              <a:defRPr sz="1100"/>
            </a:lvl2pPr>
            <a:lvl3pPr lvl="2" rtl="0" algn="l">
              <a:lnSpc>
                <a:spcPct val="100000"/>
              </a:lnSpc>
              <a:spcBef>
                <a:spcPts val="0"/>
              </a:spcBef>
              <a:spcAft>
                <a:spcPts val="0"/>
              </a:spcAft>
              <a:buSzPts val="1100"/>
              <a:buNone/>
              <a:defRPr sz="1100"/>
            </a:lvl3pPr>
            <a:lvl4pPr lvl="3" rtl="0" algn="l">
              <a:lnSpc>
                <a:spcPct val="100000"/>
              </a:lnSpc>
              <a:spcBef>
                <a:spcPts val="0"/>
              </a:spcBef>
              <a:spcAft>
                <a:spcPts val="0"/>
              </a:spcAft>
              <a:buSzPts val="1100"/>
              <a:buNone/>
              <a:defRPr sz="1100"/>
            </a:lvl4pPr>
            <a:lvl5pPr lvl="4" rtl="0" algn="l">
              <a:lnSpc>
                <a:spcPct val="100000"/>
              </a:lnSpc>
              <a:spcBef>
                <a:spcPts val="0"/>
              </a:spcBef>
              <a:spcAft>
                <a:spcPts val="0"/>
              </a:spcAft>
              <a:buSzPts val="1100"/>
              <a:buNone/>
              <a:defRPr sz="1100"/>
            </a:lvl5pPr>
            <a:lvl6pPr lvl="5" rtl="0" algn="l">
              <a:lnSpc>
                <a:spcPct val="100000"/>
              </a:lnSpc>
              <a:spcBef>
                <a:spcPts val="0"/>
              </a:spcBef>
              <a:spcAft>
                <a:spcPts val="0"/>
              </a:spcAft>
              <a:buSzPts val="1100"/>
              <a:buNone/>
              <a:defRPr sz="1100"/>
            </a:lvl6pPr>
            <a:lvl7pPr lvl="6" rtl="0" algn="l">
              <a:lnSpc>
                <a:spcPct val="100000"/>
              </a:lnSpc>
              <a:spcBef>
                <a:spcPts val="0"/>
              </a:spcBef>
              <a:spcAft>
                <a:spcPts val="0"/>
              </a:spcAft>
              <a:buSzPts val="1100"/>
              <a:buNone/>
              <a:defRPr sz="1100"/>
            </a:lvl7pPr>
            <a:lvl8pPr lvl="7" rtl="0" algn="l">
              <a:lnSpc>
                <a:spcPct val="100000"/>
              </a:lnSpc>
              <a:spcBef>
                <a:spcPts val="0"/>
              </a:spcBef>
              <a:spcAft>
                <a:spcPts val="0"/>
              </a:spcAft>
              <a:buSzPts val="1100"/>
              <a:buNone/>
              <a:defRPr sz="1100"/>
            </a:lvl8pPr>
            <a:lvl9pPr lvl="8" rtl="0" algn="l">
              <a:lnSpc>
                <a:spcPct val="100000"/>
              </a:lnSpc>
              <a:spcBef>
                <a:spcPts val="0"/>
              </a:spcBef>
              <a:spcAft>
                <a:spcPts val="0"/>
              </a:spcAft>
              <a:buSzPts val="1100"/>
              <a:buNone/>
              <a:defRPr sz="1100"/>
            </a:lvl9pPr>
          </a:lstStyle>
          <a:p/>
        </p:txBody>
      </p:sp>
      <p:sp>
        <p:nvSpPr>
          <p:cNvPr id="108" name="Google Shape;108;p2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2">
    <p:spTree>
      <p:nvGrpSpPr>
        <p:cNvPr id="109" name="Shape 109"/>
        <p:cNvGrpSpPr/>
        <p:nvPr/>
      </p:nvGrpSpPr>
      <p:grpSpPr>
        <a:xfrm>
          <a:off x="0" y="0"/>
          <a:ext cx="0" cy="0"/>
          <a:chOff x="0" y="0"/>
          <a:chExt cx="0" cy="0"/>
        </a:xfrm>
      </p:grpSpPr>
      <p:sp>
        <p:nvSpPr>
          <p:cNvPr id="110" name="Google Shape;110;p27"/>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rtl="0" algn="l">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1" name="Google Shape;111;p27"/>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rgbClr val="888888"/>
              </a:buClr>
              <a:buSzPts val="1800"/>
              <a:buNone/>
              <a:defRPr sz="1800">
                <a:solidFill>
                  <a:srgbClr val="888888"/>
                </a:solidFill>
              </a:defRPr>
            </a:lvl1pPr>
            <a:lvl2pPr indent="-228600" lvl="1" marL="914400" rtl="0" algn="l">
              <a:lnSpc>
                <a:spcPct val="90000"/>
              </a:lnSpc>
              <a:spcBef>
                <a:spcPts val="400"/>
              </a:spcBef>
              <a:spcAft>
                <a:spcPts val="0"/>
              </a:spcAft>
              <a:buClr>
                <a:srgbClr val="888888"/>
              </a:buClr>
              <a:buSzPts val="1500"/>
              <a:buNone/>
              <a:defRPr sz="1500">
                <a:solidFill>
                  <a:srgbClr val="888888"/>
                </a:solidFill>
              </a:defRPr>
            </a:lvl2pPr>
            <a:lvl3pPr indent="-228600" lvl="2" marL="1371600" rtl="0" algn="l">
              <a:lnSpc>
                <a:spcPct val="90000"/>
              </a:lnSpc>
              <a:spcBef>
                <a:spcPts val="400"/>
              </a:spcBef>
              <a:spcAft>
                <a:spcPts val="0"/>
              </a:spcAft>
              <a:buClr>
                <a:srgbClr val="888888"/>
              </a:buClr>
              <a:buSzPts val="1400"/>
              <a:buNone/>
              <a:defRPr sz="1400">
                <a:solidFill>
                  <a:srgbClr val="888888"/>
                </a:solidFill>
              </a:defRPr>
            </a:lvl3pPr>
            <a:lvl4pPr indent="-228600" lvl="3" marL="1828800" rtl="0" algn="l">
              <a:lnSpc>
                <a:spcPct val="90000"/>
              </a:lnSpc>
              <a:spcBef>
                <a:spcPts val="400"/>
              </a:spcBef>
              <a:spcAft>
                <a:spcPts val="0"/>
              </a:spcAft>
              <a:buClr>
                <a:srgbClr val="888888"/>
              </a:buClr>
              <a:buSzPts val="1200"/>
              <a:buNone/>
              <a:defRPr sz="1200">
                <a:solidFill>
                  <a:srgbClr val="888888"/>
                </a:solidFill>
              </a:defRPr>
            </a:lvl4pPr>
            <a:lvl5pPr indent="-228600" lvl="4" marL="2286000" rtl="0" algn="l">
              <a:lnSpc>
                <a:spcPct val="90000"/>
              </a:lnSpc>
              <a:spcBef>
                <a:spcPts val="400"/>
              </a:spcBef>
              <a:spcAft>
                <a:spcPts val="0"/>
              </a:spcAft>
              <a:buClr>
                <a:srgbClr val="888888"/>
              </a:buClr>
              <a:buSzPts val="1200"/>
              <a:buNone/>
              <a:defRPr sz="1200">
                <a:solidFill>
                  <a:srgbClr val="888888"/>
                </a:solidFill>
              </a:defRPr>
            </a:lvl5pPr>
            <a:lvl6pPr indent="-228600" lvl="5" marL="2743200" rtl="0" algn="l">
              <a:lnSpc>
                <a:spcPct val="90000"/>
              </a:lnSpc>
              <a:spcBef>
                <a:spcPts val="400"/>
              </a:spcBef>
              <a:spcAft>
                <a:spcPts val="0"/>
              </a:spcAft>
              <a:buClr>
                <a:srgbClr val="888888"/>
              </a:buClr>
              <a:buSzPts val="1200"/>
              <a:buNone/>
              <a:defRPr sz="1200">
                <a:solidFill>
                  <a:srgbClr val="888888"/>
                </a:solidFill>
              </a:defRPr>
            </a:lvl6pPr>
            <a:lvl7pPr indent="-228600" lvl="6" marL="3200400" rtl="0" algn="l">
              <a:lnSpc>
                <a:spcPct val="90000"/>
              </a:lnSpc>
              <a:spcBef>
                <a:spcPts val="400"/>
              </a:spcBef>
              <a:spcAft>
                <a:spcPts val="0"/>
              </a:spcAft>
              <a:buClr>
                <a:srgbClr val="888888"/>
              </a:buClr>
              <a:buSzPts val="1200"/>
              <a:buNone/>
              <a:defRPr sz="1200">
                <a:solidFill>
                  <a:srgbClr val="888888"/>
                </a:solidFill>
              </a:defRPr>
            </a:lvl7pPr>
            <a:lvl8pPr indent="-228600" lvl="7" marL="3657600" rtl="0" algn="l">
              <a:lnSpc>
                <a:spcPct val="90000"/>
              </a:lnSpc>
              <a:spcBef>
                <a:spcPts val="400"/>
              </a:spcBef>
              <a:spcAft>
                <a:spcPts val="0"/>
              </a:spcAft>
              <a:buClr>
                <a:srgbClr val="888888"/>
              </a:buClr>
              <a:buSzPts val="1200"/>
              <a:buNone/>
              <a:defRPr sz="1200">
                <a:solidFill>
                  <a:srgbClr val="888888"/>
                </a:solidFill>
              </a:defRPr>
            </a:lvl8pPr>
            <a:lvl9pPr indent="-228600" lvl="8" marL="4114800" rtl="0" algn="l">
              <a:lnSpc>
                <a:spcPct val="90000"/>
              </a:lnSpc>
              <a:spcBef>
                <a:spcPts val="400"/>
              </a:spcBef>
              <a:spcAft>
                <a:spcPts val="0"/>
              </a:spcAft>
              <a:buClr>
                <a:srgbClr val="888888"/>
              </a:buClr>
              <a:buSzPts val="1200"/>
              <a:buNone/>
              <a:defRPr sz="1200">
                <a:solidFill>
                  <a:srgbClr val="888888"/>
                </a:solidFill>
              </a:defRPr>
            </a:lvl9pPr>
          </a:lstStyle>
          <a:p/>
        </p:txBody>
      </p:sp>
      <p:sp>
        <p:nvSpPr>
          <p:cNvPr id="112" name="Google Shape;112;p2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113" name="Google Shape;113;p2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114" name="Google Shape;114;p2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3">
    <p:spTree>
      <p:nvGrpSpPr>
        <p:cNvPr id="115" name="Shape 115"/>
        <p:cNvGrpSpPr/>
        <p:nvPr/>
      </p:nvGrpSpPr>
      <p:grpSpPr>
        <a:xfrm>
          <a:off x="0" y="0"/>
          <a:ext cx="0" cy="0"/>
          <a:chOff x="0" y="0"/>
          <a:chExt cx="0" cy="0"/>
        </a:xfrm>
      </p:grpSpPr>
      <p:sp>
        <p:nvSpPr>
          <p:cNvPr id="116" name="Google Shape;116;p28"/>
          <p:cNvSpPr txBox="1"/>
          <p:nvPr>
            <p:ph type="title"/>
          </p:nvPr>
        </p:nvSpPr>
        <p:spPr>
          <a:xfrm>
            <a:off x="623890" y="1282303"/>
            <a:ext cx="7886700" cy="2139600"/>
          </a:xfrm>
          <a:prstGeom prst="rect">
            <a:avLst/>
          </a:prstGeom>
          <a:noFill/>
          <a:ln>
            <a:noFill/>
          </a:ln>
        </p:spPr>
        <p:txBody>
          <a:bodyPr anchorCtr="0" anchor="b" bIns="34275" lIns="68575" spcFirstLastPara="1" rIns="68575" wrap="square" tIns="34275">
            <a:normAutofit/>
          </a:bodyPr>
          <a:lstStyle>
            <a:lvl1pPr lvl="0" rtl="0" algn="l">
              <a:lnSpc>
                <a:spcPct val="90000"/>
              </a:lnSpc>
              <a:spcBef>
                <a:spcPts val="0"/>
              </a:spcBef>
              <a:spcAft>
                <a:spcPts val="0"/>
              </a:spcAft>
              <a:buClr>
                <a:schemeClr val="dk1"/>
              </a:buClr>
              <a:buSzPts val="4500"/>
              <a:buFont typeface="Calibri"/>
              <a:buNone/>
              <a:defRPr sz="4500"/>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17" name="Google Shape;117;p28"/>
          <p:cNvSpPr txBox="1"/>
          <p:nvPr>
            <p:ph idx="1" type="body"/>
          </p:nvPr>
        </p:nvSpPr>
        <p:spPr>
          <a:xfrm>
            <a:off x="623890" y="3442099"/>
            <a:ext cx="7886700" cy="11253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rgbClr val="888888"/>
              </a:buClr>
              <a:buSzPts val="1800"/>
              <a:buNone/>
              <a:defRPr sz="1800">
                <a:solidFill>
                  <a:srgbClr val="888888"/>
                </a:solidFill>
              </a:defRPr>
            </a:lvl1pPr>
            <a:lvl2pPr indent="-228600" lvl="1" marL="914400" rtl="0" algn="l">
              <a:lnSpc>
                <a:spcPct val="90000"/>
              </a:lnSpc>
              <a:spcBef>
                <a:spcPts val="400"/>
              </a:spcBef>
              <a:spcAft>
                <a:spcPts val="0"/>
              </a:spcAft>
              <a:buClr>
                <a:srgbClr val="888888"/>
              </a:buClr>
              <a:buSzPts val="1500"/>
              <a:buNone/>
              <a:defRPr sz="1500">
                <a:solidFill>
                  <a:srgbClr val="888888"/>
                </a:solidFill>
              </a:defRPr>
            </a:lvl2pPr>
            <a:lvl3pPr indent="-228600" lvl="2" marL="1371600" rtl="0" algn="l">
              <a:lnSpc>
                <a:spcPct val="90000"/>
              </a:lnSpc>
              <a:spcBef>
                <a:spcPts val="400"/>
              </a:spcBef>
              <a:spcAft>
                <a:spcPts val="0"/>
              </a:spcAft>
              <a:buClr>
                <a:srgbClr val="888888"/>
              </a:buClr>
              <a:buSzPts val="1400"/>
              <a:buNone/>
              <a:defRPr sz="1400">
                <a:solidFill>
                  <a:srgbClr val="888888"/>
                </a:solidFill>
              </a:defRPr>
            </a:lvl3pPr>
            <a:lvl4pPr indent="-228600" lvl="3" marL="1828800" rtl="0" algn="l">
              <a:lnSpc>
                <a:spcPct val="90000"/>
              </a:lnSpc>
              <a:spcBef>
                <a:spcPts val="400"/>
              </a:spcBef>
              <a:spcAft>
                <a:spcPts val="0"/>
              </a:spcAft>
              <a:buClr>
                <a:srgbClr val="888888"/>
              </a:buClr>
              <a:buSzPts val="1200"/>
              <a:buNone/>
              <a:defRPr sz="1200">
                <a:solidFill>
                  <a:srgbClr val="888888"/>
                </a:solidFill>
              </a:defRPr>
            </a:lvl4pPr>
            <a:lvl5pPr indent="-228600" lvl="4" marL="2286000" rtl="0" algn="l">
              <a:lnSpc>
                <a:spcPct val="90000"/>
              </a:lnSpc>
              <a:spcBef>
                <a:spcPts val="400"/>
              </a:spcBef>
              <a:spcAft>
                <a:spcPts val="0"/>
              </a:spcAft>
              <a:buClr>
                <a:srgbClr val="888888"/>
              </a:buClr>
              <a:buSzPts val="1200"/>
              <a:buNone/>
              <a:defRPr sz="1200">
                <a:solidFill>
                  <a:srgbClr val="888888"/>
                </a:solidFill>
              </a:defRPr>
            </a:lvl5pPr>
            <a:lvl6pPr indent="-228600" lvl="5" marL="2743200" rtl="0" algn="l">
              <a:lnSpc>
                <a:spcPct val="90000"/>
              </a:lnSpc>
              <a:spcBef>
                <a:spcPts val="400"/>
              </a:spcBef>
              <a:spcAft>
                <a:spcPts val="0"/>
              </a:spcAft>
              <a:buClr>
                <a:srgbClr val="888888"/>
              </a:buClr>
              <a:buSzPts val="1200"/>
              <a:buNone/>
              <a:defRPr sz="1200">
                <a:solidFill>
                  <a:srgbClr val="888888"/>
                </a:solidFill>
              </a:defRPr>
            </a:lvl6pPr>
            <a:lvl7pPr indent="-228600" lvl="6" marL="3200400" rtl="0" algn="l">
              <a:lnSpc>
                <a:spcPct val="90000"/>
              </a:lnSpc>
              <a:spcBef>
                <a:spcPts val="400"/>
              </a:spcBef>
              <a:spcAft>
                <a:spcPts val="0"/>
              </a:spcAft>
              <a:buClr>
                <a:srgbClr val="888888"/>
              </a:buClr>
              <a:buSzPts val="1200"/>
              <a:buNone/>
              <a:defRPr sz="1200">
                <a:solidFill>
                  <a:srgbClr val="888888"/>
                </a:solidFill>
              </a:defRPr>
            </a:lvl7pPr>
            <a:lvl8pPr indent="-228600" lvl="7" marL="3657600" rtl="0" algn="l">
              <a:lnSpc>
                <a:spcPct val="90000"/>
              </a:lnSpc>
              <a:spcBef>
                <a:spcPts val="400"/>
              </a:spcBef>
              <a:spcAft>
                <a:spcPts val="0"/>
              </a:spcAft>
              <a:buClr>
                <a:srgbClr val="888888"/>
              </a:buClr>
              <a:buSzPts val="1200"/>
              <a:buNone/>
              <a:defRPr sz="1200">
                <a:solidFill>
                  <a:srgbClr val="888888"/>
                </a:solidFill>
              </a:defRPr>
            </a:lvl8pPr>
            <a:lvl9pPr indent="-228600" lvl="8" marL="4114800" rtl="0" algn="l">
              <a:lnSpc>
                <a:spcPct val="90000"/>
              </a:lnSpc>
              <a:spcBef>
                <a:spcPts val="400"/>
              </a:spcBef>
              <a:spcAft>
                <a:spcPts val="0"/>
              </a:spcAft>
              <a:buClr>
                <a:srgbClr val="888888"/>
              </a:buClr>
              <a:buSzPts val="1200"/>
              <a:buNone/>
              <a:defRPr sz="1200">
                <a:solidFill>
                  <a:srgbClr val="888888"/>
                </a:solidFill>
              </a:defRPr>
            </a:lvl9pPr>
          </a:lstStyle>
          <a:p/>
        </p:txBody>
      </p:sp>
      <p:sp>
        <p:nvSpPr>
          <p:cNvPr id="118" name="Google Shape;118;p28"/>
          <p:cNvSpPr txBox="1"/>
          <p:nvPr>
            <p:ph idx="10" type="dt"/>
          </p:nvPr>
        </p:nvSpPr>
        <p:spPr>
          <a:xfrm>
            <a:off x="628651" y="4767264"/>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sz="1100"/>
            </a:lvl1pPr>
            <a:lvl2pPr lvl="1" rtl="0" algn="l">
              <a:lnSpc>
                <a:spcPct val="100000"/>
              </a:lnSpc>
              <a:spcBef>
                <a:spcPts val="0"/>
              </a:spcBef>
              <a:spcAft>
                <a:spcPts val="0"/>
              </a:spcAft>
              <a:buSzPts val="1100"/>
              <a:buNone/>
              <a:defRPr sz="1100"/>
            </a:lvl2pPr>
            <a:lvl3pPr lvl="2" rtl="0" algn="l">
              <a:lnSpc>
                <a:spcPct val="100000"/>
              </a:lnSpc>
              <a:spcBef>
                <a:spcPts val="0"/>
              </a:spcBef>
              <a:spcAft>
                <a:spcPts val="0"/>
              </a:spcAft>
              <a:buSzPts val="1100"/>
              <a:buNone/>
              <a:defRPr sz="1100"/>
            </a:lvl3pPr>
            <a:lvl4pPr lvl="3" rtl="0" algn="l">
              <a:lnSpc>
                <a:spcPct val="100000"/>
              </a:lnSpc>
              <a:spcBef>
                <a:spcPts val="0"/>
              </a:spcBef>
              <a:spcAft>
                <a:spcPts val="0"/>
              </a:spcAft>
              <a:buSzPts val="1100"/>
              <a:buNone/>
              <a:defRPr sz="1100"/>
            </a:lvl4pPr>
            <a:lvl5pPr lvl="4" rtl="0" algn="l">
              <a:lnSpc>
                <a:spcPct val="100000"/>
              </a:lnSpc>
              <a:spcBef>
                <a:spcPts val="0"/>
              </a:spcBef>
              <a:spcAft>
                <a:spcPts val="0"/>
              </a:spcAft>
              <a:buSzPts val="1100"/>
              <a:buNone/>
              <a:defRPr sz="1100"/>
            </a:lvl5pPr>
            <a:lvl6pPr lvl="5" rtl="0" algn="l">
              <a:lnSpc>
                <a:spcPct val="100000"/>
              </a:lnSpc>
              <a:spcBef>
                <a:spcPts val="0"/>
              </a:spcBef>
              <a:spcAft>
                <a:spcPts val="0"/>
              </a:spcAft>
              <a:buSzPts val="1100"/>
              <a:buNone/>
              <a:defRPr sz="1100"/>
            </a:lvl6pPr>
            <a:lvl7pPr lvl="6" rtl="0" algn="l">
              <a:lnSpc>
                <a:spcPct val="100000"/>
              </a:lnSpc>
              <a:spcBef>
                <a:spcPts val="0"/>
              </a:spcBef>
              <a:spcAft>
                <a:spcPts val="0"/>
              </a:spcAft>
              <a:buSzPts val="1100"/>
              <a:buNone/>
              <a:defRPr sz="1100"/>
            </a:lvl7pPr>
            <a:lvl8pPr lvl="7" rtl="0" algn="l">
              <a:lnSpc>
                <a:spcPct val="100000"/>
              </a:lnSpc>
              <a:spcBef>
                <a:spcPts val="0"/>
              </a:spcBef>
              <a:spcAft>
                <a:spcPts val="0"/>
              </a:spcAft>
              <a:buSzPts val="1100"/>
              <a:buNone/>
              <a:defRPr sz="1100"/>
            </a:lvl8pPr>
            <a:lvl9pPr lvl="8" rtl="0" algn="l">
              <a:lnSpc>
                <a:spcPct val="100000"/>
              </a:lnSpc>
              <a:spcBef>
                <a:spcPts val="0"/>
              </a:spcBef>
              <a:spcAft>
                <a:spcPts val="0"/>
              </a:spcAft>
              <a:buSzPts val="1100"/>
              <a:buNone/>
              <a:defRPr sz="1100"/>
            </a:lvl9pPr>
          </a:lstStyle>
          <a:p/>
        </p:txBody>
      </p:sp>
      <p:sp>
        <p:nvSpPr>
          <p:cNvPr id="119" name="Google Shape;119;p28"/>
          <p:cNvSpPr txBox="1"/>
          <p:nvPr>
            <p:ph idx="11" type="ftr"/>
          </p:nvPr>
        </p:nvSpPr>
        <p:spPr>
          <a:xfrm>
            <a:off x="3028953" y="4767264"/>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sz="1100"/>
            </a:lvl1pPr>
            <a:lvl2pPr lvl="1" rtl="0" algn="l">
              <a:lnSpc>
                <a:spcPct val="100000"/>
              </a:lnSpc>
              <a:spcBef>
                <a:spcPts val="0"/>
              </a:spcBef>
              <a:spcAft>
                <a:spcPts val="0"/>
              </a:spcAft>
              <a:buSzPts val="1100"/>
              <a:buNone/>
              <a:defRPr sz="1100"/>
            </a:lvl2pPr>
            <a:lvl3pPr lvl="2" rtl="0" algn="l">
              <a:lnSpc>
                <a:spcPct val="100000"/>
              </a:lnSpc>
              <a:spcBef>
                <a:spcPts val="0"/>
              </a:spcBef>
              <a:spcAft>
                <a:spcPts val="0"/>
              </a:spcAft>
              <a:buSzPts val="1100"/>
              <a:buNone/>
              <a:defRPr sz="1100"/>
            </a:lvl3pPr>
            <a:lvl4pPr lvl="3" rtl="0" algn="l">
              <a:lnSpc>
                <a:spcPct val="100000"/>
              </a:lnSpc>
              <a:spcBef>
                <a:spcPts val="0"/>
              </a:spcBef>
              <a:spcAft>
                <a:spcPts val="0"/>
              </a:spcAft>
              <a:buSzPts val="1100"/>
              <a:buNone/>
              <a:defRPr sz="1100"/>
            </a:lvl4pPr>
            <a:lvl5pPr lvl="4" rtl="0" algn="l">
              <a:lnSpc>
                <a:spcPct val="100000"/>
              </a:lnSpc>
              <a:spcBef>
                <a:spcPts val="0"/>
              </a:spcBef>
              <a:spcAft>
                <a:spcPts val="0"/>
              </a:spcAft>
              <a:buSzPts val="1100"/>
              <a:buNone/>
              <a:defRPr sz="1100"/>
            </a:lvl5pPr>
            <a:lvl6pPr lvl="5" rtl="0" algn="l">
              <a:lnSpc>
                <a:spcPct val="100000"/>
              </a:lnSpc>
              <a:spcBef>
                <a:spcPts val="0"/>
              </a:spcBef>
              <a:spcAft>
                <a:spcPts val="0"/>
              </a:spcAft>
              <a:buSzPts val="1100"/>
              <a:buNone/>
              <a:defRPr sz="1100"/>
            </a:lvl6pPr>
            <a:lvl7pPr lvl="6" rtl="0" algn="l">
              <a:lnSpc>
                <a:spcPct val="100000"/>
              </a:lnSpc>
              <a:spcBef>
                <a:spcPts val="0"/>
              </a:spcBef>
              <a:spcAft>
                <a:spcPts val="0"/>
              </a:spcAft>
              <a:buSzPts val="1100"/>
              <a:buNone/>
              <a:defRPr sz="1100"/>
            </a:lvl7pPr>
            <a:lvl8pPr lvl="7" rtl="0" algn="l">
              <a:lnSpc>
                <a:spcPct val="100000"/>
              </a:lnSpc>
              <a:spcBef>
                <a:spcPts val="0"/>
              </a:spcBef>
              <a:spcAft>
                <a:spcPts val="0"/>
              </a:spcAft>
              <a:buSzPts val="1100"/>
              <a:buNone/>
              <a:defRPr sz="1100"/>
            </a:lvl8pPr>
            <a:lvl9pPr lvl="8" rtl="0" algn="l">
              <a:lnSpc>
                <a:spcPct val="100000"/>
              </a:lnSpc>
              <a:spcBef>
                <a:spcPts val="0"/>
              </a:spcBef>
              <a:spcAft>
                <a:spcPts val="0"/>
              </a:spcAft>
              <a:buSzPts val="1100"/>
              <a:buNone/>
              <a:defRPr sz="1100"/>
            </a:lvl9pPr>
          </a:lstStyle>
          <a:p/>
        </p:txBody>
      </p:sp>
      <p:sp>
        <p:nvSpPr>
          <p:cNvPr id="120" name="Google Shape;120;p28"/>
          <p:cNvSpPr txBox="1"/>
          <p:nvPr>
            <p:ph idx="12" type="sldNum"/>
          </p:nvPr>
        </p:nvSpPr>
        <p:spPr>
          <a:xfrm>
            <a:off x="6457951" y="4767264"/>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6" Type="http://schemas.openxmlformats.org/officeDocument/2006/relationships/theme" Target="../theme/theme2.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1pPr>
            <a:lvl2pPr lvl="1"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2pPr>
            <a:lvl3pPr lvl="2"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3pPr>
            <a:lvl4pPr lvl="3"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4pPr>
            <a:lvl5pPr lvl="4"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5pPr>
            <a:lvl6pPr lvl="5"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6pPr>
            <a:lvl7pPr lvl="6"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7pPr>
            <a:lvl8pPr lvl="7"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8pPr>
            <a:lvl9pPr lvl="8"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Proxima Nova"/>
              <a:buChar char="●"/>
              <a:defRPr b="0" i="0" sz="1800" u="none" cap="none" strike="noStrike">
                <a:solidFill>
                  <a:schemeClr val="dk2"/>
                </a:solidFill>
                <a:latin typeface="Proxima Nova"/>
                <a:ea typeface="Proxima Nova"/>
                <a:cs typeface="Proxima Nova"/>
                <a:sym typeface="Proxima Nova"/>
              </a:defRPr>
            </a:lvl1pPr>
            <a:lvl2pPr indent="-317500" lvl="1" marL="9144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2pPr>
            <a:lvl3pPr indent="-317500" lvl="2" marL="13716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3pPr>
            <a:lvl4pPr indent="-317500" lvl="3" marL="18288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4pPr>
            <a:lvl5pPr indent="-317500" lvl="4" marL="22860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5pPr>
            <a:lvl6pPr indent="-317500" lvl="5" marL="27432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6pPr>
            <a:lvl7pPr indent="-317500" lvl="6" marL="32004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7pPr>
            <a:lvl8pPr indent="-317500" lvl="7" marL="36576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8pPr>
            <a:lvl9pPr indent="-317500" lvl="8" marL="41148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9"/>
          <p:cNvSpPr txBox="1"/>
          <p:nvPr>
            <p:ph type="ctrTitle"/>
          </p:nvPr>
        </p:nvSpPr>
        <p:spPr>
          <a:xfrm>
            <a:off x="311700" y="595975"/>
            <a:ext cx="8520600" cy="19578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400"/>
              <a:buNone/>
            </a:pPr>
            <a:r>
              <a:rPr lang="en"/>
              <a:t>Algorithms</a:t>
            </a:r>
            <a:endParaRPr/>
          </a:p>
        </p:txBody>
      </p:sp>
      <p:sp>
        <p:nvSpPr>
          <p:cNvPr id="126" name="Google Shape;126;p29"/>
          <p:cNvSpPr txBox="1"/>
          <p:nvPr>
            <p:ph idx="1" type="subTitle"/>
          </p:nvPr>
        </p:nvSpPr>
        <p:spPr>
          <a:xfrm>
            <a:off x="311700" y="3165823"/>
            <a:ext cx="8520600" cy="7335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ctr">
              <a:lnSpc>
                <a:spcPct val="100000"/>
              </a:lnSpc>
              <a:spcBef>
                <a:spcPts val="0"/>
              </a:spcBef>
              <a:spcAft>
                <a:spcPts val="0"/>
              </a:spcAft>
              <a:buSzPct val="100000"/>
              <a:buNone/>
            </a:pPr>
            <a:r>
              <a:rPr b="1" lang="en">
                <a:solidFill>
                  <a:srgbClr val="5B0F00"/>
                </a:solidFill>
              </a:rPr>
              <a:t>Lecture 2</a:t>
            </a:r>
            <a:endParaRPr b="1">
              <a:solidFill>
                <a:srgbClr val="5B0F00"/>
              </a:solidFill>
            </a:endParaRPr>
          </a:p>
          <a:p>
            <a:pPr indent="0" lvl="0" marL="0" rtl="0" algn="ctr">
              <a:lnSpc>
                <a:spcPct val="100000"/>
              </a:lnSpc>
              <a:spcBef>
                <a:spcPts val="0"/>
              </a:spcBef>
              <a:spcAft>
                <a:spcPts val="0"/>
              </a:spcAft>
              <a:buSzPct val="100000"/>
              <a:buNone/>
            </a:pPr>
            <a:r>
              <a:rPr b="1" lang="en">
                <a:solidFill>
                  <a:srgbClr val="0000FF"/>
                </a:solidFill>
              </a:rPr>
              <a:t>Searching with Divide and Conquer</a:t>
            </a:r>
            <a:endParaRPr b="1">
              <a:solidFill>
                <a:srgbClr val="0000FF"/>
              </a:solidFill>
            </a:endParaRPr>
          </a:p>
        </p:txBody>
      </p:sp>
      <p:sp>
        <p:nvSpPr>
          <p:cNvPr id="127" name="Google Shape;127;p29"/>
          <p:cNvSpPr txBox="1"/>
          <p:nvPr/>
        </p:nvSpPr>
        <p:spPr>
          <a:xfrm>
            <a:off x="1978800" y="3899325"/>
            <a:ext cx="5186400" cy="104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A61C00"/>
                </a:solidFill>
                <a:latin typeface="Proxima Nova"/>
                <a:ea typeface="Proxima Nova"/>
                <a:cs typeface="Proxima Nova"/>
                <a:sym typeface="Proxima Nova"/>
              </a:rPr>
              <a:t>Prantik Paul [PNP]</a:t>
            </a:r>
            <a:endParaRPr b="1" sz="1700">
              <a:solidFill>
                <a:srgbClr val="A61C00"/>
              </a:solidFill>
              <a:latin typeface="Proxima Nova"/>
              <a:ea typeface="Proxima Nova"/>
              <a:cs typeface="Proxima Nova"/>
              <a:sym typeface="Proxima Nova"/>
            </a:endParaRPr>
          </a:p>
          <a:p>
            <a:pPr indent="0" lvl="0" marL="0" rtl="0" algn="ctr">
              <a:spcBef>
                <a:spcPts val="0"/>
              </a:spcBef>
              <a:spcAft>
                <a:spcPts val="0"/>
              </a:spcAft>
              <a:buNone/>
            </a:pPr>
            <a:r>
              <a:rPr b="1" lang="en" sz="1700">
                <a:solidFill>
                  <a:srgbClr val="A61C00"/>
                </a:solidFill>
                <a:latin typeface="Proxima Nova"/>
                <a:ea typeface="Proxima Nova"/>
                <a:cs typeface="Proxima Nova"/>
                <a:sym typeface="Proxima Nova"/>
              </a:rPr>
              <a:t>Lecturer</a:t>
            </a:r>
            <a:endParaRPr b="1" sz="1700">
              <a:solidFill>
                <a:srgbClr val="A61C00"/>
              </a:solidFill>
              <a:latin typeface="Proxima Nova"/>
              <a:ea typeface="Proxima Nova"/>
              <a:cs typeface="Proxima Nova"/>
              <a:sym typeface="Proxima Nova"/>
            </a:endParaRPr>
          </a:p>
          <a:p>
            <a:pPr indent="0" lvl="0" marL="0" rtl="0" algn="ctr">
              <a:spcBef>
                <a:spcPts val="0"/>
              </a:spcBef>
              <a:spcAft>
                <a:spcPts val="0"/>
              </a:spcAft>
              <a:buNone/>
            </a:pPr>
            <a:r>
              <a:rPr b="1" lang="en" sz="1700">
                <a:solidFill>
                  <a:srgbClr val="A61C00"/>
                </a:solidFill>
                <a:latin typeface="Proxima Nova"/>
                <a:ea typeface="Proxima Nova"/>
                <a:cs typeface="Proxima Nova"/>
                <a:sym typeface="Proxima Nova"/>
              </a:rPr>
              <a:t>Department of Computer Science and Engineering</a:t>
            </a:r>
            <a:endParaRPr b="1" sz="1700">
              <a:solidFill>
                <a:srgbClr val="A61C00"/>
              </a:solidFill>
              <a:latin typeface="Proxima Nova"/>
              <a:ea typeface="Proxima Nova"/>
              <a:cs typeface="Proxima Nova"/>
              <a:sym typeface="Proxima Nova"/>
            </a:endParaRPr>
          </a:p>
          <a:p>
            <a:pPr indent="0" lvl="0" marL="0" rtl="0" algn="ctr">
              <a:spcBef>
                <a:spcPts val="0"/>
              </a:spcBef>
              <a:spcAft>
                <a:spcPts val="0"/>
              </a:spcAft>
              <a:buNone/>
            </a:pPr>
            <a:r>
              <a:rPr b="1" lang="en" sz="1700">
                <a:solidFill>
                  <a:srgbClr val="A61C00"/>
                </a:solidFill>
                <a:latin typeface="Proxima Nova"/>
                <a:ea typeface="Proxima Nova"/>
                <a:cs typeface="Proxima Nova"/>
                <a:sym typeface="Proxima Nova"/>
              </a:rPr>
              <a:t>BRAC University </a:t>
            </a:r>
            <a:endParaRPr b="1" sz="1700">
              <a:solidFill>
                <a:srgbClr val="A61C00"/>
              </a:solidFill>
              <a:latin typeface="Proxima Nova"/>
              <a:ea typeface="Proxima Nova"/>
              <a:cs typeface="Proxima Nova"/>
              <a:sym typeface="Proxima Nova"/>
            </a:endParaRPr>
          </a:p>
        </p:txBody>
      </p:sp>
      <p:sp>
        <p:nvSpPr>
          <p:cNvPr id="128" name="Google Shape;128;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3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Linear Search</a:t>
            </a:r>
            <a:endParaRPr/>
          </a:p>
        </p:txBody>
      </p:sp>
      <p:sp>
        <p:nvSpPr>
          <p:cNvPr id="134" name="Google Shape;134;p30"/>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rgbClr val="434343"/>
              </a:buClr>
              <a:buSzPts val="2100"/>
              <a:buChar char="•"/>
            </a:pPr>
            <a:r>
              <a:rPr lang="en">
                <a:solidFill>
                  <a:srgbClr val="434343"/>
                </a:solidFill>
              </a:rPr>
              <a:t>The most basic searching algorithm</a:t>
            </a:r>
            <a:endParaRPr>
              <a:solidFill>
                <a:srgbClr val="434343"/>
              </a:solidFill>
            </a:endParaRPr>
          </a:p>
          <a:p>
            <a:pPr indent="-171450" lvl="0" marL="177800" rtl="0" algn="l">
              <a:lnSpc>
                <a:spcPct val="90000"/>
              </a:lnSpc>
              <a:spcBef>
                <a:spcPts val="800"/>
              </a:spcBef>
              <a:spcAft>
                <a:spcPts val="0"/>
              </a:spcAft>
              <a:buClr>
                <a:srgbClr val="434343"/>
              </a:buClr>
              <a:buSzPts val="2100"/>
              <a:buChar char="•"/>
            </a:pPr>
            <a:r>
              <a:rPr lang="en">
                <a:solidFill>
                  <a:srgbClr val="434343"/>
                </a:solidFill>
              </a:rPr>
              <a:t>Given an item to search from a bucket of items, we search </a:t>
            </a:r>
            <a:r>
              <a:rPr lang="en" u="sng">
                <a:solidFill>
                  <a:srgbClr val="434343"/>
                </a:solidFill>
              </a:rPr>
              <a:t>ONE BY ONE. </a:t>
            </a:r>
            <a:endParaRPr>
              <a:solidFill>
                <a:srgbClr val="434343"/>
              </a:solidFill>
            </a:endParaRPr>
          </a:p>
          <a:p>
            <a:pPr indent="-171450" lvl="0" marL="177800" rtl="0" algn="l">
              <a:lnSpc>
                <a:spcPct val="90000"/>
              </a:lnSpc>
              <a:spcBef>
                <a:spcPts val="800"/>
              </a:spcBef>
              <a:spcAft>
                <a:spcPts val="0"/>
              </a:spcAft>
              <a:buClr>
                <a:srgbClr val="434343"/>
              </a:buClr>
              <a:buSzPts val="2100"/>
              <a:buChar char="•"/>
            </a:pPr>
            <a:r>
              <a:rPr lang="en">
                <a:solidFill>
                  <a:srgbClr val="434343"/>
                </a:solidFill>
              </a:rPr>
              <a:t>If we find then bingo! Else we look till the end of bucket. </a:t>
            </a:r>
            <a:endParaRPr>
              <a:solidFill>
                <a:srgbClr val="434343"/>
              </a:solidFill>
            </a:endParaRPr>
          </a:p>
          <a:p>
            <a:pPr indent="-171450" lvl="0" marL="177800" rtl="0" algn="l">
              <a:lnSpc>
                <a:spcPct val="90000"/>
              </a:lnSpc>
              <a:spcBef>
                <a:spcPts val="800"/>
              </a:spcBef>
              <a:spcAft>
                <a:spcPts val="0"/>
              </a:spcAft>
              <a:buClr>
                <a:srgbClr val="434343"/>
              </a:buClr>
              <a:buSzPts val="2100"/>
              <a:buChar char="•"/>
            </a:pPr>
            <a:r>
              <a:rPr lang="en">
                <a:solidFill>
                  <a:srgbClr val="434343"/>
                </a:solidFill>
              </a:rPr>
              <a:t>Example: Given an array of items. We will try to find “xyz” from it using linear search. </a:t>
            </a:r>
            <a:endParaRPr>
              <a:solidFill>
                <a:srgbClr val="434343"/>
              </a:solidFill>
            </a:endParaRPr>
          </a:p>
          <a:p>
            <a:pPr indent="-38100" lvl="0" marL="177800" rtl="0" algn="l">
              <a:lnSpc>
                <a:spcPct val="90000"/>
              </a:lnSpc>
              <a:spcBef>
                <a:spcPts val="800"/>
              </a:spcBef>
              <a:spcAft>
                <a:spcPts val="0"/>
              </a:spcAft>
              <a:buClr>
                <a:schemeClr val="dk1"/>
              </a:buClr>
              <a:buSzPts val="2100"/>
              <a:buNone/>
            </a:pPr>
            <a:r>
              <a:t/>
            </a:r>
            <a:endParaRPr>
              <a:solidFill>
                <a:srgbClr val="434343"/>
              </a:solidFill>
            </a:endParaRPr>
          </a:p>
          <a:p>
            <a:pPr indent="0" lvl="0" marL="0" rtl="0" algn="l">
              <a:lnSpc>
                <a:spcPct val="90000"/>
              </a:lnSpc>
              <a:spcBef>
                <a:spcPts val="800"/>
              </a:spcBef>
              <a:spcAft>
                <a:spcPts val="0"/>
              </a:spcAft>
              <a:buClr>
                <a:schemeClr val="dk1"/>
              </a:buClr>
              <a:buSzPts val="2100"/>
              <a:buNone/>
            </a:pPr>
            <a:r>
              <a:t/>
            </a:r>
            <a:endParaRPr>
              <a:solidFill>
                <a:srgbClr val="434343"/>
              </a:solidFill>
            </a:endParaRPr>
          </a:p>
          <a:p>
            <a:pPr indent="0" lvl="0" marL="0" rtl="0" algn="l">
              <a:lnSpc>
                <a:spcPct val="90000"/>
              </a:lnSpc>
              <a:spcBef>
                <a:spcPts val="800"/>
              </a:spcBef>
              <a:spcAft>
                <a:spcPts val="0"/>
              </a:spcAft>
              <a:buClr>
                <a:schemeClr val="dk1"/>
              </a:buClr>
              <a:buSzPts val="2100"/>
              <a:buNone/>
            </a:pPr>
            <a:r>
              <a:rPr lang="en">
                <a:solidFill>
                  <a:srgbClr val="434343"/>
                </a:solidFill>
              </a:rPr>
              <a:t> </a:t>
            </a:r>
            <a:endParaRPr>
              <a:solidFill>
                <a:srgbClr val="434343"/>
              </a:solidFill>
            </a:endParaRPr>
          </a:p>
        </p:txBody>
      </p:sp>
      <p:graphicFrame>
        <p:nvGraphicFramePr>
          <p:cNvPr id="135" name="Google Shape;135;p30"/>
          <p:cNvGraphicFramePr/>
          <p:nvPr/>
        </p:nvGraphicFramePr>
        <p:xfrm>
          <a:off x="2946779" y="4030163"/>
          <a:ext cx="3000000" cy="3000000"/>
        </p:xfrm>
        <a:graphic>
          <a:graphicData uri="http://schemas.openxmlformats.org/drawingml/2006/table">
            <a:tbl>
              <a:tblPr bandRow="1" firstRow="1">
                <a:noFill/>
                <a:tableStyleId>{934A7E9F-56BB-4859-B949-D559EEAA48EF}</a:tableStyleId>
              </a:tblPr>
              <a:tblGrid>
                <a:gridCol w="762825"/>
                <a:gridCol w="761675"/>
                <a:gridCol w="861575"/>
                <a:gridCol w="849575"/>
              </a:tblGrid>
              <a:tr h="453125">
                <a:tc>
                  <a:txBody>
                    <a:bodyPr/>
                    <a:lstStyle/>
                    <a:p>
                      <a:pPr indent="0" lvl="0" marL="0" marR="0" rtl="0" algn="ctr">
                        <a:lnSpc>
                          <a:spcPct val="100000"/>
                        </a:lnSpc>
                        <a:spcBef>
                          <a:spcPts val="0"/>
                        </a:spcBef>
                        <a:spcAft>
                          <a:spcPts val="0"/>
                        </a:spcAft>
                        <a:buClr>
                          <a:srgbClr val="000000"/>
                        </a:buClr>
                        <a:buSzPts val="2700"/>
                        <a:buFont typeface="Arial"/>
                        <a:buNone/>
                      </a:pPr>
                      <a:r>
                        <a:rPr b="0" lang="en" sz="2700" u="none" cap="none" strike="noStrike">
                          <a:solidFill>
                            <a:schemeClr val="dk1"/>
                          </a:solidFill>
                        </a:rPr>
                        <a:t>cxc</a:t>
                      </a:r>
                      <a:endParaRPr b="0" sz="2700" u="none" cap="none" strike="noStrike">
                        <a:solidFill>
                          <a:schemeClr val="dk1"/>
                        </a:solidFill>
                      </a:endParaRPr>
                    </a:p>
                  </a:txBody>
                  <a:tcPr marT="34300" marB="34300" marR="68600" marL="686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700"/>
                        <a:buFont typeface="Arial"/>
                        <a:buNone/>
                      </a:pPr>
                      <a:r>
                        <a:rPr b="0" lang="en" sz="2700" u="none" cap="none" strike="noStrike">
                          <a:solidFill>
                            <a:schemeClr val="dk1"/>
                          </a:solidFill>
                        </a:rPr>
                        <a:t>dfd</a:t>
                      </a:r>
                      <a:endParaRPr b="0" sz="2700" u="none" cap="none" strike="noStrike">
                        <a:solidFill>
                          <a:schemeClr val="dk1"/>
                        </a:solidFill>
                      </a:endParaRPr>
                    </a:p>
                  </a:txBody>
                  <a:tcPr marT="34300" marB="34300" marR="68600" marL="686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700"/>
                        <a:buFont typeface="Arial"/>
                        <a:buNone/>
                      </a:pPr>
                      <a:r>
                        <a:rPr b="0" lang="en" sz="2700" u="none" cap="none" strike="noStrike">
                          <a:solidFill>
                            <a:schemeClr val="dk1"/>
                          </a:solidFill>
                        </a:rPr>
                        <a:t>dfd</a:t>
                      </a:r>
                      <a:endParaRPr b="0" sz="2700" u="none" cap="none" strike="noStrike">
                        <a:solidFill>
                          <a:schemeClr val="dk1"/>
                        </a:solidFill>
                      </a:endParaRPr>
                    </a:p>
                  </a:txBody>
                  <a:tcPr marT="34300" marB="34300" marR="68600" marL="686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700"/>
                        <a:buFont typeface="Arial"/>
                        <a:buNone/>
                      </a:pPr>
                      <a:r>
                        <a:rPr b="0" lang="en" sz="2700" u="none" cap="none" strike="noStrike">
                          <a:solidFill>
                            <a:schemeClr val="dk1"/>
                          </a:solidFill>
                        </a:rPr>
                        <a:t>dfd</a:t>
                      </a:r>
                      <a:endParaRPr b="0" sz="2700" u="none" cap="none" strike="noStrike">
                        <a:solidFill>
                          <a:schemeClr val="dk1"/>
                        </a:solidFill>
                      </a:endParaRPr>
                    </a:p>
                  </a:txBody>
                  <a:tcPr marT="34300" marB="34300" marR="68600" marL="686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bl>
          </a:graphicData>
        </a:graphic>
      </p:graphicFrame>
      <p:graphicFrame>
        <p:nvGraphicFramePr>
          <p:cNvPr id="136" name="Google Shape;136;p30"/>
          <p:cNvGraphicFramePr/>
          <p:nvPr/>
        </p:nvGraphicFramePr>
        <p:xfrm>
          <a:off x="2947916" y="3651438"/>
          <a:ext cx="3000000" cy="3000000"/>
        </p:xfrm>
        <a:graphic>
          <a:graphicData uri="http://schemas.openxmlformats.org/drawingml/2006/table">
            <a:tbl>
              <a:tblPr bandRow="1" firstRow="1">
                <a:noFill/>
                <a:tableStyleId>{934A7E9F-56BB-4859-B949-D559EEAA48EF}</a:tableStyleId>
              </a:tblPr>
              <a:tblGrid>
                <a:gridCol w="808625"/>
                <a:gridCol w="808625"/>
                <a:gridCol w="808625"/>
                <a:gridCol w="808625"/>
              </a:tblGrid>
              <a:tr h="27815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rPr>
                        <a:t>0</a:t>
                      </a:r>
                      <a:endParaRPr sz="1400" u="none" cap="none" strike="noStrike">
                        <a:solidFill>
                          <a:schemeClr val="dk1"/>
                        </a:solidFill>
                      </a:endParaRPr>
                    </a:p>
                  </a:txBody>
                  <a:tcPr marT="34300" marB="34300" marR="68600" marL="68600">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rPr>
                        <a:t>1</a:t>
                      </a:r>
                      <a:endParaRPr sz="1400" u="none" cap="none" strike="noStrike">
                        <a:solidFill>
                          <a:schemeClr val="dk1"/>
                        </a:solidFill>
                      </a:endParaRPr>
                    </a:p>
                  </a:txBody>
                  <a:tcPr marT="34300" marB="34300" marR="68600" marL="686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rPr>
                        <a:t>2</a:t>
                      </a:r>
                      <a:endParaRPr sz="1400" u="none" cap="none" strike="noStrike">
                        <a:solidFill>
                          <a:schemeClr val="dk1"/>
                        </a:solidFill>
                      </a:endParaRPr>
                    </a:p>
                  </a:txBody>
                  <a:tcPr marT="34300" marB="34300" marR="68600" marL="686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rPr>
                        <a:t>3</a:t>
                      </a:r>
                      <a:endParaRPr sz="1400" u="none" cap="none" strike="noStrike">
                        <a:solidFill>
                          <a:schemeClr val="dk1"/>
                        </a:solidFill>
                      </a:endParaRPr>
                    </a:p>
                  </a:txBody>
                  <a:tcPr marT="34300" marB="34300" marR="68600" marL="68600">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r>
            </a:tbl>
          </a:graphicData>
        </a:graphic>
      </p:graphicFrame>
      <p:sp>
        <p:nvSpPr>
          <p:cNvPr id="137" name="Google Shape;137;p30"/>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1"/>
          <p:cNvSpPr txBox="1"/>
          <p:nvPr>
            <p:ph type="title"/>
          </p:nvPr>
        </p:nvSpPr>
        <p:spPr>
          <a:xfrm>
            <a:off x="471488" y="205383"/>
            <a:ext cx="5915100" cy="7458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Linear Search</a:t>
            </a:r>
            <a:endParaRPr/>
          </a:p>
        </p:txBody>
      </p:sp>
      <p:sp>
        <p:nvSpPr>
          <p:cNvPr id="143" name="Google Shape;143;p31"/>
          <p:cNvSpPr txBox="1"/>
          <p:nvPr>
            <p:ph idx="1" type="body"/>
          </p:nvPr>
        </p:nvSpPr>
        <p:spPr>
          <a:xfrm>
            <a:off x="471488" y="1232302"/>
            <a:ext cx="5915100" cy="24477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2100"/>
              <a:buChar char="•"/>
            </a:pPr>
            <a:r>
              <a:rPr lang="en"/>
              <a:t>As mentioned in the previous slide linear search is done one by one hence we start searching for “xyz” from index 0. If the items match we stop else we look for the next item in the array. </a:t>
            </a:r>
            <a:endParaRPr/>
          </a:p>
        </p:txBody>
      </p:sp>
      <p:graphicFrame>
        <p:nvGraphicFramePr>
          <p:cNvPr id="144" name="Google Shape;144;p31"/>
          <p:cNvGraphicFramePr/>
          <p:nvPr/>
        </p:nvGraphicFramePr>
        <p:xfrm>
          <a:off x="2864895" y="2904221"/>
          <a:ext cx="3000000" cy="3000000"/>
        </p:xfrm>
        <a:graphic>
          <a:graphicData uri="http://schemas.openxmlformats.org/drawingml/2006/table">
            <a:tbl>
              <a:tblPr bandRow="1" firstRow="1">
                <a:noFill/>
                <a:tableStyleId>{934A7E9F-56BB-4859-B949-D559EEAA48EF}</a:tableStyleId>
              </a:tblPr>
              <a:tblGrid>
                <a:gridCol w="762825"/>
                <a:gridCol w="761675"/>
                <a:gridCol w="861575"/>
                <a:gridCol w="849575"/>
              </a:tblGrid>
              <a:tr h="453125">
                <a:tc>
                  <a:txBody>
                    <a:bodyPr/>
                    <a:lstStyle/>
                    <a:p>
                      <a:pPr indent="0" lvl="0" marL="0" marR="0" rtl="0" algn="ctr">
                        <a:lnSpc>
                          <a:spcPct val="100000"/>
                        </a:lnSpc>
                        <a:spcBef>
                          <a:spcPts val="0"/>
                        </a:spcBef>
                        <a:spcAft>
                          <a:spcPts val="0"/>
                        </a:spcAft>
                        <a:buClr>
                          <a:srgbClr val="000000"/>
                        </a:buClr>
                        <a:buSzPts val="2700"/>
                        <a:buFont typeface="Arial"/>
                        <a:buNone/>
                      </a:pPr>
                      <a:r>
                        <a:rPr b="0" lang="en" sz="2700" u="none" cap="none" strike="noStrike">
                          <a:solidFill>
                            <a:schemeClr val="dk1"/>
                          </a:solidFill>
                        </a:rPr>
                        <a:t>cxc</a:t>
                      </a:r>
                      <a:endParaRPr b="0" sz="2700" u="none" cap="none" strike="noStrike">
                        <a:solidFill>
                          <a:schemeClr val="dk1"/>
                        </a:solidFill>
                      </a:endParaRPr>
                    </a:p>
                  </a:txBody>
                  <a:tcPr marT="34300" marB="34300" marR="68600" marL="686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700"/>
                        <a:buFont typeface="Arial"/>
                        <a:buNone/>
                      </a:pPr>
                      <a:r>
                        <a:rPr b="0" lang="en" sz="2700" u="none" cap="none" strike="noStrike">
                          <a:solidFill>
                            <a:schemeClr val="dk1"/>
                          </a:solidFill>
                        </a:rPr>
                        <a:t>dfd</a:t>
                      </a:r>
                      <a:endParaRPr b="0" sz="2700" u="none" cap="none" strike="noStrike">
                        <a:solidFill>
                          <a:schemeClr val="dk1"/>
                        </a:solidFill>
                      </a:endParaRPr>
                    </a:p>
                  </a:txBody>
                  <a:tcPr marT="34300" marB="34300" marR="68600" marL="686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700"/>
                        <a:buFont typeface="Arial"/>
                        <a:buNone/>
                      </a:pPr>
                      <a:r>
                        <a:rPr b="0" lang="en" sz="2700" u="none" cap="none" strike="noStrike">
                          <a:solidFill>
                            <a:schemeClr val="dk1"/>
                          </a:solidFill>
                        </a:rPr>
                        <a:t>dfd</a:t>
                      </a:r>
                      <a:endParaRPr b="0" sz="2700" u="none" cap="none" strike="noStrike">
                        <a:solidFill>
                          <a:schemeClr val="dk1"/>
                        </a:solidFill>
                      </a:endParaRPr>
                    </a:p>
                  </a:txBody>
                  <a:tcPr marT="34300" marB="34300" marR="68600" marL="686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700"/>
                        <a:buFont typeface="Arial"/>
                        <a:buNone/>
                      </a:pPr>
                      <a:r>
                        <a:rPr b="0" lang="en" sz="2700" u="none" cap="none" strike="noStrike">
                          <a:solidFill>
                            <a:schemeClr val="dk1"/>
                          </a:solidFill>
                        </a:rPr>
                        <a:t>dfd</a:t>
                      </a:r>
                      <a:endParaRPr b="0" sz="2700" u="none" cap="none" strike="noStrike">
                        <a:solidFill>
                          <a:schemeClr val="dk1"/>
                        </a:solidFill>
                      </a:endParaRPr>
                    </a:p>
                  </a:txBody>
                  <a:tcPr marT="34300" marB="34300" marR="68600" marL="686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bl>
          </a:graphicData>
        </a:graphic>
      </p:graphicFrame>
      <p:graphicFrame>
        <p:nvGraphicFramePr>
          <p:cNvPr id="145" name="Google Shape;145;p31"/>
          <p:cNvGraphicFramePr/>
          <p:nvPr/>
        </p:nvGraphicFramePr>
        <p:xfrm>
          <a:off x="2855796" y="2525497"/>
          <a:ext cx="3000000" cy="3000000"/>
        </p:xfrm>
        <a:graphic>
          <a:graphicData uri="http://schemas.openxmlformats.org/drawingml/2006/table">
            <a:tbl>
              <a:tblPr bandRow="1" firstRow="1">
                <a:noFill/>
                <a:tableStyleId>{934A7E9F-56BB-4859-B949-D559EEAA48EF}</a:tableStyleId>
              </a:tblPr>
              <a:tblGrid>
                <a:gridCol w="808625"/>
                <a:gridCol w="808625"/>
                <a:gridCol w="808625"/>
                <a:gridCol w="808625"/>
              </a:tblGrid>
              <a:tr h="27815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rPr>
                        <a:t>0</a:t>
                      </a:r>
                      <a:endParaRPr sz="1400" u="none" cap="none" strike="noStrike">
                        <a:solidFill>
                          <a:schemeClr val="dk1"/>
                        </a:solidFill>
                      </a:endParaRPr>
                    </a:p>
                  </a:txBody>
                  <a:tcPr marT="34300" marB="34300" marR="68600" marL="68600">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rPr>
                        <a:t>1</a:t>
                      </a:r>
                      <a:endParaRPr sz="1400" u="none" cap="none" strike="noStrike">
                        <a:solidFill>
                          <a:schemeClr val="dk1"/>
                        </a:solidFill>
                      </a:endParaRPr>
                    </a:p>
                  </a:txBody>
                  <a:tcPr marT="34300" marB="34300" marR="68600" marL="686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rPr>
                        <a:t>2</a:t>
                      </a:r>
                      <a:endParaRPr sz="1400" u="none" cap="none" strike="noStrike">
                        <a:solidFill>
                          <a:schemeClr val="dk1"/>
                        </a:solidFill>
                      </a:endParaRPr>
                    </a:p>
                  </a:txBody>
                  <a:tcPr marT="34300" marB="34300" marR="68600" marL="686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rPr>
                        <a:t>3</a:t>
                      </a:r>
                      <a:endParaRPr sz="1400" u="none" cap="none" strike="noStrike">
                        <a:solidFill>
                          <a:schemeClr val="dk1"/>
                        </a:solidFill>
                      </a:endParaRPr>
                    </a:p>
                  </a:txBody>
                  <a:tcPr marT="34300" marB="34300" marR="68600" marL="68600">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r>
            </a:tbl>
          </a:graphicData>
        </a:graphic>
      </p:graphicFrame>
      <p:sp>
        <p:nvSpPr>
          <p:cNvPr id="146" name="Google Shape;146;p31"/>
          <p:cNvSpPr txBox="1"/>
          <p:nvPr/>
        </p:nvSpPr>
        <p:spPr>
          <a:xfrm>
            <a:off x="2978627" y="3398292"/>
            <a:ext cx="593700" cy="484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700"/>
              <a:buFont typeface="Arial"/>
              <a:buNone/>
            </a:pPr>
            <a:r>
              <a:rPr b="0" i="0" lang="en" sz="2700" u="none" cap="none" strike="noStrike">
                <a:solidFill>
                  <a:schemeClr val="dk1"/>
                </a:solidFill>
                <a:latin typeface="Calibri"/>
                <a:ea typeface="Calibri"/>
                <a:cs typeface="Calibri"/>
                <a:sym typeface="Calibri"/>
              </a:rPr>
              <a:t>xyz</a:t>
            </a:r>
            <a:endParaRPr b="0" i="0" sz="1400" u="none" cap="none" strike="noStrike">
              <a:solidFill>
                <a:schemeClr val="dk1"/>
              </a:solidFill>
              <a:latin typeface="Calibri"/>
              <a:ea typeface="Calibri"/>
              <a:cs typeface="Calibri"/>
              <a:sym typeface="Calibri"/>
            </a:endParaRPr>
          </a:p>
        </p:txBody>
      </p:sp>
      <p:sp>
        <p:nvSpPr>
          <p:cNvPr id="147" name="Google Shape;147;p31"/>
          <p:cNvSpPr/>
          <p:nvPr/>
        </p:nvSpPr>
        <p:spPr>
          <a:xfrm>
            <a:off x="2864906" y="2514257"/>
            <a:ext cx="757500" cy="1446900"/>
          </a:xfrm>
          <a:prstGeom prst="ellipse">
            <a:avLst/>
          </a:prstGeom>
          <a:noFill/>
          <a:ln cap="flat" cmpd="sng" w="5715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48" name="Google Shape;148;p31"/>
          <p:cNvSpPr txBox="1"/>
          <p:nvPr/>
        </p:nvSpPr>
        <p:spPr>
          <a:xfrm>
            <a:off x="3758258" y="3379524"/>
            <a:ext cx="593700" cy="484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700"/>
              <a:buFont typeface="Arial"/>
              <a:buNone/>
            </a:pPr>
            <a:r>
              <a:rPr b="0" i="0" lang="en" sz="2700" u="none" cap="none" strike="noStrike">
                <a:solidFill>
                  <a:schemeClr val="dk1"/>
                </a:solidFill>
                <a:latin typeface="Calibri"/>
                <a:ea typeface="Calibri"/>
                <a:cs typeface="Calibri"/>
                <a:sym typeface="Calibri"/>
              </a:rPr>
              <a:t>xyz</a:t>
            </a:r>
            <a:endParaRPr b="0" i="0" sz="1400" u="none" cap="none" strike="noStrike">
              <a:solidFill>
                <a:schemeClr val="dk1"/>
              </a:solidFill>
              <a:latin typeface="Calibri"/>
              <a:ea typeface="Calibri"/>
              <a:cs typeface="Calibri"/>
              <a:sym typeface="Calibri"/>
            </a:endParaRPr>
          </a:p>
        </p:txBody>
      </p:sp>
      <p:sp>
        <p:nvSpPr>
          <p:cNvPr id="149" name="Google Shape;149;p31"/>
          <p:cNvSpPr/>
          <p:nvPr/>
        </p:nvSpPr>
        <p:spPr>
          <a:xfrm>
            <a:off x="3644538" y="2505725"/>
            <a:ext cx="757500" cy="1446900"/>
          </a:xfrm>
          <a:prstGeom prst="ellipse">
            <a:avLst/>
          </a:prstGeom>
          <a:noFill/>
          <a:ln cap="flat" cmpd="sng" w="5715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50" name="Google Shape;150;p31"/>
          <p:cNvSpPr txBox="1"/>
          <p:nvPr/>
        </p:nvSpPr>
        <p:spPr>
          <a:xfrm>
            <a:off x="4565184" y="3418764"/>
            <a:ext cx="593700" cy="484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700"/>
              <a:buFont typeface="Arial"/>
              <a:buNone/>
            </a:pPr>
            <a:r>
              <a:rPr b="0" i="0" lang="en" sz="2700" u="none" cap="none" strike="noStrike">
                <a:solidFill>
                  <a:schemeClr val="dk1"/>
                </a:solidFill>
                <a:latin typeface="Calibri"/>
                <a:ea typeface="Calibri"/>
                <a:cs typeface="Calibri"/>
                <a:sym typeface="Calibri"/>
              </a:rPr>
              <a:t>xyz</a:t>
            </a:r>
            <a:endParaRPr b="0" i="0" sz="1400" u="none" cap="none" strike="noStrike">
              <a:solidFill>
                <a:schemeClr val="dk1"/>
              </a:solidFill>
              <a:latin typeface="Calibri"/>
              <a:ea typeface="Calibri"/>
              <a:cs typeface="Calibri"/>
              <a:sym typeface="Calibri"/>
            </a:endParaRPr>
          </a:p>
        </p:txBody>
      </p:sp>
      <p:sp>
        <p:nvSpPr>
          <p:cNvPr id="151" name="Google Shape;151;p31"/>
          <p:cNvSpPr/>
          <p:nvPr/>
        </p:nvSpPr>
        <p:spPr>
          <a:xfrm>
            <a:off x="4451464" y="2504021"/>
            <a:ext cx="757500" cy="1446900"/>
          </a:xfrm>
          <a:prstGeom prst="ellipse">
            <a:avLst/>
          </a:prstGeom>
          <a:noFill/>
          <a:ln cap="flat" cmpd="sng" w="5715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52" name="Google Shape;152;p31"/>
          <p:cNvSpPr txBox="1"/>
          <p:nvPr/>
        </p:nvSpPr>
        <p:spPr>
          <a:xfrm>
            <a:off x="5343110" y="3408528"/>
            <a:ext cx="593700" cy="484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700"/>
              <a:buFont typeface="Arial"/>
              <a:buNone/>
            </a:pPr>
            <a:r>
              <a:rPr b="0" i="0" lang="en" sz="2700" u="none" cap="none" strike="noStrike">
                <a:solidFill>
                  <a:schemeClr val="dk1"/>
                </a:solidFill>
                <a:latin typeface="Calibri"/>
                <a:ea typeface="Calibri"/>
                <a:cs typeface="Calibri"/>
                <a:sym typeface="Calibri"/>
              </a:rPr>
              <a:t>xyz</a:t>
            </a:r>
            <a:endParaRPr b="0" i="0" sz="1400" u="none" cap="none" strike="noStrike">
              <a:solidFill>
                <a:schemeClr val="dk1"/>
              </a:solidFill>
              <a:latin typeface="Calibri"/>
              <a:ea typeface="Calibri"/>
              <a:cs typeface="Calibri"/>
              <a:sym typeface="Calibri"/>
            </a:endParaRPr>
          </a:p>
        </p:txBody>
      </p:sp>
      <p:sp>
        <p:nvSpPr>
          <p:cNvPr id="153" name="Google Shape;153;p31"/>
          <p:cNvSpPr/>
          <p:nvPr/>
        </p:nvSpPr>
        <p:spPr>
          <a:xfrm>
            <a:off x="5229389" y="2504021"/>
            <a:ext cx="757500" cy="1446900"/>
          </a:xfrm>
          <a:prstGeom prst="ellipse">
            <a:avLst/>
          </a:prstGeom>
          <a:noFill/>
          <a:ln cap="flat" cmpd="sng" w="5715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54" name="Google Shape;154;p31"/>
          <p:cNvSpPr/>
          <p:nvPr/>
        </p:nvSpPr>
        <p:spPr>
          <a:xfrm>
            <a:off x="2992699" y="4014950"/>
            <a:ext cx="565500" cy="522000"/>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55" name="Google Shape;155;p31"/>
          <p:cNvSpPr/>
          <p:nvPr/>
        </p:nvSpPr>
        <p:spPr>
          <a:xfrm>
            <a:off x="3716032" y="3993575"/>
            <a:ext cx="565500" cy="522000"/>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56" name="Google Shape;156;p31"/>
          <p:cNvSpPr/>
          <p:nvPr/>
        </p:nvSpPr>
        <p:spPr>
          <a:xfrm>
            <a:off x="4558785" y="3961160"/>
            <a:ext cx="565500" cy="522000"/>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57" name="Google Shape;157;p31"/>
          <p:cNvSpPr/>
          <p:nvPr/>
        </p:nvSpPr>
        <p:spPr>
          <a:xfrm>
            <a:off x="5403239" y="3979123"/>
            <a:ext cx="565500" cy="522000"/>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58" name="Google Shape;158;p31"/>
          <p:cNvSpPr txBox="1"/>
          <p:nvPr/>
        </p:nvSpPr>
        <p:spPr>
          <a:xfrm>
            <a:off x="628649" y="890799"/>
            <a:ext cx="7886700" cy="427200"/>
          </a:xfrm>
          <a:prstGeom prst="rect">
            <a:avLst/>
          </a:prstGeom>
          <a:noFill/>
          <a:ln>
            <a:noFill/>
          </a:ln>
        </p:spPr>
        <p:txBody>
          <a:bodyPr anchorCtr="0" anchor="t" bIns="34275" lIns="68575" spcFirstLastPara="1" rIns="68575" wrap="square" tIns="34275">
            <a:normAutofit/>
          </a:bodyPr>
          <a:lstStyle/>
          <a:p>
            <a:pPr indent="-177800" lvl="0" marL="177800" marR="0" rtl="0" algn="l">
              <a:lnSpc>
                <a:spcPct val="90000"/>
              </a:lnSpc>
              <a:spcBef>
                <a:spcPts val="0"/>
              </a:spcBef>
              <a:spcAft>
                <a:spcPts val="0"/>
              </a:spcAft>
              <a:buClr>
                <a:srgbClr val="000000"/>
              </a:buClr>
              <a:buSzPts val="1800"/>
              <a:buFont typeface="Arial"/>
              <a:buNone/>
            </a:pPr>
            <a:r>
              <a:rPr b="0" i="0" lang="en" sz="1800" u="none" cap="none" strike="noStrike">
                <a:solidFill>
                  <a:srgbClr val="7F7F7F"/>
                </a:solidFill>
                <a:latin typeface="Calibri"/>
                <a:ea typeface="Calibri"/>
                <a:cs typeface="Calibri"/>
                <a:sym typeface="Calibri"/>
              </a:rPr>
              <a:t>Simulation (Iterative)</a:t>
            </a:r>
            <a:endParaRPr b="0" i="0" sz="1800" u="none" cap="none" strike="noStrike">
              <a:solidFill>
                <a:srgbClr val="7F7F7F"/>
              </a:solidFill>
              <a:latin typeface="Calibri"/>
              <a:ea typeface="Calibri"/>
              <a:cs typeface="Calibri"/>
              <a:sym typeface="Calibri"/>
            </a:endParaRPr>
          </a:p>
        </p:txBody>
      </p:sp>
      <p:sp>
        <p:nvSpPr>
          <p:cNvPr id="159" name="Google Shape;159;p31"/>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4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4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4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4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2"/>
          <p:cNvSpPr txBox="1"/>
          <p:nvPr>
            <p:ph type="title"/>
          </p:nvPr>
        </p:nvSpPr>
        <p:spPr>
          <a:xfrm>
            <a:off x="471488" y="205383"/>
            <a:ext cx="5915100" cy="7458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Linear Search</a:t>
            </a:r>
            <a:endParaRPr/>
          </a:p>
        </p:txBody>
      </p:sp>
      <p:graphicFrame>
        <p:nvGraphicFramePr>
          <p:cNvPr id="165" name="Google Shape;165;p32"/>
          <p:cNvGraphicFramePr/>
          <p:nvPr/>
        </p:nvGraphicFramePr>
        <p:xfrm>
          <a:off x="2864895" y="2075119"/>
          <a:ext cx="3000000" cy="3000000"/>
        </p:xfrm>
        <a:graphic>
          <a:graphicData uri="http://schemas.openxmlformats.org/drawingml/2006/table">
            <a:tbl>
              <a:tblPr bandRow="1" firstRow="1">
                <a:noFill/>
                <a:tableStyleId>{934A7E9F-56BB-4859-B949-D559EEAA48EF}</a:tableStyleId>
              </a:tblPr>
              <a:tblGrid>
                <a:gridCol w="762825"/>
                <a:gridCol w="761675"/>
                <a:gridCol w="861575"/>
                <a:gridCol w="849575"/>
              </a:tblGrid>
              <a:tr h="453125">
                <a:tc>
                  <a:txBody>
                    <a:bodyPr/>
                    <a:lstStyle/>
                    <a:p>
                      <a:pPr indent="0" lvl="0" marL="0" marR="0" rtl="0" algn="ctr">
                        <a:lnSpc>
                          <a:spcPct val="100000"/>
                        </a:lnSpc>
                        <a:spcBef>
                          <a:spcPts val="0"/>
                        </a:spcBef>
                        <a:spcAft>
                          <a:spcPts val="0"/>
                        </a:spcAft>
                        <a:buClr>
                          <a:srgbClr val="000000"/>
                        </a:buClr>
                        <a:buSzPts val="2700"/>
                        <a:buFont typeface="Arial"/>
                        <a:buNone/>
                      </a:pPr>
                      <a:r>
                        <a:rPr b="0" lang="en" sz="2700" u="none" cap="none" strike="noStrike">
                          <a:solidFill>
                            <a:schemeClr val="dk1"/>
                          </a:solidFill>
                        </a:rPr>
                        <a:t>cxc</a:t>
                      </a:r>
                      <a:endParaRPr b="0" sz="2700" u="none" cap="none" strike="noStrike">
                        <a:solidFill>
                          <a:schemeClr val="dk1"/>
                        </a:solidFill>
                      </a:endParaRPr>
                    </a:p>
                  </a:txBody>
                  <a:tcPr marT="34300" marB="34300" marR="68600" marL="686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700"/>
                        <a:buFont typeface="Arial"/>
                        <a:buNone/>
                      </a:pPr>
                      <a:r>
                        <a:rPr b="0" lang="en" sz="2700" u="none" cap="none" strike="noStrike">
                          <a:solidFill>
                            <a:schemeClr val="dk1"/>
                          </a:solidFill>
                        </a:rPr>
                        <a:t>dfd</a:t>
                      </a:r>
                      <a:endParaRPr b="0" sz="2700" u="none" cap="none" strike="noStrike">
                        <a:solidFill>
                          <a:schemeClr val="dk1"/>
                        </a:solidFill>
                      </a:endParaRPr>
                    </a:p>
                  </a:txBody>
                  <a:tcPr marT="34300" marB="34300" marR="68600" marL="686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700"/>
                        <a:buFont typeface="Arial"/>
                        <a:buNone/>
                      </a:pPr>
                      <a:r>
                        <a:rPr b="0" lang="en" sz="2700" u="none" cap="none" strike="noStrike">
                          <a:solidFill>
                            <a:schemeClr val="dk1"/>
                          </a:solidFill>
                        </a:rPr>
                        <a:t>xyz</a:t>
                      </a:r>
                      <a:endParaRPr b="0" sz="2700" u="none" cap="none" strike="noStrike">
                        <a:solidFill>
                          <a:schemeClr val="dk1"/>
                        </a:solidFill>
                      </a:endParaRPr>
                    </a:p>
                  </a:txBody>
                  <a:tcPr marT="34300" marB="34300" marR="68600" marL="686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2700"/>
                        <a:buFont typeface="Arial"/>
                        <a:buNone/>
                      </a:pPr>
                      <a:r>
                        <a:rPr b="0" lang="en" sz="2700" u="none" cap="none" strike="noStrike">
                          <a:solidFill>
                            <a:schemeClr val="dk1"/>
                          </a:solidFill>
                        </a:rPr>
                        <a:t>dfd</a:t>
                      </a:r>
                      <a:endParaRPr b="0" sz="2700" u="none" cap="none" strike="noStrike">
                        <a:solidFill>
                          <a:schemeClr val="dk1"/>
                        </a:solidFill>
                      </a:endParaRPr>
                    </a:p>
                  </a:txBody>
                  <a:tcPr marT="34300" marB="34300" marR="68600" marL="686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bl>
          </a:graphicData>
        </a:graphic>
      </p:graphicFrame>
      <p:graphicFrame>
        <p:nvGraphicFramePr>
          <p:cNvPr id="166" name="Google Shape;166;p32"/>
          <p:cNvGraphicFramePr/>
          <p:nvPr/>
        </p:nvGraphicFramePr>
        <p:xfrm>
          <a:off x="2855796" y="1696394"/>
          <a:ext cx="3000000" cy="3000000"/>
        </p:xfrm>
        <a:graphic>
          <a:graphicData uri="http://schemas.openxmlformats.org/drawingml/2006/table">
            <a:tbl>
              <a:tblPr bandRow="1" firstRow="1">
                <a:noFill/>
                <a:tableStyleId>{934A7E9F-56BB-4859-B949-D559EEAA48EF}</a:tableStyleId>
              </a:tblPr>
              <a:tblGrid>
                <a:gridCol w="808625"/>
                <a:gridCol w="808625"/>
                <a:gridCol w="808625"/>
                <a:gridCol w="808625"/>
              </a:tblGrid>
              <a:tr h="27815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rPr>
                        <a:t>0</a:t>
                      </a:r>
                      <a:endParaRPr sz="1400" u="none" cap="none" strike="noStrike">
                        <a:solidFill>
                          <a:schemeClr val="dk1"/>
                        </a:solidFill>
                      </a:endParaRPr>
                    </a:p>
                  </a:txBody>
                  <a:tcPr marT="34300" marB="34300" marR="68600" marL="68600">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rPr>
                        <a:t>1</a:t>
                      </a:r>
                      <a:endParaRPr sz="1400" u="none" cap="none" strike="noStrike">
                        <a:solidFill>
                          <a:schemeClr val="dk1"/>
                        </a:solidFill>
                      </a:endParaRPr>
                    </a:p>
                  </a:txBody>
                  <a:tcPr marT="34300" marB="34300" marR="68600" marL="686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rPr>
                        <a:t>2</a:t>
                      </a:r>
                      <a:endParaRPr sz="1400" u="none" cap="none" strike="noStrike">
                        <a:solidFill>
                          <a:schemeClr val="dk1"/>
                        </a:solidFill>
                      </a:endParaRPr>
                    </a:p>
                  </a:txBody>
                  <a:tcPr marT="34300" marB="34300" marR="68600" marL="686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rPr>
                        <a:t>3</a:t>
                      </a:r>
                      <a:endParaRPr sz="1400" u="none" cap="none" strike="noStrike">
                        <a:solidFill>
                          <a:schemeClr val="dk1"/>
                        </a:solidFill>
                      </a:endParaRPr>
                    </a:p>
                  </a:txBody>
                  <a:tcPr marT="34300" marB="34300" marR="68600" marL="68600">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r>
            </a:tbl>
          </a:graphicData>
        </a:graphic>
      </p:graphicFrame>
      <p:sp>
        <p:nvSpPr>
          <p:cNvPr id="167" name="Google Shape;167;p32"/>
          <p:cNvSpPr txBox="1"/>
          <p:nvPr/>
        </p:nvSpPr>
        <p:spPr>
          <a:xfrm>
            <a:off x="2978627" y="2569190"/>
            <a:ext cx="593700" cy="484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700"/>
              <a:buFont typeface="Arial"/>
              <a:buNone/>
            </a:pPr>
            <a:r>
              <a:rPr b="0" i="0" lang="en" sz="2700" u="none" cap="none" strike="noStrike">
                <a:solidFill>
                  <a:schemeClr val="dk1"/>
                </a:solidFill>
                <a:latin typeface="Calibri"/>
                <a:ea typeface="Calibri"/>
                <a:cs typeface="Calibri"/>
                <a:sym typeface="Calibri"/>
              </a:rPr>
              <a:t>xyz</a:t>
            </a:r>
            <a:endParaRPr b="0" i="0" sz="1400" u="none" cap="none" strike="noStrike">
              <a:solidFill>
                <a:schemeClr val="dk1"/>
              </a:solidFill>
              <a:latin typeface="Calibri"/>
              <a:ea typeface="Calibri"/>
              <a:cs typeface="Calibri"/>
              <a:sym typeface="Calibri"/>
            </a:endParaRPr>
          </a:p>
        </p:txBody>
      </p:sp>
      <p:sp>
        <p:nvSpPr>
          <p:cNvPr id="168" name="Google Shape;168;p32"/>
          <p:cNvSpPr txBox="1"/>
          <p:nvPr/>
        </p:nvSpPr>
        <p:spPr>
          <a:xfrm>
            <a:off x="3758258" y="2550422"/>
            <a:ext cx="593700" cy="484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700"/>
              <a:buFont typeface="Arial"/>
              <a:buNone/>
            </a:pPr>
            <a:r>
              <a:rPr b="0" i="0" lang="en" sz="2700" u="none" cap="none" strike="noStrike">
                <a:solidFill>
                  <a:schemeClr val="dk1"/>
                </a:solidFill>
                <a:latin typeface="Calibri"/>
                <a:ea typeface="Calibri"/>
                <a:cs typeface="Calibri"/>
                <a:sym typeface="Calibri"/>
              </a:rPr>
              <a:t>xyz</a:t>
            </a:r>
            <a:endParaRPr b="0" i="0" sz="1400" u="none" cap="none" strike="noStrike">
              <a:solidFill>
                <a:schemeClr val="dk1"/>
              </a:solidFill>
              <a:latin typeface="Calibri"/>
              <a:ea typeface="Calibri"/>
              <a:cs typeface="Calibri"/>
              <a:sym typeface="Calibri"/>
            </a:endParaRPr>
          </a:p>
        </p:txBody>
      </p:sp>
      <p:sp>
        <p:nvSpPr>
          <p:cNvPr id="169" name="Google Shape;169;p32"/>
          <p:cNvSpPr/>
          <p:nvPr/>
        </p:nvSpPr>
        <p:spPr>
          <a:xfrm>
            <a:off x="3655875" y="1625835"/>
            <a:ext cx="757500" cy="1446900"/>
          </a:xfrm>
          <a:prstGeom prst="ellipse">
            <a:avLst/>
          </a:prstGeom>
          <a:noFill/>
          <a:ln cap="flat" cmpd="sng" w="5715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70" name="Google Shape;170;p32"/>
          <p:cNvSpPr txBox="1"/>
          <p:nvPr/>
        </p:nvSpPr>
        <p:spPr>
          <a:xfrm>
            <a:off x="4565184" y="2589662"/>
            <a:ext cx="593700" cy="484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700"/>
              <a:buFont typeface="Arial"/>
              <a:buNone/>
            </a:pPr>
            <a:r>
              <a:rPr b="0" i="0" lang="en" sz="2700" u="none" cap="none" strike="noStrike">
                <a:solidFill>
                  <a:schemeClr val="dk1"/>
                </a:solidFill>
                <a:latin typeface="Calibri"/>
                <a:ea typeface="Calibri"/>
                <a:cs typeface="Calibri"/>
                <a:sym typeface="Calibri"/>
              </a:rPr>
              <a:t>xyz</a:t>
            </a:r>
            <a:endParaRPr b="0" i="0" sz="1400" u="none" cap="none" strike="noStrike">
              <a:solidFill>
                <a:schemeClr val="dk1"/>
              </a:solidFill>
              <a:latin typeface="Calibri"/>
              <a:ea typeface="Calibri"/>
              <a:cs typeface="Calibri"/>
              <a:sym typeface="Calibri"/>
            </a:endParaRPr>
          </a:p>
        </p:txBody>
      </p:sp>
      <p:sp>
        <p:nvSpPr>
          <p:cNvPr id="171" name="Google Shape;171;p32"/>
          <p:cNvSpPr/>
          <p:nvPr/>
        </p:nvSpPr>
        <p:spPr>
          <a:xfrm>
            <a:off x="4462801" y="1624131"/>
            <a:ext cx="757500" cy="1446900"/>
          </a:xfrm>
          <a:prstGeom prst="ellipse">
            <a:avLst/>
          </a:prstGeom>
          <a:noFill/>
          <a:ln cap="flat" cmpd="sng" w="5715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72" name="Google Shape;172;p32"/>
          <p:cNvSpPr/>
          <p:nvPr/>
        </p:nvSpPr>
        <p:spPr>
          <a:xfrm>
            <a:off x="2992699" y="3185848"/>
            <a:ext cx="565500" cy="522000"/>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73" name="Google Shape;173;p32"/>
          <p:cNvSpPr/>
          <p:nvPr/>
        </p:nvSpPr>
        <p:spPr>
          <a:xfrm>
            <a:off x="3716032" y="3164473"/>
            <a:ext cx="565500" cy="522000"/>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74" name="Google Shape;174;p32"/>
          <p:cNvSpPr/>
          <p:nvPr/>
        </p:nvSpPr>
        <p:spPr>
          <a:xfrm>
            <a:off x="2889890" y="1627539"/>
            <a:ext cx="757500" cy="1446900"/>
          </a:xfrm>
          <a:prstGeom prst="ellipse">
            <a:avLst/>
          </a:prstGeom>
          <a:noFill/>
          <a:ln cap="flat" cmpd="sng" w="5715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75" name="Google Shape;175;p32"/>
          <p:cNvSpPr/>
          <p:nvPr/>
        </p:nvSpPr>
        <p:spPr>
          <a:xfrm>
            <a:off x="4572000" y="3227141"/>
            <a:ext cx="389100" cy="396600"/>
          </a:xfrm>
          <a:prstGeom prst="smileyFace">
            <a:avLst>
              <a:gd fmla="val 4653" name="adj"/>
            </a:avLst>
          </a:prstGeom>
          <a:solidFill>
            <a:srgbClr val="C4E0B2"/>
          </a:solidFill>
          <a:ln cap="flat" cmpd="sng" w="38100">
            <a:solidFill>
              <a:srgbClr val="38562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76" name="Google Shape;176;p32"/>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6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7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6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6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3"/>
          <p:cNvSpPr txBox="1"/>
          <p:nvPr>
            <p:ph type="title"/>
          </p:nvPr>
        </p:nvSpPr>
        <p:spPr>
          <a:xfrm>
            <a:off x="623888" y="429905"/>
            <a:ext cx="7886700" cy="5982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sz="3300"/>
              <a:t>Linear Search</a:t>
            </a:r>
            <a:endParaRPr sz="3300"/>
          </a:p>
        </p:txBody>
      </p:sp>
      <p:sp>
        <p:nvSpPr>
          <p:cNvPr id="182" name="Google Shape;182;p33"/>
          <p:cNvSpPr txBox="1"/>
          <p:nvPr>
            <p:ph idx="1" type="body"/>
          </p:nvPr>
        </p:nvSpPr>
        <p:spPr>
          <a:xfrm>
            <a:off x="634124" y="944549"/>
            <a:ext cx="7886700" cy="4272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rgbClr val="888888"/>
              </a:buClr>
              <a:buSzPts val="1800"/>
              <a:buNone/>
            </a:pPr>
            <a:r>
              <a:rPr lang="en"/>
              <a:t>Pseudo code (Iterative)</a:t>
            </a:r>
            <a:endParaRPr/>
          </a:p>
        </p:txBody>
      </p:sp>
      <p:sp>
        <p:nvSpPr>
          <p:cNvPr id="183" name="Google Shape;183;p33"/>
          <p:cNvSpPr txBox="1"/>
          <p:nvPr/>
        </p:nvSpPr>
        <p:spPr>
          <a:xfrm>
            <a:off x="717939" y="1360874"/>
            <a:ext cx="3559800" cy="3117000"/>
          </a:xfrm>
          <a:prstGeom prst="rect">
            <a:avLst/>
          </a:prstGeom>
          <a:noFill/>
          <a:ln cap="flat" cmpd="sng" w="9525">
            <a:solidFill>
              <a:srgbClr val="434343"/>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385623"/>
                </a:solidFill>
                <a:latin typeface="Calibri"/>
                <a:ea typeface="Calibri"/>
                <a:cs typeface="Calibri"/>
                <a:sym typeface="Calibri"/>
              </a:rPr>
              <a:t>boolean </a:t>
            </a:r>
            <a:r>
              <a:rPr b="0" i="0" lang="en" sz="1800" u="none" cap="none" strike="noStrike">
                <a:solidFill>
                  <a:srgbClr val="1C3AA9"/>
                </a:solidFill>
                <a:latin typeface="Calibri"/>
                <a:ea typeface="Calibri"/>
                <a:cs typeface="Calibri"/>
                <a:sym typeface="Calibri"/>
              </a:rPr>
              <a:t>linearSearch</a:t>
            </a:r>
            <a:r>
              <a:rPr b="0" i="0" lang="en" sz="1800" u="none" cap="none" strike="noStrike">
                <a:solidFill>
                  <a:srgbClr val="434343"/>
                </a:solidFill>
                <a:latin typeface="Calibri"/>
                <a:ea typeface="Calibri"/>
                <a:cs typeface="Calibri"/>
                <a:sym typeface="Calibri"/>
              </a:rPr>
              <a:t>(A[], item){</a:t>
            </a:r>
            <a:endParaRPr b="0" i="0" sz="11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434343"/>
                </a:solidFill>
                <a:latin typeface="Calibri"/>
                <a:ea typeface="Calibri"/>
                <a:cs typeface="Calibri"/>
                <a:sym typeface="Calibri"/>
              </a:rPr>
              <a:t>	</a:t>
            </a:r>
            <a:endParaRPr b="0" i="0" sz="11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434343"/>
                </a:solidFill>
                <a:latin typeface="Calibri"/>
                <a:ea typeface="Calibri"/>
                <a:cs typeface="Calibri"/>
                <a:sym typeface="Calibri"/>
              </a:rPr>
              <a:t>	int i = 0;</a:t>
            </a:r>
            <a:endParaRPr b="0" i="0" sz="11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434343"/>
                </a:solidFill>
                <a:latin typeface="Calibri"/>
                <a:ea typeface="Calibri"/>
                <a:cs typeface="Calibri"/>
                <a:sym typeface="Calibri"/>
              </a:rPr>
              <a:t>	while(i &lt; A.length){</a:t>
            </a:r>
            <a:endParaRPr b="0" i="0" sz="11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434343"/>
                </a:solidFill>
                <a:latin typeface="Calibri"/>
                <a:ea typeface="Calibri"/>
                <a:cs typeface="Calibri"/>
                <a:sym typeface="Calibri"/>
              </a:rPr>
              <a:t>		if (A[i] matches item){</a:t>
            </a:r>
            <a:endParaRPr b="0" i="0" sz="11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434343"/>
                </a:solidFill>
                <a:latin typeface="Calibri"/>
                <a:ea typeface="Calibri"/>
                <a:cs typeface="Calibri"/>
                <a:sym typeface="Calibri"/>
              </a:rPr>
              <a:t>			return true;</a:t>
            </a:r>
            <a:endParaRPr b="0" i="0" sz="11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434343"/>
                </a:solidFill>
                <a:latin typeface="Calibri"/>
                <a:ea typeface="Calibri"/>
                <a:cs typeface="Calibri"/>
                <a:sym typeface="Calibri"/>
              </a:rPr>
              <a:t>		}</a:t>
            </a:r>
            <a:endParaRPr b="0" i="0" sz="11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434343"/>
                </a:solidFill>
                <a:latin typeface="Calibri"/>
                <a:ea typeface="Calibri"/>
                <a:cs typeface="Calibri"/>
                <a:sym typeface="Calibri"/>
              </a:rPr>
              <a:t>		i++;</a:t>
            </a:r>
            <a:endParaRPr b="0" i="0" sz="11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434343"/>
                </a:solidFill>
                <a:latin typeface="Calibri"/>
                <a:ea typeface="Calibri"/>
                <a:cs typeface="Calibri"/>
                <a:sym typeface="Calibri"/>
              </a:rPr>
              <a:t>	}</a:t>
            </a:r>
            <a:endParaRPr b="0" i="0" sz="11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434343"/>
                </a:solidFill>
                <a:latin typeface="Calibri"/>
                <a:ea typeface="Calibri"/>
                <a:cs typeface="Calibri"/>
                <a:sym typeface="Calibri"/>
              </a:rPr>
              <a:t>	return false;</a:t>
            </a:r>
            <a:endParaRPr b="0" i="0" sz="11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434343"/>
                </a:solidFill>
                <a:latin typeface="Calibri"/>
                <a:ea typeface="Calibri"/>
                <a:cs typeface="Calibri"/>
                <a:sym typeface="Calibri"/>
              </a:rPr>
              <a:t>}</a:t>
            </a:r>
            <a:endParaRPr b="0" i="0" sz="1400" u="none" cap="none" strike="noStrike">
              <a:solidFill>
                <a:srgbClr val="434343"/>
              </a:solidFill>
              <a:latin typeface="Calibri"/>
              <a:ea typeface="Calibri"/>
              <a:cs typeface="Calibri"/>
              <a:sym typeface="Calibri"/>
            </a:endParaRPr>
          </a:p>
        </p:txBody>
      </p:sp>
      <p:cxnSp>
        <p:nvCxnSpPr>
          <p:cNvPr id="184" name="Google Shape;184;p33"/>
          <p:cNvCxnSpPr>
            <a:stCxn id="185" idx="1"/>
          </p:cNvCxnSpPr>
          <p:nvPr/>
        </p:nvCxnSpPr>
        <p:spPr>
          <a:xfrm flipH="1">
            <a:off x="2346577" y="846492"/>
            <a:ext cx="2721900" cy="1178700"/>
          </a:xfrm>
          <a:prstGeom prst="straightConnector1">
            <a:avLst/>
          </a:prstGeom>
          <a:noFill/>
          <a:ln cap="flat" cmpd="sng" w="38100">
            <a:solidFill>
              <a:schemeClr val="dk1"/>
            </a:solidFill>
            <a:prstDash val="solid"/>
            <a:miter lim="800000"/>
            <a:headEnd len="sm" w="sm" type="none"/>
            <a:tailEnd len="med" w="med" type="stealth"/>
          </a:ln>
        </p:spPr>
      </p:cxnSp>
      <p:cxnSp>
        <p:nvCxnSpPr>
          <p:cNvPr id="186" name="Google Shape;186;p33"/>
          <p:cNvCxnSpPr>
            <a:stCxn id="187" idx="1"/>
          </p:cNvCxnSpPr>
          <p:nvPr/>
        </p:nvCxnSpPr>
        <p:spPr>
          <a:xfrm flipH="1">
            <a:off x="3289669" y="1335852"/>
            <a:ext cx="1753800" cy="1000200"/>
          </a:xfrm>
          <a:prstGeom prst="straightConnector1">
            <a:avLst/>
          </a:prstGeom>
          <a:noFill/>
          <a:ln cap="flat" cmpd="sng" w="38100">
            <a:solidFill>
              <a:schemeClr val="dk1"/>
            </a:solidFill>
            <a:prstDash val="solid"/>
            <a:miter lim="800000"/>
            <a:headEnd len="sm" w="sm" type="none"/>
            <a:tailEnd len="med" w="med" type="stealth"/>
          </a:ln>
        </p:spPr>
      </p:cxnSp>
      <p:cxnSp>
        <p:nvCxnSpPr>
          <p:cNvPr id="188" name="Google Shape;188;p33"/>
          <p:cNvCxnSpPr/>
          <p:nvPr/>
        </p:nvCxnSpPr>
        <p:spPr>
          <a:xfrm flipH="1">
            <a:off x="4147106" y="2025253"/>
            <a:ext cx="932100" cy="492900"/>
          </a:xfrm>
          <a:prstGeom prst="straightConnector1">
            <a:avLst/>
          </a:prstGeom>
          <a:noFill/>
          <a:ln cap="flat" cmpd="sng" w="38100">
            <a:solidFill>
              <a:schemeClr val="dk1"/>
            </a:solidFill>
            <a:prstDash val="solid"/>
            <a:miter lim="800000"/>
            <a:headEnd len="sm" w="sm" type="none"/>
            <a:tailEnd len="med" w="med" type="stealth"/>
          </a:ln>
        </p:spPr>
      </p:cxnSp>
      <p:cxnSp>
        <p:nvCxnSpPr>
          <p:cNvPr id="189" name="Google Shape;189;p33"/>
          <p:cNvCxnSpPr>
            <a:stCxn id="190" idx="1"/>
          </p:cNvCxnSpPr>
          <p:nvPr/>
        </p:nvCxnSpPr>
        <p:spPr>
          <a:xfrm flipH="1">
            <a:off x="3986113" y="2490804"/>
            <a:ext cx="1153800" cy="488400"/>
          </a:xfrm>
          <a:prstGeom prst="straightConnector1">
            <a:avLst/>
          </a:prstGeom>
          <a:noFill/>
          <a:ln cap="flat" cmpd="sng" w="38100">
            <a:solidFill>
              <a:schemeClr val="dk1"/>
            </a:solidFill>
            <a:prstDash val="solid"/>
            <a:miter lim="800000"/>
            <a:headEnd len="sm" w="sm" type="none"/>
            <a:tailEnd len="med" w="med" type="stealth"/>
          </a:ln>
        </p:spPr>
      </p:cxnSp>
      <p:cxnSp>
        <p:nvCxnSpPr>
          <p:cNvPr id="191" name="Google Shape;191;p33"/>
          <p:cNvCxnSpPr/>
          <p:nvPr/>
        </p:nvCxnSpPr>
        <p:spPr>
          <a:xfrm flipH="1">
            <a:off x="2611276" y="3150393"/>
            <a:ext cx="2446500" cy="360600"/>
          </a:xfrm>
          <a:prstGeom prst="straightConnector1">
            <a:avLst/>
          </a:prstGeom>
          <a:noFill/>
          <a:ln cap="flat" cmpd="sng" w="38100">
            <a:solidFill>
              <a:schemeClr val="dk1"/>
            </a:solidFill>
            <a:prstDash val="solid"/>
            <a:miter lim="800000"/>
            <a:headEnd len="sm" w="sm" type="none"/>
            <a:tailEnd len="med" w="med" type="stealth"/>
          </a:ln>
        </p:spPr>
      </p:cxnSp>
      <p:cxnSp>
        <p:nvCxnSpPr>
          <p:cNvPr id="192" name="Google Shape;192;p33"/>
          <p:cNvCxnSpPr/>
          <p:nvPr/>
        </p:nvCxnSpPr>
        <p:spPr>
          <a:xfrm flipH="1">
            <a:off x="2664572" y="3975497"/>
            <a:ext cx="2253900" cy="50100"/>
          </a:xfrm>
          <a:prstGeom prst="straightConnector1">
            <a:avLst/>
          </a:prstGeom>
          <a:noFill/>
          <a:ln cap="flat" cmpd="sng" w="38100">
            <a:solidFill>
              <a:schemeClr val="dk1"/>
            </a:solidFill>
            <a:prstDash val="solid"/>
            <a:miter lim="800000"/>
            <a:headEnd len="sm" w="sm" type="none"/>
            <a:tailEnd len="med" w="med" type="stealth"/>
          </a:ln>
        </p:spPr>
      </p:cxnSp>
      <p:sp>
        <p:nvSpPr>
          <p:cNvPr id="185" name="Google Shape;185;p33"/>
          <p:cNvSpPr txBox="1"/>
          <p:nvPr/>
        </p:nvSpPr>
        <p:spPr>
          <a:xfrm>
            <a:off x="5068477" y="696492"/>
            <a:ext cx="3182700" cy="300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Starting from index 0 of the array A</a:t>
            </a:r>
            <a:endParaRPr b="0" i="0" sz="1500" u="none" cap="none" strike="noStrike">
              <a:solidFill>
                <a:schemeClr val="dk1"/>
              </a:solidFill>
              <a:latin typeface="Calibri"/>
              <a:ea typeface="Calibri"/>
              <a:cs typeface="Calibri"/>
              <a:sym typeface="Calibri"/>
            </a:endParaRPr>
          </a:p>
        </p:txBody>
      </p:sp>
      <p:sp>
        <p:nvSpPr>
          <p:cNvPr id="187" name="Google Shape;187;p33"/>
          <p:cNvSpPr txBox="1"/>
          <p:nvPr/>
        </p:nvSpPr>
        <p:spPr>
          <a:xfrm>
            <a:off x="5043469" y="1185852"/>
            <a:ext cx="3228900" cy="300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Loop to traverse till the end of the array</a:t>
            </a:r>
            <a:endParaRPr b="0" i="0" sz="1500" u="none" cap="none" strike="noStrike">
              <a:solidFill>
                <a:schemeClr val="dk1"/>
              </a:solidFill>
              <a:latin typeface="Calibri"/>
              <a:ea typeface="Calibri"/>
              <a:cs typeface="Calibri"/>
              <a:sym typeface="Calibri"/>
            </a:endParaRPr>
          </a:p>
        </p:txBody>
      </p:sp>
      <p:sp>
        <p:nvSpPr>
          <p:cNvPr id="193" name="Google Shape;193;p33"/>
          <p:cNvSpPr txBox="1"/>
          <p:nvPr/>
        </p:nvSpPr>
        <p:spPr>
          <a:xfrm>
            <a:off x="5086333" y="1625208"/>
            <a:ext cx="2711100" cy="531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Checking if the </a:t>
            </a:r>
            <a:r>
              <a:rPr b="0" i="1" lang="en" sz="1500" u="none" cap="none" strike="noStrike">
                <a:solidFill>
                  <a:schemeClr val="dk1"/>
                </a:solidFill>
                <a:latin typeface="Calibri"/>
                <a:ea typeface="Calibri"/>
                <a:cs typeface="Calibri"/>
                <a:sym typeface="Calibri"/>
              </a:rPr>
              <a:t>ith</a:t>
            </a:r>
            <a:r>
              <a:rPr b="0" i="0" lang="en" sz="1500" u="none" cap="none" strike="noStrike">
                <a:solidFill>
                  <a:schemeClr val="dk1"/>
                </a:solidFill>
                <a:latin typeface="Calibri"/>
                <a:ea typeface="Calibri"/>
                <a:cs typeface="Calibri"/>
                <a:sym typeface="Calibri"/>
              </a:rPr>
              <a:t> element of the array matches with </a:t>
            </a:r>
            <a:r>
              <a:rPr b="0" i="1" lang="en" sz="1500" u="none" cap="none" strike="noStrike">
                <a:solidFill>
                  <a:schemeClr val="dk1"/>
                </a:solidFill>
                <a:latin typeface="Calibri"/>
                <a:ea typeface="Calibri"/>
                <a:cs typeface="Calibri"/>
                <a:sym typeface="Calibri"/>
              </a:rPr>
              <a:t>item</a:t>
            </a:r>
            <a:endParaRPr b="0" i="0" sz="1500" u="none" cap="none" strike="noStrike">
              <a:solidFill>
                <a:schemeClr val="dk1"/>
              </a:solidFill>
              <a:latin typeface="Calibri"/>
              <a:ea typeface="Calibri"/>
              <a:cs typeface="Calibri"/>
              <a:sym typeface="Calibri"/>
            </a:endParaRPr>
          </a:p>
        </p:txBody>
      </p:sp>
      <p:sp>
        <p:nvSpPr>
          <p:cNvPr id="190" name="Google Shape;190;p33"/>
          <p:cNvSpPr txBox="1"/>
          <p:nvPr/>
        </p:nvSpPr>
        <p:spPr>
          <a:xfrm>
            <a:off x="5139913" y="2225304"/>
            <a:ext cx="2711100" cy="531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If matches, then return true, not searching further.</a:t>
            </a:r>
            <a:endParaRPr b="0" i="0" sz="1500" u="none" cap="none" strike="noStrike">
              <a:solidFill>
                <a:schemeClr val="dk1"/>
              </a:solidFill>
              <a:latin typeface="Calibri"/>
              <a:ea typeface="Calibri"/>
              <a:cs typeface="Calibri"/>
              <a:sym typeface="Calibri"/>
            </a:endParaRPr>
          </a:p>
        </p:txBody>
      </p:sp>
      <p:sp>
        <p:nvSpPr>
          <p:cNvPr id="194" name="Google Shape;194;p33"/>
          <p:cNvSpPr txBox="1"/>
          <p:nvPr/>
        </p:nvSpPr>
        <p:spPr>
          <a:xfrm>
            <a:off x="5150629" y="2761104"/>
            <a:ext cx="2711100" cy="762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If mismatch in the if condition, this line will run moving to the next index of the array.</a:t>
            </a:r>
            <a:endParaRPr b="0" i="0" sz="1500" u="none" cap="none" strike="noStrike">
              <a:solidFill>
                <a:schemeClr val="dk1"/>
              </a:solidFill>
              <a:latin typeface="Calibri"/>
              <a:ea typeface="Calibri"/>
              <a:cs typeface="Calibri"/>
              <a:sym typeface="Calibri"/>
            </a:endParaRPr>
          </a:p>
        </p:txBody>
      </p:sp>
      <p:sp>
        <p:nvSpPr>
          <p:cNvPr id="195" name="Google Shape;195;p33"/>
          <p:cNvSpPr txBox="1"/>
          <p:nvPr/>
        </p:nvSpPr>
        <p:spPr>
          <a:xfrm>
            <a:off x="5089908" y="3557576"/>
            <a:ext cx="3521100" cy="992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The program will reach this line after while </a:t>
            </a:r>
            <a:br>
              <a:rPr b="0" i="0" lang="en" sz="1500" u="none" cap="none" strike="noStrike">
                <a:solidFill>
                  <a:schemeClr val="dk1"/>
                </a:solidFill>
                <a:latin typeface="Calibri"/>
                <a:ea typeface="Calibri"/>
                <a:cs typeface="Calibri"/>
                <a:sym typeface="Calibri"/>
              </a:rPr>
            </a:br>
            <a:r>
              <a:rPr b="0" i="0" lang="en" sz="1500" u="none" cap="none" strike="noStrike">
                <a:solidFill>
                  <a:schemeClr val="dk1"/>
                </a:solidFill>
                <a:latin typeface="Calibri"/>
                <a:ea typeface="Calibri"/>
                <a:cs typeface="Calibri"/>
                <a:sym typeface="Calibri"/>
              </a:rPr>
              <a:t>loop is complete. This means all indices are</a:t>
            </a:r>
            <a:br>
              <a:rPr b="0" i="0" lang="en" sz="1500" u="none" cap="none" strike="noStrike">
                <a:solidFill>
                  <a:schemeClr val="dk1"/>
                </a:solidFill>
                <a:latin typeface="Calibri"/>
                <a:ea typeface="Calibri"/>
                <a:cs typeface="Calibri"/>
                <a:sym typeface="Calibri"/>
              </a:rPr>
            </a:br>
            <a:r>
              <a:rPr b="0" i="0" lang="en" sz="1500" u="none" cap="none" strike="noStrike">
                <a:solidFill>
                  <a:schemeClr val="dk1"/>
                </a:solidFill>
                <a:latin typeface="Calibri"/>
                <a:ea typeface="Calibri"/>
                <a:cs typeface="Calibri"/>
                <a:sym typeface="Calibri"/>
              </a:rPr>
              <a:t>traversed and item could not be found. </a:t>
            </a:r>
            <a:br>
              <a:rPr b="0" i="0" lang="en" sz="1500" u="none" cap="none" strike="noStrike">
                <a:solidFill>
                  <a:schemeClr val="dk1"/>
                </a:solidFill>
                <a:latin typeface="Calibri"/>
                <a:ea typeface="Calibri"/>
                <a:cs typeface="Calibri"/>
                <a:sym typeface="Calibri"/>
              </a:rPr>
            </a:br>
            <a:r>
              <a:rPr b="0" i="0" lang="en" sz="1500" u="none" cap="none" strike="noStrike">
                <a:solidFill>
                  <a:schemeClr val="dk1"/>
                </a:solidFill>
                <a:latin typeface="Calibri"/>
                <a:ea typeface="Calibri"/>
                <a:cs typeface="Calibri"/>
                <a:sym typeface="Calibri"/>
              </a:rPr>
              <a:t>False is returned. </a:t>
            </a:r>
            <a:endParaRPr b="0" i="0" sz="1500" u="none" cap="none" strike="noStrike">
              <a:solidFill>
                <a:schemeClr val="dk1"/>
              </a:solidFill>
              <a:latin typeface="Calibri"/>
              <a:ea typeface="Calibri"/>
              <a:cs typeface="Calibri"/>
              <a:sym typeface="Calibri"/>
            </a:endParaRPr>
          </a:p>
        </p:txBody>
      </p:sp>
      <p:sp>
        <p:nvSpPr>
          <p:cNvPr id="196" name="Google Shape;196;p33"/>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4"/>
          <p:cNvSpPr txBox="1"/>
          <p:nvPr>
            <p:ph type="title"/>
          </p:nvPr>
        </p:nvSpPr>
        <p:spPr>
          <a:xfrm>
            <a:off x="623888" y="429905"/>
            <a:ext cx="7886700" cy="5982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sz="3300"/>
              <a:t>Linear Search</a:t>
            </a:r>
            <a:endParaRPr sz="3300"/>
          </a:p>
        </p:txBody>
      </p:sp>
      <p:sp>
        <p:nvSpPr>
          <p:cNvPr id="202" name="Google Shape;202;p34"/>
          <p:cNvSpPr txBox="1"/>
          <p:nvPr>
            <p:ph idx="1" type="body"/>
          </p:nvPr>
        </p:nvSpPr>
        <p:spPr>
          <a:xfrm>
            <a:off x="634124" y="944549"/>
            <a:ext cx="7886700" cy="4272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rgbClr val="888888"/>
              </a:buClr>
              <a:buSzPts val="1800"/>
              <a:buNone/>
            </a:pPr>
            <a:r>
              <a:rPr lang="en"/>
              <a:t>Time Complexity (Iterative)</a:t>
            </a:r>
            <a:endParaRPr/>
          </a:p>
        </p:txBody>
      </p:sp>
      <p:sp>
        <p:nvSpPr>
          <p:cNvPr id="203" name="Google Shape;203;p34"/>
          <p:cNvSpPr txBox="1"/>
          <p:nvPr/>
        </p:nvSpPr>
        <p:spPr>
          <a:xfrm>
            <a:off x="717939" y="1360874"/>
            <a:ext cx="3228000" cy="2793600"/>
          </a:xfrm>
          <a:prstGeom prst="rect">
            <a:avLst/>
          </a:prstGeom>
          <a:noFill/>
          <a:ln cap="flat" cmpd="sng" w="9525">
            <a:solidFill>
              <a:schemeClr val="dk1"/>
            </a:solidFill>
            <a:prstDash val="solid"/>
            <a:round/>
            <a:headEnd len="sm" w="sm" type="none"/>
            <a:tailEnd len="sm" w="sm" type="none"/>
          </a:ln>
        </p:spPr>
        <p:txBody>
          <a:bodyPr anchorCtr="0" anchor="t" bIns="34275" lIns="68575" spcFirstLastPara="1" rIns="68575" wrap="square" tIns="34275">
            <a:spAutoFit/>
          </a:bodyPr>
          <a:lstStyle/>
          <a:p>
            <a:pPr indent="0" lvl="0" marL="0" rtl="0" algn="l">
              <a:spcBef>
                <a:spcPts val="0"/>
              </a:spcBef>
              <a:spcAft>
                <a:spcPts val="0"/>
              </a:spcAft>
              <a:buClr>
                <a:srgbClr val="000000"/>
              </a:buClr>
              <a:buSzPts val="1800"/>
              <a:buFont typeface="Arial"/>
              <a:buNone/>
            </a:pPr>
            <a:r>
              <a:rPr lang="en" sz="1500">
                <a:solidFill>
                  <a:srgbClr val="385623"/>
                </a:solidFill>
                <a:latin typeface="Calibri"/>
                <a:ea typeface="Calibri"/>
                <a:cs typeface="Calibri"/>
                <a:sym typeface="Calibri"/>
              </a:rPr>
              <a:t>boolean </a:t>
            </a:r>
            <a:r>
              <a:rPr lang="en" sz="1500">
                <a:solidFill>
                  <a:srgbClr val="1C3AA9"/>
                </a:solidFill>
                <a:latin typeface="Calibri"/>
                <a:ea typeface="Calibri"/>
                <a:cs typeface="Calibri"/>
                <a:sym typeface="Calibri"/>
              </a:rPr>
              <a:t>linearSearch</a:t>
            </a:r>
            <a:r>
              <a:rPr lang="en" sz="1500">
                <a:solidFill>
                  <a:srgbClr val="434343"/>
                </a:solidFill>
                <a:latin typeface="Calibri"/>
                <a:ea typeface="Calibri"/>
                <a:cs typeface="Calibri"/>
                <a:sym typeface="Calibri"/>
              </a:rPr>
              <a:t>(A[], item){</a:t>
            </a:r>
            <a:endParaRPr sz="800">
              <a:solidFill>
                <a:srgbClr val="434343"/>
              </a:solidFill>
            </a:endParaRPr>
          </a:p>
          <a:p>
            <a:pPr indent="0" lvl="0" marL="0" rtl="0" algn="l">
              <a:spcBef>
                <a:spcPts val="0"/>
              </a:spcBef>
              <a:spcAft>
                <a:spcPts val="0"/>
              </a:spcAft>
              <a:buClr>
                <a:srgbClr val="000000"/>
              </a:buClr>
              <a:buSzPts val="1800"/>
              <a:buFont typeface="Arial"/>
              <a:buNone/>
            </a:pPr>
            <a:r>
              <a:rPr lang="en" sz="1500">
                <a:solidFill>
                  <a:srgbClr val="434343"/>
                </a:solidFill>
                <a:latin typeface="Calibri"/>
                <a:ea typeface="Calibri"/>
                <a:cs typeface="Calibri"/>
                <a:sym typeface="Calibri"/>
              </a:rPr>
              <a:t>	</a:t>
            </a:r>
            <a:endParaRPr sz="800">
              <a:solidFill>
                <a:srgbClr val="434343"/>
              </a:solidFill>
            </a:endParaRPr>
          </a:p>
          <a:p>
            <a:pPr indent="0" lvl="0" marL="0" rtl="0" algn="l">
              <a:spcBef>
                <a:spcPts val="0"/>
              </a:spcBef>
              <a:spcAft>
                <a:spcPts val="0"/>
              </a:spcAft>
              <a:buClr>
                <a:srgbClr val="000000"/>
              </a:buClr>
              <a:buSzPts val="1800"/>
              <a:buFont typeface="Arial"/>
              <a:buNone/>
            </a:pPr>
            <a:r>
              <a:rPr lang="en" sz="1500">
                <a:solidFill>
                  <a:srgbClr val="434343"/>
                </a:solidFill>
                <a:latin typeface="Calibri"/>
                <a:ea typeface="Calibri"/>
                <a:cs typeface="Calibri"/>
                <a:sym typeface="Calibri"/>
              </a:rPr>
              <a:t>	int i = 0;</a:t>
            </a:r>
            <a:endParaRPr sz="800">
              <a:solidFill>
                <a:srgbClr val="434343"/>
              </a:solidFill>
            </a:endParaRPr>
          </a:p>
          <a:p>
            <a:pPr indent="0" lvl="0" marL="0" rtl="0" algn="l">
              <a:spcBef>
                <a:spcPts val="0"/>
              </a:spcBef>
              <a:spcAft>
                <a:spcPts val="0"/>
              </a:spcAft>
              <a:buClr>
                <a:srgbClr val="000000"/>
              </a:buClr>
              <a:buSzPts val="1800"/>
              <a:buFont typeface="Arial"/>
              <a:buNone/>
            </a:pPr>
            <a:r>
              <a:rPr lang="en" sz="1500">
                <a:solidFill>
                  <a:srgbClr val="434343"/>
                </a:solidFill>
                <a:latin typeface="Calibri"/>
                <a:ea typeface="Calibri"/>
                <a:cs typeface="Calibri"/>
                <a:sym typeface="Calibri"/>
              </a:rPr>
              <a:t>	while(i &lt; A.length){</a:t>
            </a:r>
            <a:endParaRPr sz="800">
              <a:solidFill>
                <a:srgbClr val="434343"/>
              </a:solidFill>
            </a:endParaRPr>
          </a:p>
          <a:p>
            <a:pPr indent="0" lvl="0" marL="0" rtl="0" algn="l">
              <a:spcBef>
                <a:spcPts val="0"/>
              </a:spcBef>
              <a:spcAft>
                <a:spcPts val="0"/>
              </a:spcAft>
              <a:buClr>
                <a:srgbClr val="000000"/>
              </a:buClr>
              <a:buSzPts val="1800"/>
              <a:buFont typeface="Arial"/>
              <a:buNone/>
            </a:pPr>
            <a:r>
              <a:rPr lang="en" sz="1500">
                <a:solidFill>
                  <a:srgbClr val="434343"/>
                </a:solidFill>
                <a:latin typeface="Calibri"/>
                <a:ea typeface="Calibri"/>
                <a:cs typeface="Calibri"/>
                <a:sym typeface="Calibri"/>
              </a:rPr>
              <a:t>		if (A[i] matches item){</a:t>
            </a:r>
            <a:endParaRPr sz="800">
              <a:solidFill>
                <a:srgbClr val="434343"/>
              </a:solidFill>
            </a:endParaRPr>
          </a:p>
          <a:p>
            <a:pPr indent="0" lvl="0" marL="0" rtl="0" algn="l">
              <a:spcBef>
                <a:spcPts val="0"/>
              </a:spcBef>
              <a:spcAft>
                <a:spcPts val="0"/>
              </a:spcAft>
              <a:buClr>
                <a:srgbClr val="000000"/>
              </a:buClr>
              <a:buSzPts val="1800"/>
              <a:buFont typeface="Arial"/>
              <a:buNone/>
            </a:pPr>
            <a:r>
              <a:rPr lang="en" sz="1500">
                <a:solidFill>
                  <a:srgbClr val="434343"/>
                </a:solidFill>
                <a:latin typeface="Calibri"/>
                <a:ea typeface="Calibri"/>
                <a:cs typeface="Calibri"/>
                <a:sym typeface="Calibri"/>
              </a:rPr>
              <a:t>			return true;</a:t>
            </a:r>
            <a:endParaRPr sz="800">
              <a:solidFill>
                <a:srgbClr val="434343"/>
              </a:solidFill>
            </a:endParaRPr>
          </a:p>
          <a:p>
            <a:pPr indent="0" lvl="0" marL="0" rtl="0" algn="l">
              <a:spcBef>
                <a:spcPts val="0"/>
              </a:spcBef>
              <a:spcAft>
                <a:spcPts val="0"/>
              </a:spcAft>
              <a:buClr>
                <a:srgbClr val="000000"/>
              </a:buClr>
              <a:buSzPts val="1800"/>
              <a:buFont typeface="Arial"/>
              <a:buNone/>
            </a:pPr>
            <a:r>
              <a:rPr lang="en" sz="1500">
                <a:solidFill>
                  <a:srgbClr val="434343"/>
                </a:solidFill>
                <a:latin typeface="Calibri"/>
                <a:ea typeface="Calibri"/>
                <a:cs typeface="Calibri"/>
                <a:sym typeface="Calibri"/>
              </a:rPr>
              <a:t>		}</a:t>
            </a:r>
            <a:endParaRPr sz="800">
              <a:solidFill>
                <a:srgbClr val="434343"/>
              </a:solidFill>
            </a:endParaRPr>
          </a:p>
          <a:p>
            <a:pPr indent="0" lvl="0" marL="0" rtl="0" algn="l">
              <a:spcBef>
                <a:spcPts val="0"/>
              </a:spcBef>
              <a:spcAft>
                <a:spcPts val="0"/>
              </a:spcAft>
              <a:buClr>
                <a:srgbClr val="000000"/>
              </a:buClr>
              <a:buSzPts val="1800"/>
              <a:buFont typeface="Arial"/>
              <a:buNone/>
            </a:pPr>
            <a:r>
              <a:rPr lang="en" sz="1500">
                <a:solidFill>
                  <a:srgbClr val="434343"/>
                </a:solidFill>
                <a:latin typeface="Calibri"/>
                <a:ea typeface="Calibri"/>
                <a:cs typeface="Calibri"/>
                <a:sym typeface="Calibri"/>
              </a:rPr>
              <a:t>		i++;</a:t>
            </a:r>
            <a:endParaRPr sz="800">
              <a:solidFill>
                <a:srgbClr val="434343"/>
              </a:solidFill>
            </a:endParaRPr>
          </a:p>
          <a:p>
            <a:pPr indent="0" lvl="0" marL="0" rtl="0" algn="l">
              <a:spcBef>
                <a:spcPts val="0"/>
              </a:spcBef>
              <a:spcAft>
                <a:spcPts val="0"/>
              </a:spcAft>
              <a:buClr>
                <a:srgbClr val="000000"/>
              </a:buClr>
              <a:buSzPts val="1800"/>
              <a:buFont typeface="Arial"/>
              <a:buNone/>
            </a:pPr>
            <a:r>
              <a:rPr lang="en" sz="1500">
                <a:solidFill>
                  <a:srgbClr val="434343"/>
                </a:solidFill>
                <a:latin typeface="Calibri"/>
                <a:ea typeface="Calibri"/>
                <a:cs typeface="Calibri"/>
                <a:sym typeface="Calibri"/>
              </a:rPr>
              <a:t>	}</a:t>
            </a:r>
            <a:endParaRPr sz="800">
              <a:solidFill>
                <a:srgbClr val="434343"/>
              </a:solidFill>
            </a:endParaRPr>
          </a:p>
          <a:p>
            <a:pPr indent="0" lvl="0" marL="0" rtl="0" algn="l">
              <a:spcBef>
                <a:spcPts val="0"/>
              </a:spcBef>
              <a:spcAft>
                <a:spcPts val="0"/>
              </a:spcAft>
              <a:buClr>
                <a:srgbClr val="000000"/>
              </a:buClr>
              <a:buSzPts val="1800"/>
              <a:buFont typeface="Arial"/>
              <a:buNone/>
            </a:pPr>
            <a:r>
              <a:rPr lang="en" sz="1500">
                <a:solidFill>
                  <a:srgbClr val="434343"/>
                </a:solidFill>
                <a:latin typeface="Calibri"/>
                <a:ea typeface="Calibri"/>
                <a:cs typeface="Calibri"/>
                <a:sym typeface="Calibri"/>
              </a:rPr>
              <a:t>	return false;</a:t>
            </a:r>
            <a:endParaRPr sz="800">
              <a:solidFill>
                <a:srgbClr val="434343"/>
              </a:solidFill>
            </a:endParaRPr>
          </a:p>
          <a:p>
            <a:pPr indent="0" lvl="0" marL="0" rtl="0" algn="l">
              <a:spcBef>
                <a:spcPts val="0"/>
              </a:spcBef>
              <a:spcAft>
                <a:spcPts val="0"/>
              </a:spcAft>
              <a:buClr>
                <a:srgbClr val="000000"/>
              </a:buClr>
              <a:buSzPts val="1800"/>
              <a:buFont typeface="Arial"/>
              <a:buNone/>
            </a:pPr>
            <a:r>
              <a:rPr lang="en" sz="1500">
                <a:solidFill>
                  <a:srgbClr val="434343"/>
                </a:solidFill>
                <a:latin typeface="Calibri"/>
                <a:ea typeface="Calibri"/>
                <a:cs typeface="Calibri"/>
                <a:sym typeface="Calibri"/>
              </a:rPr>
              <a:t>}</a:t>
            </a:r>
            <a:endParaRPr sz="1100">
              <a:solidFill>
                <a:srgbClr val="43434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t/>
            </a:r>
            <a:endParaRPr sz="1200">
              <a:solidFill>
                <a:schemeClr val="dk1"/>
              </a:solidFill>
              <a:latin typeface="Calibri"/>
              <a:ea typeface="Calibri"/>
              <a:cs typeface="Calibri"/>
              <a:sym typeface="Calibri"/>
            </a:endParaRPr>
          </a:p>
        </p:txBody>
      </p:sp>
      <p:sp>
        <p:nvSpPr>
          <p:cNvPr id="204" name="Google Shape;204;p34"/>
          <p:cNvSpPr txBox="1"/>
          <p:nvPr/>
        </p:nvSpPr>
        <p:spPr>
          <a:xfrm>
            <a:off x="4060985" y="2464591"/>
            <a:ext cx="5128200" cy="1038900"/>
          </a:xfrm>
          <a:prstGeom prst="rect">
            <a:avLst/>
          </a:prstGeom>
          <a:noFill/>
          <a:ln>
            <a:noFill/>
          </a:ln>
        </p:spPr>
        <p:txBody>
          <a:bodyPr anchorCtr="0" anchor="t" bIns="34275" lIns="68575" spcFirstLastPara="1" rIns="68575" wrap="square" tIns="34275">
            <a:spAutoFit/>
          </a:bodyPr>
          <a:lstStyle/>
          <a:p>
            <a:pPr indent="0" lvl="0" marL="0" marR="0" rtl="0" algn="just">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The worst case scenario occurs when the loop runs from </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index 0 to the end of the array. That is the item is found in </a:t>
            </a:r>
            <a:br>
              <a:rPr b="0" i="0" lang="en" sz="1500" u="none" cap="none" strike="noStrike">
                <a:solidFill>
                  <a:schemeClr val="dk1"/>
                </a:solidFill>
                <a:latin typeface="Calibri"/>
                <a:ea typeface="Calibri"/>
                <a:cs typeface="Calibri"/>
                <a:sym typeface="Calibri"/>
              </a:rPr>
            </a:br>
            <a:r>
              <a:rPr b="0" i="0" lang="en" sz="1500" u="none" cap="none" strike="noStrike">
                <a:solidFill>
                  <a:schemeClr val="dk1"/>
                </a:solidFill>
                <a:latin typeface="Calibri"/>
                <a:ea typeface="Calibri"/>
                <a:cs typeface="Calibri"/>
                <a:sym typeface="Calibri"/>
              </a:rPr>
              <a:t>the last index or not found at all.  Recall the above scenario.</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If there are </a:t>
            </a:r>
            <a:r>
              <a:rPr b="0" i="1" lang="en" sz="1500" u="none" cap="none" strike="noStrike">
                <a:solidFill>
                  <a:schemeClr val="dk1"/>
                </a:solidFill>
                <a:latin typeface="Calibri"/>
                <a:ea typeface="Calibri"/>
                <a:cs typeface="Calibri"/>
                <a:sym typeface="Calibri"/>
              </a:rPr>
              <a:t>n</a:t>
            </a:r>
            <a:r>
              <a:rPr b="0" i="0" lang="en" sz="1500" u="none" cap="none" strike="noStrike">
                <a:solidFill>
                  <a:schemeClr val="dk1"/>
                </a:solidFill>
                <a:latin typeface="Calibri"/>
                <a:ea typeface="Calibri"/>
                <a:cs typeface="Calibri"/>
                <a:sym typeface="Calibri"/>
              </a:rPr>
              <a:t> indices in an array, the worst case would be </a:t>
            </a:r>
            <a:r>
              <a:rPr b="0" i="0" lang="en" sz="1800" u="none" cap="none" strike="noStrike">
                <a:solidFill>
                  <a:schemeClr val="dk1"/>
                </a:solidFill>
                <a:latin typeface="Calibri"/>
                <a:ea typeface="Calibri"/>
                <a:cs typeface="Calibri"/>
                <a:sym typeface="Calibri"/>
              </a:rPr>
              <a:t>O(n)</a:t>
            </a:r>
            <a:endParaRPr b="0" i="0" sz="1400" u="none" cap="none" strike="noStrike">
              <a:solidFill>
                <a:schemeClr val="dk1"/>
              </a:solidFill>
              <a:latin typeface="Calibri"/>
              <a:ea typeface="Calibri"/>
              <a:cs typeface="Calibri"/>
              <a:sym typeface="Calibri"/>
            </a:endParaRPr>
          </a:p>
        </p:txBody>
      </p:sp>
      <p:graphicFrame>
        <p:nvGraphicFramePr>
          <p:cNvPr id="205" name="Google Shape;205;p34"/>
          <p:cNvGraphicFramePr/>
          <p:nvPr/>
        </p:nvGraphicFramePr>
        <p:xfrm>
          <a:off x="5947490" y="1794881"/>
          <a:ext cx="3000000" cy="3000000"/>
        </p:xfrm>
        <a:graphic>
          <a:graphicData uri="http://schemas.openxmlformats.org/drawingml/2006/table">
            <a:tbl>
              <a:tblPr bandRow="1" firstRow="1">
                <a:noFill/>
                <a:tableStyleId>{934A7E9F-56BB-4859-B949-D559EEAA48EF}</a:tableStyleId>
              </a:tblPr>
              <a:tblGrid>
                <a:gridCol w="597800"/>
                <a:gridCol w="596900"/>
                <a:gridCol w="675200"/>
                <a:gridCol w="665775"/>
              </a:tblGrid>
              <a:tr h="262550">
                <a:tc>
                  <a:txBody>
                    <a:bodyPr/>
                    <a:lstStyle/>
                    <a:p>
                      <a:pPr indent="0" lvl="0" marL="0" marR="0" rtl="0" algn="ctr">
                        <a:lnSpc>
                          <a:spcPct val="100000"/>
                        </a:lnSpc>
                        <a:spcBef>
                          <a:spcPts val="0"/>
                        </a:spcBef>
                        <a:spcAft>
                          <a:spcPts val="0"/>
                        </a:spcAft>
                        <a:buClr>
                          <a:srgbClr val="000000"/>
                        </a:buClr>
                        <a:buSzPts val="1400"/>
                        <a:buFont typeface="Arial"/>
                        <a:buNone/>
                      </a:pPr>
                      <a:r>
                        <a:rPr b="0" lang="en" sz="1400" u="none" cap="none" strike="noStrike">
                          <a:solidFill>
                            <a:schemeClr val="dk1"/>
                          </a:solidFill>
                        </a:rPr>
                        <a:t>cxc</a:t>
                      </a:r>
                      <a:endParaRPr b="0" sz="1400" u="none" cap="none" strike="noStrike">
                        <a:solidFill>
                          <a:schemeClr val="dk1"/>
                        </a:solidFill>
                      </a:endParaRPr>
                    </a:p>
                  </a:txBody>
                  <a:tcPr marT="34300" marB="34300" marR="68600" marL="686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lang="en" sz="1400" u="none" cap="none" strike="noStrike">
                          <a:solidFill>
                            <a:schemeClr val="dk1"/>
                          </a:solidFill>
                        </a:rPr>
                        <a:t>dfd</a:t>
                      </a:r>
                      <a:endParaRPr b="0" sz="1400" u="none" cap="none" strike="noStrike">
                        <a:solidFill>
                          <a:schemeClr val="dk1"/>
                        </a:solidFill>
                      </a:endParaRPr>
                    </a:p>
                  </a:txBody>
                  <a:tcPr marT="34300" marB="34300" marR="68600" marL="686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lang="en" sz="1400" u="none" cap="none" strike="noStrike">
                          <a:solidFill>
                            <a:schemeClr val="dk1"/>
                          </a:solidFill>
                        </a:rPr>
                        <a:t>dfd</a:t>
                      </a:r>
                      <a:endParaRPr b="0" sz="1400" u="none" cap="none" strike="noStrike">
                        <a:solidFill>
                          <a:schemeClr val="dk1"/>
                        </a:solidFill>
                      </a:endParaRPr>
                    </a:p>
                  </a:txBody>
                  <a:tcPr marT="34300" marB="34300" marR="68600" marL="686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lang="en" sz="1400" u="none" cap="none" strike="noStrike">
                          <a:solidFill>
                            <a:schemeClr val="dk1"/>
                          </a:solidFill>
                        </a:rPr>
                        <a:t>dfd</a:t>
                      </a:r>
                      <a:endParaRPr b="0" sz="1400" u="none" cap="none" strike="noStrike">
                        <a:solidFill>
                          <a:schemeClr val="dk1"/>
                        </a:solidFill>
                      </a:endParaRPr>
                    </a:p>
                  </a:txBody>
                  <a:tcPr marT="34300" marB="34300" marR="68600" marL="686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bl>
          </a:graphicData>
        </a:graphic>
      </p:graphicFrame>
      <p:graphicFrame>
        <p:nvGraphicFramePr>
          <p:cNvPr id="206" name="Google Shape;206;p34"/>
          <p:cNvGraphicFramePr/>
          <p:nvPr/>
        </p:nvGraphicFramePr>
        <p:xfrm>
          <a:off x="5938268" y="1368926"/>
          <a:ext cx="3000000" cy="3000000"/>
        </p:xfrm>
        <a:graphic>
          <a:graphicData uri="http://schemas.openxmlformats.org/drawingml/2006/table">
            <a:tbl>
              <a:tblPr bandRow="1" firstRow="1">
                <a:noFill/>
                <a:tableStyleId>{934A7E9F-56BB-4859-B949-D559EEAA48EF}</a:tableStyleId>
              </a:tblPr>
              <a:tblGrid>
                <a:gridCol w="633675"/>
                <a:gridCol w="633675"/>
                <a:gridCol w="633675"/>
                <a:gridCol w="633675"/>
              </a:tblGrid>
              <a:tr h="1480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rPr>
                        <a:t>0</a:t>
                      </a:r>
                      <a:endParaRPr sz="1400" u="none" cap="none" strike="noStrike">
                        <a:solidFill>
                          <a:schemeClr val="dk1"/>
                        </a:solidFill>
                      </a:endParaRPr>
                    </a:p>
                  </a:txBody>
                  <a:tcPr marT="34300" marB="34300" marR="68600" marL="68600">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rPr>
                        <a:t>1</a:t>
                      </a:r>
                      <a:endParaRPr sz="1400" u="none" cap="none" strike="noStrike">
                        <a:solidFill>
                          <a:schemeClr val="dk1"/>
                        </a:solidFill>
                      </a:endParaRPr>
                    </a:p>
                  </a:txBody>
                  <a:tcPr marT="34300" marB="34300" marR="68600" marL="686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rPr>
                        <a:t>2</a:t>
                      </a:r>
                      <a:endParaRPr sz="1400" u="none" cap="none" strike="noStrike">
                        <a:solidFill>
                          <a:schemeClr val="dk1"/>
                        </a:solidFill>
                      </a:endParaRPr>
                    </a:p>
                  </a:txBody>
                  <a:tcPr marT="34300" marB="34300" marR="68600" marL="686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rPr>
                        <a:t>3</a:t>
                      </a:r>
                      <a:endParaRPr sz="1400" u="none" cap="none" strike="noStrike">
                        <a:solidFill>
                          <a:schemeClr val="dk1"/>
                        </a:solidFill>
                      </a:endParaRPr>
                    </a:p>
                  </a:txBody>
                  <a:tcPr marT="34300" marB="34300" marR="68600" marL="68600">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2CC"/>
                    </a:solidFill>
                  </a:tcPr>
                </a:tc>
              </a:tr>
            </a:tbl>
          </a:graphicData>
        </a:graphic>
      </p:graphicFrame>
      <p:sp>
        <p:nvSpPr>
          <p:cNvPr id="207" name="Google Shape;207;p34"/>
          <p:cNvSpPr/>
          <p:nvPr/>
        </p:nvSpPr>
        <p:spPr>
          <a:xfrm>
            <a:off x="6086492" y="2143875"/>
            <a:ext cx="378900" cy="277800"/>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08" name="Google Shape;208;p34"/>
          <p:cNvSpPr/>
          <p:nvPr/>
        </p:nvSpPr>
        <p:spPr>
          <a:xfrm>
            <a:off x="6670523" y="2143931"/>
            <a:ext cx="378900" cy="277800"/>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09" name="Google Shape;209;p34"/>
          <p:cNvSpPr/>
          <p:nvPr/>
        </p:nvSpPr>
        <p:spPr>
          <a:xfrm>
            <a:off x="7245385" y="2122232"/>
            <a:ext cx="378900" cy="277800"/>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10" name="Google Shape;210;p34"/>
          <p:cNvSpPr/>
          <p:nvPr/>
        </p:nvSpPr>
        <p:spPr>
          <a:xfrm>
            <a:off x="7918389" y="2118763"/>
            <a:ext cx="378900" cy="277800"/>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11" name="Google Shape;211;p34"/>
          <p:cNvSpPr/>
          <p:nvPr/>
        </p:nvSpPr>
        <p:spPr>
          <a:xfrm>
            <a:off x="4425552" y="1157288"/>
            <a:ext cx="1392900" cy="1017900"/>
          </a:xfrm>
          <a:prstGeom prst="cloudCallout">
            <a:avLst>
              <a:gd fmla="val -20833" name="adj1"/>
              <a:gd fmla="val 62500" name="adj2"/>
            </a:avLst>
          </a:prstGeom>
          <a:solidFill>
            <a:schemeClr val="lt1"/>
          </a:solidFill>
          <a:ln cap="flat" cmpd="sng" w="12700">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rPr b="0" i="0" lang="en" sz="1500" u="none" cap="none" strike="noStrike">
                <a:solidFill>
                  <a:srgbClr val="1C3AA9"/>
                </a:solidFill>
                <a:latin typeface="Calibri"/>
                <a:ea typeface="Calibri"/>
                <a:cs typeface="Calibri"/>
                <a:sym typeface="Calibri"/>
              </a:rPr>
              <a:t>Was looking for xyz</a:t>
            </a:r>
            <a:endParaRPr b="0" i="0" sz="1500" u="none" cap="none" strike="noStrike">
              <a:solidFill>
                <a:srgbClr val="1C3AA9"/>
              </a:solidFill>
              <a:latin typeface="Calibri"/>
              <a:ea typeface="Calibri"/>
              <a:cs typeface="Calibri"/>
              <a:sym typeface="Calibri"/>
            </a:endParaRPr>
          </a:p>
        </p:txBody>
      </p:sp>
      <p:sp>
        <p:nvSpPr>
          <p:cNvPr id="212" name="Google Shape;212;p34"/>
          <p:cNvSpPr txBox="1"/>
          <p:nvPr/>
        </p:nvSpPr>
        <p:spPr>
          <a:xfrm>
            <a:off x="4082639" y="3557584"/>
            <a:ext cx="5118000" cy="762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Now for the best case to occur the item we are searching for</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appears at the beginning as a result the number of search is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just 1. This is an once is a blue moon situation must be ignored.</a:t>
            </a:r>
            <a:r>
              <a:rPr b="0" i="0" lang="en" sz="1400" u="none" cap="none" strike="noStrike">
                <a:solidFill>
                  <a:schemeClr val="dk1"/>
                </a:solidFill>
                <a:latin typeface="Calibri"/>
                <a:ea typeface="Calibri"/>
                <a:cs typeface="Calibri"/>
                <a:sym typeface="Calibri"/>
              </a:rPr>
              <a:t> </a:t>
            </a:r>
            <a:endParaRPr b="0" i="0" sz="1400" u="none" cap="none" strike="noStrike">
              <a:solidFill>
                <a:schemeClr val="dk1"/>
              </a:solidFill>
              <a:latin typeface="Calibri"/>
              <a:ea typeface="Calibri"/>
              <a:cs typeface="Calibri"/>
              <a:sym typeface="Calibri"/>
            </a:endParaRPr>
          </a:p>
        </p:txBody>
      </p:sp>
      <p:sp>
        <p:nvSpPr>
          <p:cNvPr id="213" name="Google Shape;213;p34"/>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5"/>
          <p:cNvSpPr txBox="1"/>
          <p:nvPr>
            <p:ph type="title"/>
          </p:nvPr>
        </p:nvSpPr>
        <p:spPr>
          <a:xfrm>
            <a:off x="623888" y="429905"/>
            <a:ext cx="7886700" cy="5982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sz="3300"/>
              <a:t>Divide and Conquer Strategy</a:t>
            </a:r>
            <a:endParaRPr sz="3300"/>
          </a:p>
        </p:txBody>
      </p:sp>
      <p:sp>
        <p:nvSpPr>
          <p:cNvPr id="219" name="Google Shape;219;p35"/>
          <p:cNvSpPr txBox="1"/>
          <p:nvPr/>
        </p:nvSpPr>
        <p:spPr>
          <a:xfrm>
            <a:off x="623900" y="1354550"/>
            <a:ext cx="1362900" cy="523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2200">
                <a:solidFill>
                  <a:srgbClr val="0000FF"/>
                </a:solidFill>
                <a:latin typeface="Proxima Nova Semibold"/>
                <a:ea typeface="Proxima Nova Semibold"/>
                <a:cs typeface="Proxima Nova Semibold"/>
                <a:sym typeface="Proxima Nova Semibold"/>
              </a:rPr>
              <a:t>Divide</a:t>
            </a:r>
            <a:endParaRPr sz="2200">
              <a:solidFill>
                <a:srgbClr val="0000FF"/>
              </a:solidFill>
              <a:latin typeface="Proxima Nova Semibold"/>
              <a:ea typeface="Proxima Nova Semibold"/>
              <a:cs typeface="Proxima Nova Semibold"/>
              <a:sym typeface="Proxima Nova Semibold"/>
            </a:endParaRPr>
          </a:p>
        </p:txBody>
      </p:sp>
      <p:sp>
        <p:nvSpPr>
          <p:cNvPr id="220" name="Google Shape;220;p35"/>
          <p:cNvSpPr txBox="1"/>
          <p:nvPr/>
        </p:nvSpPr>
        <p:spPr>
          <a:xfrm>
            <a:off x="623900" y="2369725"/>
            <a:ext cx="1362900" cy="523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2200">
                <a:solidFill>
                  <a:srgbClr val="0000FF"/>
                </a:solidFill>
                <a:latin typeface="Proxima Nova Semibold"/>
                <a:ea typeface="Proxima Nova Semibold"/>
                <a:cs typeface="Proxima Nova Semibold"/>
                <a:sym typeface="Proxima Nova Semibold"/>
              </a:rPr>
              <a:t>Conquer</a:t>
            </a:r>
            <a:endParaRPr sz="2200">
              <a:solidFill>
                <a:srgbClr val="0000FF"/>
              </a:solidFill>
              <a:latin typeface="Proxima Nova Semibold"/>
              <a:ea typeface="Proxima Nova Semibold"/>
              <a:cs typeface="Proxima Nova Semibold"/>
              <a:sym typeface="Proxima Nova Semibold"/>
            </a:endParaRPr>
          </a:p>
        </p:txBody>
      </p:sp>
      <p:sp>
        <p:nvSpPr>
          <p:cNvPr id="221" name="Google Shape;221;p35"/>
          <p:cNvSpPr txBox="1"/>
          <p:nvPr/>
        </p:nvSpPr>
        <p:spPr>
          <a:xfrm>
            <a:off x="623900" y="3384900"/>
            <a:ext cx="1362900" cy="523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2200">
                <a:solidFill>
                  <a:srgbClr val="0000FF"/>
                </a:solidFill>
                <a:latin typeface="Proxima Nova Semibold"/>
                <a:ea typeface="Proxima Nova Semibold"/>
                <a:cs typeface="Proxima Nova Semibold"/>
                <a:sym typeface="Proxima Nova Semibold"/>
              </a:rPr>
              <a:t>Combine</a:t>
            </a:r>
            <a:endParaRPr sz="2200">
              <a:solidFill>
                <a:srgbClr val="0000FF"/>
              </a:solidFill>
              <a:latin typeface="Proxima Nova Semibold"/>
              <a:ea typeface="Proxima Nova Semibold"/>
              <a:cs typeface="Proxima Nova Semibold"/>
              <a:sym typeface="Proxima Nova Semibold"/>
            </a:endParaRPr>
          </a:p>
        </p:txBody>
      </p:sp>
      <p:sp>
        <p:nvSpPr>
          <p:cNvPr id="222" name="Google Shape;222;p35"/>
          <p:cNvSpPr txBox="1"/>
          <p:nvPr/>
        </p:nvSpPr>
        <p:spPr>
          <a:xfrm>
            <a:off x="2284400" y="1362200"/>
            <a:ext cx="5348100" cy="523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9900FF"/>
                </a:solidFill>
                <a:latin typeface="Proxima Nova Semibold"/>
                <a:ea typeface="Proxima Nova Semibold"/>
                <a:cs typeface="Proxima Nova Semibold"/>
                <a:sym typeface="Proxima Nova Semibold"/>
              </a:rPr>
              <a:t>the problem (instance) into subproblems.</a:t>
            </a:r>
            <a:endParaRPr sz="2200">
              <a:solidFill>
                <a:srgbClr val="9900FF"/>
              </a:solidFill>
              <a:latin typeface="Proxima Nova Semibold"/>
              <a:ea typeface="Proxima Nova Semibold"/>
              <a:cs typeface="Proxima Nova Semibold"/>
              <a:sym typeface="Proxima Nova Semibold"/>
            </a:endParaRPr>
          </a:p>
        </p:txBody>
      </p:sp>
      <p:sp>
        <p:nvSpPr>
          <p:cNvPr id="223" name="Google Shape;223;p35"/>
          <p:cNvSpPr txBox="1"/>
          <p:nvPr/>
        </p:nvSpPr>
        <p:spPr>
          <a:xfrm>
            <a:off x="2289150" y="2204200"/>
            <a:ext cx="6226200" cy="8619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9900FF"/>
                </a:solidFill>
                <a:latin typeface="Proxima Nova Semibold"/>
                <a:ea typeface="Proxima Nova Semibold"/>
                <a:cs typeface="Proxima Nova Semibold"/>
                <a:sym typeface="Proxima Nova Semibold"/>
              </a:rPr>
              <a:t>the subproblems by solving these recursively (or iteratively). </a:t>
            </a:r>
            <a:endParaRPr sz="2200">
              <a:solidFill>
                <a:srgbClr val="9900FF"/>
              </a:solidFill>
              <a:latin typeface="Proxima Nova Semibold"/>
              <a:ea typeface="Proxima Nova Semibold"/>
              <a:cs typeface="Proxima Nova Semibold"/>
              <a:sym typeface="Proxima Nova Semibold"/>
            </a:endParaRPr>
          </a:p>
        </p:txBody>
      </p:sp>
      <p:sp>
        <p:nvSpPr>
          <p:cNvPr id="224" name="Google Shape;224;p35"/>
          <p:cNvSpPr txBox="1"/>
          <p:nvPr/>
        </p:nvSpPr>
        <p:spPr>
          <a:xfrm>
            <a:off x="2284400" y="3424000"/>
            <a:ext cx="5348100" cy="523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rgbClr val="9900FF"/>
                </a:solidFill>
                <a:latin typeface="Proxima Nova Semibold"/>
                <a:ea typeface="Proxima Nova Semibold"/>
                <a:cs typeface="Proxima Nova Semibold"/>
                <a:sym typeface="Proxima Nova Semibold"/>
              </a:rPr>
              <a:t>the solutions to the subproblems.</a:t>
            </a:r>
            <a:endParaRPr sz="2200">
              <a:solidFill>
                <a:srgbClr val="9900FF"/>
              </a:solidFill>
              <a:latin typeface="Proxima Nova Semibold"/>
              <a:ea typeface="Proxima Nova Semibold"/>
              <a:cs typeface="Proxima Nova Semibold"/>
              <a:sym typeface="Proxima Nova Semibold"/>
            </a:endParaRPr>
          </a:p>
        </p:txBody>
      </p:sp>
      <p:sp>
        <p:nvSpPr>
          <p:cNvPr id="225" name="Google Shape;225;p35"/>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6"/>
          <p:cNvSpPr txBox="1"/>
          <p:nvPr>
            <p:ph type="title"/>
          </p:nvPr>
        </p:nvSpPr>
        <p:spPr>
          <a:xfrm>
            <a:off x="471488" y="205383"/>
            <a:ext cx="5915100" cy="7458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Binary Search</a:t>
            </a:r>
            <a:endParaRPr/>
          </a:p>
        </p:txBody>
      </p:sp>
      <p:sp>
        <p:nvSpPr>
          <p:cNvPr id="231" name="Google Shape;231;p36"/>
          <p:cNvSpPr txBox="1"/>
          <p:nvPr>
            <p:ph idx="1" type="body"/>
          </p:nvPr>
        </p:nvSpPr>
        <p:spPr>
          <a:xfrm>
            <a:off x="628650" y="1101325"/>
            <a:ext cx="8372100" cy="3263400"/>
          </a:xfrm>
          <a:prstGeom prst="rect">
            <a:avLst/>
          </a:prstGeom>
          <a:noFill/>
          <a:ln>
            <a:noFill/>
          </a:ln>
        </p:spPr>
        <p:txBody>
          <a:bodyPr anchorCtr="0" anchor="t" bIns="34275" lIns="68575" spcFirstLastPara="1" rIns="68575" wrap="square" tIns="34275">
            <a:noAutofit/>
          </a:bodyPr>
          <a:lstStyle/>
          <a:p>
            <a:pPr indent="-190500" lvl="0" marL="177800" rtl="0" algn="l">
              <a:lnSpc>
                <a:spcPct val="150000"/>
              </a:lnSpc>
              <a:spcBef>
                <a:spcPts val="0"/>
              </a:spcBef>
              <a:spcAft>
                <a:spcPts val="0"/>
              </a:spcAft>
              <a:buClr>
                <a:srgbClr val="434343"/>
              </a:buClr>
              <a:buSzPts val="1800"/>
              <a:buChar char="•"/>
            </a:pPr>
            <a:r>
              <a:rPr lang="en">
                <a:solidFill>
                  <a:srgbClr val="434343"/>
                </a:solidFill>
              </a:rPr>
              <a:t>A divide and conquer algorithm</a:t>
            </a:r>
            <a:endParaRPr sz="750">
              <a:solidFill>
                <a:srgbClr val="434343"/>
              </a:solidFill>
            </a:endParaRPr>
          </a:p>
          <a:p>
            <a:pPr indent="-190500" lvl="0" marL="177800" rtl="0" algn="l">
              <a:lnSpc>
                <a:spcPct val="150000"/>
              </a:lnSpc>
              <a:spcBef>
                <a:spcPts val="800"/>
              </a:spcBef>
              <a:spcAft>
                <a:spcPts val="0"/>
              </a:spcAft>
              <a:buClr>
                <a:srgbClr val="434343"/>
              </a:buClr>
              <a:buSzPts val="1800"/>
              <a:buChar char="•"/>
            </a:pPr>
            <a:r>
              <a:rPr lang="en">
                <a:solidFill>
                  <a:srgbClr val="434343"/>
                </a:solidFill>
              </a:rPr>
              <a:t>Does not search the entire array like linear search</a:t>
            </a:r>
            <a:endParaRPr sz="750">
              <a:solidFill>
                <a:srgbClr val="434343"/>
              </a:solidFill>
            </a:endParaRPr>
          </a:p>
          <a:p>
            <a:pPr indent="-190500" lvl="0" marL="177800" rtl="0" algn="l">
              <a:lnSpc>
                <a:spcPct val="150000"/>
              </a:lnSpc>
              <a:spcBef>
                <a:spcPts val="800"/>
              </a:spcBef>
              <a:spcAft>
                <a:spcPts val="0"/>
              </a:spcAft>
              <a:buClr>
                <a:srgbClr val="434343"/>
              </a:buClr>
              <a:buSzPts val="1800"/>
              <a:buChar char="•"/>
            </a:pPr>
            <a:r>
              <a:rPr lang="en">
                <a:solidFill>
                  <a:srgbClr val="434343"/>
                </a:solidFill>
              </a:rPr>
              <a:t>Given an array of </a:t>
            </a:r>
            <a:r>
              <a:rPr b="1" lang="en" u="sng">
                <a:solidFill>
                  <a:srgbClr val="434343"/>
                </a:solidFill>
              </a:rPr>
              <a:t>sorted elements</a:t>
            </a:r>
            <a:r>
              <a:rPr lang="en">
                <a:solidFill>
                  <a:srgbClr val="434343"/>
                </a:solidFill>
              </a:rPr>
              <a:t> and the item, k, to search for, we first check if the middle element matches k. </a:t>
            </a:r>
            <a:endParaRPr u="sng">
              <a:solidFill>
                <a:srgbClr val="434343"/>
              </a:solidFill>
            </a:endParaRPr>
          </a:p>
          <a:p>
            <a:pPr indent="-190500" lvl="0" marL="177800" rtl="0" algn="l">
              <a:lnSpc>
                <a:spcPct val="150000"/>
              </a:lnSpc>
              <a:spcBef>
                <a:spcPts val="800"/>
              </a:spcBef>
              <a:spcAft>
                <a:spcPts val="0"/>
              </a:spcAft>
              <a:buClr>
                <a:schemeClr val="dk1"/>
              </a:buClr>
              <a:buSzPts val="1800"/>
              <a:buChar char="•"/>
            </a:pPr>
            <a:r>
              <a:rPr lang="en">
                <a:solidFill>
                  <a:srgbClr val="434343"/>
                </a:solidFill>
              </a:rPr>
              <a:t>If we find then bingo! Else we check</a:t>
            </a:r>
            <a:r>
              <a:rPr lang="en"/>
              <a:t> </a:t>
            </a:r>
            <a:r>
              <a:rPr lang="en">
                <a:solidFill>
                  <a:srgbClr val="FF0000"/>
                </a:solidFill>
              </a:rPr>
              <a:t>if k &gt; middle element </a:t>
            </a:r>
            <a:r>
              <a:rPr lang="en">
                <a:solidFill>
                  <a:srgbClr val="434343"/>
                </a:solidFill>
              </a:rPr>
              <a:t>or </a:t>
            </a:r>
            <a:r>
              <a:rPr lang="en">
                <a:solidFill>
                  <a:srgbClr val="FF0000"/>
                </a:solidFill>
              </a:rPr>
              <a:t>k &lt; middle element</a:t>
            </a:r>
            <a:r>
              <a:rPr lang="en">
                <a:solidFill>
                  <a:srgbClr val="434343"/>
                </a:solidFill>
              </a:rPr>
              <a:t>? If the first condition is true we look into the right half of the array. If the second condition is true we look into the left half of the array.</a:t>
            </a:r>
            <a:endParaRPr sz="750">
              <a:solidFill>
                <a:srgbClr val="434343"/>
              </a:solidFill>
            </a:endParaRPr>
          </a:p>
          <a:p>
            <a:pPr indent="-190500" lvl="0" marL="177800" rtl="0" algn="l">
              <a:lnSpc>
                <a:spcPct val="150000"/>
              </a:lnSpc>
              <a:spcBef>
                <a:spcPts val="800"/>
              </a:spcBef>
              <a:spcAft>
                <a:spcPts val="0"/>
              </a:spcAft>
              <a:buClr>
                <a:srgbClr val="434343"/>
              </a:buClr>
              <a:buSzPts val="1800"/>
              <a:buChar char="•"/>
            </a:pPr>
            <a:r>
              <a:rPr lang="en">
                <a:solidFill>
                  <a:srgbClr val="434343"/>
                </a:solidFill>
              </a:rPr>
              <a:t>Note that the red marked conditions are true if and only if the array is sorted. </a:t>
            </a:r>
            <a:endParaRPr sz="750">
              <a:solidFill>
                <a:srgbClr val="434343"/>
              </a:solidFill>
            </a:endParaRPr>
          </a:p>
          <a:p>
            <a:pPr indent="-139700" lvl="0" marL="177800" rtl="0" algn="l">
              <a:lnSpc>
                <a:spcPct val="70000"/>
              </a:lnSpc>
              <a:spcBef>
                <a:spcPts val="800"/>
              </a:spcBef>
              <a:spcAft>
                <a:spcPts val="0"/>
              </a:spcAft>
              <a:buClr>
                <a:schemeClr val="dk1"/>
              </a:buClr>
              <a:buSzPts val="525"/>
              <a:buNone/>
            </a:pPr>
            <a:r>
              <a:t/>
            </a:r>
            <a:endParaRPr sz="750"/>
          </a:p>
          <a:p>
            <a:pPr indent="0" lvl="0" marL="0" rtl="0" algn="l">
              <a:lnSpc>
                <a:spcPct val="70000"/>
              </a:lnSpc>
              <a:spcBef>
                <a:spcPts val="800"/>
              </a:spcBef>
              <a:spcAft>
                <a:spcPts val="0"/>
              </a:spcAft>
              <a:buClr>
                <a:schemeClr val="dk1"/>
              </a:buClr>
              <a:buSzPts val="525"/>
              <a:buNone/>
            </a:pPr>
            <a:r>
              <a:t/>
            </a:r>
            <a:endParaRPr sz="750"/>
          </a:p>
          <a:p>
            <a:pPr indent="0" lvl="0" marL="0" rtl="0" algn="l">
              <a:lnSpc>
                <a:spcPct val="70000"/>
              </a:lnSpc>
              <a:spcBef>
                <a:spcPts val="800"/>
              </a:spcBef>
              <a:spcAft>
                <a:spcPts val="0"/>
              </a:spcAft>
              <a:buClr>
                <a:schemeClr val="dk1"/>
              </a:buClr>
              <a:buSzPts val="525"/>
              <a:buNone/>
            </a:pPr>
            <a:r>
              <a:rPr lang="en" sz="750"/>
              <a:t> </a:t>
            </a:r>
            <a:endParaRPr sz="750"/>
          </a:p>
        </p:txBody>
      </p:sp>
      <p:sp>
        <p:nvSpPr>
          <p:cNvPr id="232" name="Google Shape;232;p36"/>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7"/>
          <p:cNvSpPr txBox="1"/>
          <p:nvPr>
            <p:ph type="title"/>
          </p:nvPr>
        </p:nvSpPr>
        <p:spPr>
          <a:xfrm>
            <a:off x="623888" y="429905"/>
            <a:ext cx="7886700" cy="5982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sz="3300"/>
              <a:t>Binary Search</a:t>
            </a:r>
            <a:endParaRPr sz="3300"/>
          </a:p>
        </p:txBody>
      </p:sp>
      <p:sp>
        <p:nvSpPr>
          <p:cNvPr id="238" name="Google Shape;238;p37"/>
          <p:cNvSpPr txBox="1"/>
          <p:nvPr>
            <p:ph idx="1" type="body"/>
          </p:nvPr>
        </p:nvSpPr>
        <p:spPr>
          <a:xfrm>
            <a:off x="634124" y="944549"/>
            <a:ext cx="7886700" cy="4272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rgbClr val="888888"/>
              </a:buClr>
              <a:buSzPts val="1800"/>
              <a:buNone/>
            </a:pPr>
            <a:r>
              <a:rPr lang="en"/>
              <a:t>Pseudo code (Iterative)</a:t>
            </a:r>
            <a:endParaRPr/>
          </a:p>
        </p:txBody>
      </p:sp>
      <p:sp>
        <p:nvSpPr>
          <p:cNvPr id="239" name="Google Shape;239;p37"/>
          <p:cNvSpPr txBox="1"/>
          <p:nvPr/>
        </p:nvSpPr>
        <p:spPr>
          <a:xfrm>
            <a:off x="717939" y="1360874"/>
            <a:ext cx="3663600" cy="3763500"/>
          </a:xfrm>
          <a:prstGeom prst="rect">
            <a:avLst/>
          </a:prstGeom>
          <a:noFill/>
          <a:ln cap="flat" cmpd="sng" w="9525">
            <a:solidFill>
              <a:schemeClr val="dk1"/>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600" u="none" cap="none" strike="noStrike">
                <a:solidFill>
                  <a:srgbClr val="434343"/>
                </a:solidFill>
                <a:latin typeface="Calibri"/>
                <a:ea typeface="Calibri"/>
                <a:cs typeface="Calibri"/>
                <a:sym typeface="Calibri"/>
              </a:rPr>
              <a:t>boolean binarySearch(A[], </a:t>
            </a:r>
            <a:r>
              <a:rPr b="0" i="0" lang="en" sz="1600" u="none" cap="none" strike="noStrike">
                <a:solidFill>
                  <a:srgbClr val="434343"/>
                </a:solidFill>
                <a:latin typeface="Courgette"/>
                <a:ea typeface="Courgette"/>
                <a:cs typeface="Courgette"/>
                <a:sym typeface="Courgette"/>
              </a:rPr>
              <a:t>l</a:t>
            </a:r>
            <a:r>
              <a:rPr b="0" i="0" lang="en" sz="1600" u="none" cap="none" strike="noStrike">
                <a:solidFill>
                  <a:srgbClr val="434343"/>
                </a:solidFill>
                <a:latin typeface="Calibri"/>
                <a:ea typeface="Calibri"/>
                <a:cs typeface="Calibri"/>
                <a:sym typeface="Calibri"/>
              </a:rPr>
              <a:t> , r, item){</a:t>
            </a:r>
            <a:endParaRPr sz="1300">
              <a:solidFill>
                <a:srgbClr val="434343"/>
              </a:solidFill>
            </a:endParaRPr>
          </a:p>
          <a:p>
            <a:pPr indent="0" lvl="0" marL="0" marR="0" rtl="0" algn="l">
              <a:spcBef>
                <a:spcPts val="0"/>
              </a:spcBef>
              <a:spcAft>
                <a:spcPts val="0"/>
              </a:spcAft>
              <a:buNone/>
            </a:pPr>
            <a:r>
              <a:rPr lang="en" sz="1600">
                <a:solidFill>
                  <a:srgbClr val="434343"/>
                </a:solidFill>
                <a:latin typeface="Calibri"/>
                <a:ea typeface="Calibri"/>
                <a:cs typeface="Calibri"/>
                <a:sym typeface="Calibri"/>
              </a:rPr>
              <a:t>	while (</a:t>
            </a:r>
            <a:r>
              <a:rPr lang="en" sz="1600">
                <a:solidFill>
                  <a:srgbClr val="434343"/>
                </a:solidFill>
                <a:latin typeface="Courgette"/>
                <a:ea typeface="Courgette"/>
                <a:cs typeface="Courgette"/>
                <a:sym typeface="Courgette"/>
              </a:rPr>
              <a:t>l</a:t>
            </a:r>
            <a:r>
              <a:rPr lang="en" sz="1600">
                <a:solidFill>
                  <a:srgbClr val="434343"/>
                </a:solidFill>
                <a:latin typeface="Calibri"/>
                <a:ea typeface="Calibri"/>
                <a:cs typeface="Calibri"/>
                <a:sym typeface="Calibri"/>
              </a:rPr>
              <a:t> &lt;=r){</a:t>
            </a:r>
            <a:endParaRPr sz="1300">
              <a:solidFill>
                <a:srgbClr val="434343"/>
              </a:solidFill>
            </a:endParaRPr>
          </a:p>
          <a:p>
            <a:pPr indent="0" lvl="0" marL="0" marR="0" rtl="0" algn="l">
              <a:spcBef>
                <a:spcPts val="0"/>
              </a:spcBef>
              <a:spcAft>
                <a:spcPts val="0"/>
              </a:spcAft>
              <a:buNone/>
            </a:pPr>
            <a:r>
              <a:rPr lang="en" sz="1600">
                <a:solidFill>
                  <a:srgbClr val="434343"/>
                </a:solidFill>
                <a:latin typeface="Calibri"/>
                <a:ea typeface="Calibri"/>
                <a:cs typeface="Calibri"/>
                <a:sym typeface="Calibri"/>
              </a:rPr>
              <a:t>		mid = (</a:t>
            </a:r>
            <a:r>
              <a:rPr lang="en" sz="1600">
                <a:solidFill>
                  <a:srgbClr val="434343"/>
                </a:solidFill>
                <a:latin typeface="Courgette"/>
                <a:ea typeface="Courgette"/>
                <a:cs typeface="Courgette"/>
                <a:sym typeface="Courgette"/>
              </a:rPr>
              <a:t>l</a:t>
            </a:r>
            <a:r>
              <a:rPr lang="en" sz="1600">
                <a:solidFill>
                  <a:srgbClr val="434343"/>
                </a:solidFill>
                <a:latin typeface="Calibri"/>
                <a:ea typeface="Calibri"/>
                <a:cs typeface="Calibri"/>
                <a:sym typeface="Calibri"/>
              </a:rPr>
              <a:t> +r)/2;</a:t>
            </a:r>
            <a:endParaRPr sz="1300">
              <a:solidFill>
                <a:srgbClr val="434343"/>
              </a:solidFill>
            </a:endParaRPr>
          </a:p>
          <a:p>
            <a:pPr indent="0" lvl="0" marL="0" marR="0" rtl="0" algn="l">
              <a:spcBef>
                <a:spcPts val="0"/>
              </a:spcBef>
              <a:spcAft>
                <a:spcPts val="0"/>
              </a:spcAft>
              <a:buNone/>
            </a:pPr>
            <a:r>
              <a:rPr lang="en" sz="1600">
                <a:solidFill>
                  <a:srgbClr val="434343"/>
                </a:solidFill>
                <a:latin typeface="Calibri"/>
                <a:ea typeface="Calibri"/>
                <a:cs typeface="Calibri"/>
                <a:sym typeface="Calibri"/>
              </a:rPr>
              <a:t>		if (A[mid]==item){</a:t>
            </a:r>
            <a:endParaRPr sz="1300">
              <a:solidFill>
                <a:srgbClr val="434343"/>
              </a:solidFill>
            </a:endParaRPr>
          </a:p>
          <a:p>
            <a:pPr indent="0" lvl="0" marL="0" marR="0" rtl="0" algn="l">
              <a:spcBef>
                <a:spcPts val="0"/>
              </a:spcBef>
              <a:spcAft>
                <a:spcPts val="0"/>
              </a:spcAft>
              <a:buNone/>
            </a:pPr>
            <a:r>
              <a:rPr lang="en" sz="1600">
                <a:solidFill>
                  <a:srgbClr val="434343"/>
                </a:solidFill>
                <a:latin typeface="Calibri"/>
                <a:ea typeface="Calibri"/>
                <a:cs typeface="Calibri"/>
                <a:sym typeface="Calibri"/>
              </a:rPr>
              <a:t>			return true;</a:t>
            </a:r>
            <a:endParaRPr sz="1300">
              <a:solidFill>
                <a:srgbClr val="434343"/>
              </a:solidFill>
            </a:endParaRPr>
          </a:p>
          <a:p>
            <a:pPr indent="0" lvl="0" marL="0" marR="0" rtl="0" algn="l">
              <a:spcBef>
                <a:spcPts val="0"/>
              </a:spcBef>
              <a:spcAft>
                <a:spcPts val="0"/>
              </a:spcAft>
              <a:buNone/>
            </a:pPr>
            <a:r>
              <a:rPr lang="en" sz="1600">
                <a:solidFill>
                  <a:srgbClr val="434343"/>
                </a:solidFill>
                <a:latin typeface="Calibri"/>
                <a:ea typeface="Calibri"/>
                <a:cs typeface="Calibri"/>
                <a:sym typeface="Calibri"/>
              </a:rPr>
              <a:t>		}else{</a:t>
            </a:r>
            <a:endParaRPr sz="1300">
              <a:solidFill>
                <a:srgbClr val="434343"/>
              </a:solidFill>
            </a:endParaRPr>
          </a:p>
          <a:p>
            <a:pPr indent="0" lvl="0" marL="0" marR="0" rtl="0" algn="l">
              <a:spcBef>
                <a:spcPts val="0"/>
              </a:spcBef>
              <a:spcAft>
                <a:spcPts val="0"/>
              </a:spcAft>
              <a:buNone/>
            </a:pPr>
            <a:r>
              <a:rPr lang="en" sz="1600">
                <a:solidFill>
                  <a:srgbClr val="434343"/>
                </a:solidFill>
                <a:latin typeface="Calibri"/>
                <a:ea typeface="Calibri"/>
                <a:cs typeface="Calibri"/>
                <a:sym typeface="Calibri"/>
              </a:rPr>
              <a:t>			if (item&lt;A[mid]){</a:t>
            </a:r>
            <a:endParaRPr sz="1300">
              <a:solidFill>
                <a:srgbClr val="434343"/>
              </a:solidFill>
            </a:endParaRPr>
          </a:p>
          <a:p>
            <a:pPr indent="0" lvl="0" marL="0" marR="0" rtl="0" algn="l">
              <a:spcBef>
                <a:spcPts val="0"/>
              </a:spcBef>
              <a:spcAft>
                <a:spcPts val="0"/>
              </a:spcAft>
              <a:buNone/>
            </a:pPr>
            <a:r>
              <a:rPr lang="en" sz="1600">
                <a:solidFill>
                  <a:srgbClr val="434343"/>
                </a:solidFill>
                <a:latin typeface="Calibri"/>
                <a:ea typeface="Calibri"/>
                <a:cs typeface="Calibri"/>
                <a:sym typeface="Calibri"/>
              </a:rPr>
              <a:t>				r = mid-1;</a:t>
            </a:r>
            <a:endParaRPr sz="1300">
              <a:solidFill>
                <a:srgbClr val="434343"/>
              </a:solidFill>
            </a:endParaRPr>
          </a:p>
          <a:p>
            <a:pPr indent="0" lvl="0" marL="0" marR="0" rtl="0" algn="l">
              <a:spcBef>
                <a:spcPts val="0"/>
              </a:spcBef>
              <a:spcAft>
                <a:spcPts val="0"/>
              </a:spcAft>
              <a:buNone/>
            </a:pPr>
            <a:r>
              <a:rPr lang="en" sz="1600">
                <a:solidFill>
                  <a:srgbClr val="434343"/>
                </a:solidFill>
                <a:latin typeface="Calibri"/>
                <a:ea typeface="Calibri"/>
                <a:cs typeface="Calibri"/>
                <a:sym typeface="Calibri"/>
              </a:rPr>
              <a:t>			}else{</a:t>
            </a:r>
            <a:endParaRPr sz="1300">
              <a:solidFill>
                <a:srgbClr val="434343"/>
              </a:solidFill>
            </a:endParaRPr>
          </a:p>
          <a:p>
            <a:pPr indent="0" lvl="0" marL="0" marR="0" rtl="0" algn="l">
              <a:spcBef>
                <a:spcPts val="0"/>
              </a:spcBef>
              <a:spcAft>
                <a:spcPts val="0"/>
              </a:spcAft>
              <a:buNone/>
            </a:pPr>
            <a:r>
              <a:rPr lang="en" sz="1600">
                <a:solidFill>
                  <a:srgbClr val="434343"/>
                </a:solidFill>
                <a:latin typeface="Calibri"/>
                <a:ea typeface="Calibri"/>
                <a:cs typeface="Calibri"/>
                <a:sym typeface="Calibri"/>
              </a:rPr>
              <a:t>				</a:t>
            </a:r>
            <a:r>
              <a:rPr lang="en" sz="1600">
                <a:solidFill>
                  <a:srgbClr val="434343"/>
                </a:solidFill>
                <a:latin typeface="Courgette"/>
                <a:ea typeface="Courgette"/>
                <a:cs typeface="Courgette"/>
                <a:sym typeface="Courgette"/>
              </a:rPr>
              <a:t> l</a:t>
            </a:r>
            <a:r>
              <a:rPr lang="en" sz="1600">
                <a:solidFill>
                  <a:srgbClr val="434343"/>
                </a:solidFill>
                <a:latin typeface="Calibri"/>
                <a:ea typeface="Calibri"/>
                <a:cs typeface="Calibri"/>
                <a:sym typeface="Calibri"/>
              </a:rPr>
              <a:t> = mid+1;</a:t>
            </a:r>
            <a:endParaRPr sz="1300">
              <a:solidFill>
                <a:srgbClr val="434343"/>
              </a:solidFill>
            </a:endParaRPr>
          </a:p>
          <a:p>
            <a:pPr indent="0" lvl="0" marL="0" marR="0" rtl="0" algn="l">
              <a:spcBef>
                <a:spcPts val="0"/>
              </a:spcBef>
              <a:spcAft>
                <a:spcPts val="0"/>
              </a:spcAft>
              <a:buNone/>
            </a:pPr>
            <a:r>
              <a:rPr lang="en" sz="1600">
                <a:solidFill>
                  <a:srgbClr val="434343"/>
                </a:solidFill>
                <a:latin typeface="Calibri"/>
                <a:ea typeface="Calibri"/>
                <a:cs typeface="Calibri"/>
                <a:sym typeface="Calibri"/>
              </a:rPr>
              <a:t>			}</a:t>
            </a:r>
            <a:endParaRPr sz="1300">
              <a:solidFill>
                <a:srgbClr val="434343"/>
              </a:solidFill>
            </a:endParaRPr>
          </a:p>
          <a:p>
            <a:pPr indent="0" lvl="0" marL="0" marR="0" rtl="0" algn="l">
              <a:spcBef>
                <a:spcPts val="0"/>
              </a:spcBef>
              <a:spcAft>
                <a:spcPts val="0"/>
              </a:spcAft>
              <a:buNone/>
            </a:pPr>
            <a:r>
              <a:rPr lang="en" sz="1600">
                <a:solidFill>
                  <a:srgbClr val="434343"/>
                </a:solidFill>
                <a:latin typeface="Calibri"/>
                <a:ea typeface="Calibri"/>
                <a:cs typeface="Calibri"/>
                <a:sym typeface="Calibri"/>
              </a:rPr>
              <a:t>		}</a:t>
            </a:r>
            <a:endParaRPr sz="1300">
              <a:solidFill>
                <a:srgbClr val="434343"/>
              </a:solidFill>
            </a:endParaRPr>
          </a:p>
          <a:p>
            <a:pPr indent="0" lvl="0" marL="0" marR="0" rtl="0" algn="l">
              <a:spcBef>
                <a:spcPts val="0"/>
              </a:spcBef>
              <a:spcAft>
                <a:spcPts val="0"/>
              </a:spcAft>
              <a:buNone/>
            </a:pPr>
            <a:r>
              <a:rPr lang="en" sz="1600">
                <a:solidFill>
                  <a:srgbClr val="434343"/>
                </a:solidFill>
                <a:latin typeface="Calibri"/>
                <a:ea typeface="Calibri"/>
                <a:cs typeface="Calibri"/>
                <a:sym typeface="Calibri"/>
              </a:rPr>
              <a:t>	}</a:t>
            </a:r>
            <a:endParaRPr sz="1300">
              <a:solidFill>
                <a:srgbClr val="434343"/>
              </a:solidFill>
            </a:endParaRPr>
          </a:p>
          <a:p>
            <a:pPr indent="0" lvl="0" marL="0" marR="0" rtl="0" algn="l">
              <a:spcBef>
                <a:spcPts val="0"/>
              </a:spcBef>
              <a:spcAft>
                <a:spcPts val="0"/>
              </a:spcAft>
              <a:buNone/>
            </a:pPr>
            <a:r>
              <a:rPr lang="en" sz="1600">
                <a:solidFill>
                  <a:srgbClr val="434343"/>
                </a:solidFill>
                <a:latin typeface="Calibri"/>
                <a:ea typeface="Calibri"/>
                <a:cs typeface="Calibri"/>
                <a:sym typeface="Calibri"/>
              </a:rPr>
              <a:t>	return false;</a:t>
            </a:r>
            <a:endParaRPr sz="1300">
              <a:solidFill>
                <a:srgbClr val="434343"/>
              </a:solidFill>
            </a:endParaRPr>
          </a:p>
          <a:p>
            <a:pPr indent="0" lvl="0" marL="0" marR="0" rtl="0" algn="l">
              <a:spcBef>
                <a:spcPts val="0"/>
              </a:spcBef>
              <a:spcAft>
                <a:spcPts val="0"/>
              </a:spcAft>
              <a:buNone/>
            </a:pPr>
            <a:r>
              <a:rPr lang="en" sz="1600">
                <a:solidFill>
                  <a:srgbClr val="434343"/>
                </a:solidFill>
                <a:latin typeface="Calibri"/>
                <a:ea typeface="Calibri"/>
                <a:cs typeface="Calibri"/>
                <a:sym typeface="Calibri"/>
              </a:rPr>
              <a:t>}</a:t>
            </a:r>
            <a:endParaRPr sz="1600">
              <a:solidFill>
                <a:srgbClr val="434343"/>
              </a:solidFill>
              <a:latin typeface="Calibri"/>
              <a:ea typeface="Calibri"/>
              <a:cs typeface="Calibri"/>
              <a:sym typeface="Calibri"/>
            </a:endParaRPr>
          </a:p>
        </p:txBody>
      </p:sp>
      <p:cxnSp>
        <p:nvCxnSpPr>
          <p:cNvPr id="240" name="Google Shape;240;p37"/>
          <p:cNvCxnSpPr/>
          <p:nvPr/>
        </p:nvCxnSpPr>
        <p:spPr>
          <a:xfrm flipH="1">
            <a:off x="2400301" y="964406"/>
            <a:ext cx="2400300" cy="739500"/>
          </a:xfrm>
          <a:prstGeom prst="straightConnector1">
            <a:avLst/>
          </a:prstGeom>
          <a:noFill/>
          <a:ln cap="flat" cmpd="sng" w="38100">
            <a:solidFill>
              <a:schemeClr val="dk1"/>
            </a:solidFill>
            <a:prstDash val="solid"/>
            <a:miter lim="800000"/>
            <a:headEnd len="sm" w="sm" type="none"/>
            <a:tailEnd len="med" w="med" type="stealth"/>
          </a:ln>
        </p:spPr>
      </p:cxnSp>
      <p:cxnSp>
        <p:nvCxnSpPr>
          <p:cNvPr id="241" name="Google Shape;241;p37"/>
          <p:cNvCxnSpPr/>
          <p:nvPr/>
        </p:nvCxnSpPr>
        <p:spPr>
          <a:xfrm flipH="1">
            <a:off x="3139725" y="1371599"/>
            <a:ext cx="1746600" cy="492900"/>
          </a:xfrm>
          <a:prstGeom prst="straightConnector1">
            <a:avLst/>
          </a:prstGeom>
          <a:noFill/>
          <a:ln cap="flat" cmpd="sng" w="38100">
            <a:solidFill>
              <a:schemeClr val="dk1"/>
            </a:solidFill>
            <a:prstDash val="solid"/>
            <a:miter lim="800000"/>
            <a:headEnd len="sm" w="sm" type="none"/>
            <a:tailEnd len="med" w="med" type="stealth"/>
          </a:ln>
        </p:spPr>
      </p:cxnSp>
      <p:cxnSp>
        <p:nvCxnSpPr>
          <p:cNvPr id="242" name="Google Shape;242;p37"/>
          <p:cNvCxnSpPr/>
          <p:nvPr/>
        </p:nvCxnSpPr>
        <p:spPr>
          <a:xfrm flipH="1">
            <a:off x="3536194" y="1832372"/>
            <a:ext cx="1328700" cy="289200"/>
          </a:xfrm>
          <a:prstGeom prst="straightConnector1">
            <a:avLst/>
          </a:prstGeom>
          <a:noFill/>
          <a:ln cap="flat" cmpd="sng" w="38100">
            <a:solidFill>
              <a:schemeClr val="dk1"/>
            </a:solidFill>
            <a:prstDash val="solid"/>
            <a:miter lim="800000"/>
            <a:headEnd len="sm" w="sm" type="none"/>
            <a:tailEnd len="med" w="med" type="stealth"/>
          </a:ln>
        </p:spPr>
      </p:cxnSp>
      <p:cxnSp>
        <p:nvCxnSpPr>
          <p:cNvPr id="243" name="Google Shape;243;p37"/>
          <p:cNvCxnSpPr/>
          <p:nvPr/>
        </p:nvCxnSpPr>
        <p:spPr>
          <a:xfrm flipH="1">
            <a:off x="4104150" y="2357437"/>
            <a:ext cx="867900" cy="289200"/>
          </a:xfrm>
          <a:prstGeom prst="straightConnector1">
            <a:avLst/>
          </a:prstGeom>
          <a:noFill/>
          <a:ln cap="flat" cmpd="sng" w="38100">
            <a:solidFill>
              <a:schemeClr val="dk1"/>
            </a:solidFill>
            <a:prstDash val="solid"/>
            <a:miter lim="800000"/>
            <a:headEnd len="sm" w="sm" type="none"/>
            <a:tailEnd len="med" w="med" type="stealth"/>
          </a:ln>
        </p:spPr>
      </p:cxnSp>
      <p:cxnSp>
        <p:nvCxnSpPr>
          <p:cNvPr id="244" name="Google Shape;244;p37"/>
          <p:cNvCxnSpPr/>
          <p:nvPr/>
        </p:nvCxnSpPr>
        <p:spPr>
          <a:xfrm flipH="1">
            <a:off x="4264877" y="3150392"/>
            <a:ext cx="792900" cy="203700"/>
          </a:xfrm>
          <a:prstGeom prst="straightConnector1">
            <a:avLst/>
          </a:prstGeom>
          <a:noFill/>
          <a:ln cap="flat" cmpd="sng" w="38100">
            <a:solidFill>
              <a:schemeClr val="dk1"/>
            </a:solidFill>
            <a:prstDash val="solid"/>
            <a:miter lim="800000"/>
            <a:headEnd len="sm" w="sm" type="none"/>
            <a:tailEnd len="med" w="med" type="stealth"/>
          </a:ln>
        </p:spPr>
      </p:cxnSp>
      <p:cxnSp>
        <p:nvCxnSpPr>
          <p:cNvPr id="245" name="Google Shape;245;p37"/>
          <p:cNvCxnSpPr/>
          <p:nvPr/>
        </p:nvCxnSpPr>
        <p:spPr>
          <a:xfrm flipH="1">
            <a:off x="2664572" y="3975497"/>
            <a:ext cx="2253900" cy="50100"/>
          </a:xfrm>
          <a:prstGeom prst="straightConnector1">
            <a:avLst/>
          </a:prstGeom>
          <a:noFill/>
          <a:ln cap="flat" cmpd="sng" w="38100">
            <a:solidFill>
              <a:schemeClr val="dk1"/>
            </a:solidFill>
            <a:prstDash val="solid"/>
            <a:miter lim="800000"/>
            <a:headEnd len="sm" w="sm" type="none"/>
            <a:tailEnd len="med" w="med" type="stealth"/>
          </a:ln>
        </p:spPr>
      </p:cxnSp>
      <p:sp>
        <p:nvSpPr>
          <p:cNvPr id="246" name="Google Shape;246;p37"/>
          <p:cNvSpPr txBox="1"/>
          <p:nvPr/>
        </p:nvSpPr>
        <p:spPr>
          <a:xfrm>
            <a:off x="5036329" y="632196"/>
            <a:ext cx="3182700" cy="531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500">
                <a:solidFill>
                  <a:schemeClr val="dk1"/>
                </a:solidFill>
                <a:latin typeface="Courgette"/>
                <a:ea typeface="Courgette"/>
                <a:cs typeface="Courgette"/>
                <a:sym typeface="Courgette"/>
              </a:rPr>
              <a:t>l</a:t>
            </a:r>
            <a:r>
              <a:rPr lang="en" sz="1500">
                <a:solidFill>
                  <a:schemeClr val="dk1"/>
                </a:solidFill>
                <a:latin typeface="Calibri"/>
                <a:ea typeface="Calibri"/>
                <a:cs typeface="Calibri"/>
                <a:sym typeface="Calibri"/>
              </a:rPr>
              <a:t> must always be less or equal to r for the loop to run</a:t>
            </a:r>
            <a:endParaRPr sz="1500">
              <a:solidFill>
                <a:schemeClr val="dk1"/>
              </a:solidFill>
              <a:latin typeface="Calibri"/>
              <a:ea typeface="Calibri"/>
              <a:cs typeface="Calibri"/>
              <a:sym typeface="Calibri"/>
            </a:endParaRPr>
          </a:p>
        </p:txBody>
      </p:sp>
      <p:sp>
        <p:nvSpPr>
          <p:cNvPr id="247" name="Google Shape;247;p37"/>
          <p:cNvSpPr txBox="1"/>
          <p:nvPr/>
        </p:nvSpPr>
        <p:spPr>
          <a:xfrm>
            <a:off x="5043469" y="1185852"/>
            <a:ext cx="3228900" cy="300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500">
                <a:solidFill>
                  <a:schemeClr val="dk1"/>
                </a:solidFill>
                <a:latin typeface="Calibri"/>
                <a:ea typeface="Calibri"/>
                <a:cs typeface="Calibri"/>
                <a:sym typeface="Calibri"/>
              </a:rPr>
              <a:t>Find the mid index</a:t>
            </a:r>
            <a:endParaRPr sz="1500">
              <a:solidFill>
                <a:schemeClr val="dk1"/>
              </a:solidFill>
              <a:latin typeface="Calibri"/>
              <a:ea typeface="Calibri"/>
              <a:cs typeface="Calibri"/>
              <a:sym typeface="Calibri"/>
            </a:endParaRPr>
          </a:p>
        </p:txBody>
      </p:sp>
      <p:sp>
        <p:nvSpPr>
          <p:cNvPr id="248" name="Google Shape;248;p37"/>
          <p:cNvSpPr txBox="1"/>
          <p:nvPr/>
        </p:nvSpPr>
        <p:spPr>
          <a:xfrm>
            <a:off x="5043469" y="1485900"/>
            <a:ext cx="3732600" cy="531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500">
                <a:solidFill>
                  <a:schemeClr val="dk1"/>
                </a:solidFill>
                <a:latin typeface="Calibri"/>
                <a:ea typeface="Calibri"/>
                <a:cs typeface="Calibri"/>
                <a:sym typeface="Calibri"/>
              </a:rPr>
              <a:t>Check if item matches with the mid element, return true if does else next step.</a:t>
            </a:r>
            <a:endParaRPr sz="1500">
              <a:solidFill>
                <a:schemeClr val="dk1"/>
              </a:solidFill>
              <a:latin typeface="Calibri"/>
              <a:ea typeface="Calibri"/>
              <a:cs typeface="Calibri"/>
              <a:sym typeface="Calibri"/>
            </a:endParaRPr>
          </a:p>
        </p:txBody>
      </p:sp>
      <p:sp>
        <p:nvSpPr>
          <p:cNvPr id="249" name="Google Shape;249;p37"/>
          <p:cNvSpPr txBox="1"/>
          <p:nvPr/>
        </p:nvSpPr>
        <p:spPr>
          <a:xfrm>
            <a:off x="5054185" y="2053848"/>
            <a:ext cx="2711100" cy="762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500">
                <a:solidFill>
                  <a:schemeClr val="dk1"/>
                </a:solidFill>
                <a:latin typeface="Calibri"/>
                <a:ea typeface="Calibri"/>
                <a:cs typeface="Calibri"/>
                <a:sym typeface="Calibri"/>
              </a:rPr>
              <a:t>Check if the item is smaller, if yes shift the search range to left by moving r</a:t>
            </a:r>
            <a:endParaRPr sz="1500">
              <a:solidFill>
                <a:schemeClr val="dk1"/>
              </a:solidFill>
              <a:latin typeface="Calibri"/>
              <a:ea typeface="Calibri"/>
              <a:cs typeface="Calibri"/>
              <a:sym typeface="Calibri"/>
            </a:endParaRPr>
          </a:p>
        </p:txBody>
      </p:sp>
      <p:sp>
        <p:nvSpPr>
          <p:cNvPr id="250" name="Google Shape;250;p37"/>
          <p:cNvSpPr txBox="1"/>
          <p:nvPr/>
        </p:nvSpPr>
        <p:spPr>
          <a:xfrm>
            <a:off x="5086332" y="2900403"/>
            <a:ext cx="2711100" cy="762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500">
                <a:solidFill>
                  <a:schemeClr val="dk1"/>
                </a:solidFill>
                <a:latin typeface="Calibri"/>
                <a:ea typeface="Calibri"/>
                <a:cs typeface="Calibri"/>
                <a:sym typeface="Calibri"/>
              </a:rPr>
              <a:t>If the above condition is dissatisfied, shift the search range to right by moving </a:t>
            </a:r>
            <a:r>
              <a:rPr lang="en" sz="1500">
                <a:solidFill>
                  <a:schemeClr val="dk1"/>
                </a:solidFill>
                <a:latin typeface="Courgette"/>
                <a:ea typeface="Courgette"/>
                <a:cs typeface="Courgette"/>
                <a:sym typeface="Courgette"/>
              </a:rPr>
              <a:t>l</a:t>
            </a:r>
            <a:r>
              <a:rPr lang="en" sz="1500">
                <a:solidFill>
                  <a:schemeClr val="dk1"/>
                </a:solidFill>
                <a:latin typeface="Calibri"/>
                <a:ea typeface="Calibri"/>
                <a:cs typeface="Calibri"/>
                <a:sym typeface="Calibri"/>
              </a:rPr>
              <a:t> </a:t>
            </a:r>
            <a:endParaRPr sz="1500">
              <a:solidFill>
                <a:schemeClr val="dk1"/>
              </a:solidFill>
              <a:latin typeface="Calibri"/>
              <a:ea typeface="Calibri"/>
              <a:cs typeface="Calibri"/>
              <a:sym typeface="Calibri"/>
            </a:endParaRPr>
          </a:p>
        </p:txBody>
      </p:sp>
      <p:sp>
        <p:nvSpPr>
          <p:cNvPr id="251" name="Google Shape;251;p37"/>
          <p:cNvSpPr txBox="1"/>
          <p:nvPr/>
        </p:nvSpPr>
        <p:spPr>
          <a:xfrm>
            <a:off x="5057761" y="3750454"/>
            <a:ext cx="3521100" cy="531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500">
                <a:solidFill>
                  <a:schemeClr val="dk1"/>
                </a:solidFill>
                <a:latin typeface="Calibri"/>
                <a:ea typeface="Calibri"/>
                <a:cs typeface="Calibri"/>
                <a:sym typeface="Calibri"/>
              </a:rPr>
              <a:t>The program will reach this line after while </a:t>
            </a:r>
            <a:br>
              <a:rPr lang="en" sz="1500">
                <a:solidFill>
                  <a:schemeClr val="dk1"/>
                </a:solidFill>
                <a:latin typeface="Calibri"/>
                <a:ea typeface="Calibri"/>
                <a:cs typeface="Calibri"/>
                <a:sym typeface="Calibri"/>
              </a:rPr>
            </a:br>
            <a:r>
              <a:rPr lang="en" sz="1500">
                <a:solidFill>
                  <a:schemeClr val="dk1"/>
                </a:solidFill>
                <a:latin typeface="Calibri"/>
                <a:ea typeface="Calibri"/>
                <a:cs typeface="Calibri"/>
                <a:sym typeface="Calibri"/>
              </a:rPr>
              <a:t>loop is complete. False is returned. </a:t>
            </a:r>
            <a:endParaRPr sz="1500">
              <a:solidFill>
                <a:schemeClr val="dk1"/>
              </a:solidFill>
              <a:latin typeface="Calibri"/>
              <a:ea typeface="Calibri"/>
              <a:cs typeface="Calibri"/>
              <a:sym typeface="Calibri"/>
            </a:endParaRPr>
          </a:p>
        </p:txBody>
      </p:sp>
      <p:sp>
        <p:nvSpPr>
          <p:cNvPr id="252" name="Google Shape;252;p37"/>
          <p:cNvSpPr txBox="1"/>
          <p:nvPr>
            <p:ph idx="12" type="sldNum"/>
          </p:nvPr>
        </p:nvSpPr>
        <p:spPr>
          <a:xfrm>
            <a:off x="6457950" y="4767263"/>
            <a:ext cx="2057400" cy="2739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8"/>
          <p:cNvSpPr txBox="1"/>
          <p:nvPr/>
        </p:nvSpPr>
        <p:spPr>
          <a:xfrm>
            <a:off x="4672143" y="910802"/>
            <a:ext cx="3734400" cy="3532500"/>
          </a:xfrm>
          <a:prstGeom prst="rect">
            <a:avLst/>
          </a:prstGeom>
          <a:noFill/>
          <a:ln cap="flat" cmpd="sng" w="9525">
            <a:solidFill>
              <a:schemeClr val="dk1"/>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spcBef>
                <a:spcPts val="0"/>
              </a:spcBef>
              <a:spcAft>
                <a:spcPts val="0"/>
              </a:spcAft>
              <a:buNone/>
            </a:pPr>
            <a:r>
              <a:rPr lang="en" sz="1500">
                <a:solidFill>
                  <a:srgbClr val="434343"/>
                </a:solidFill>
                <a:latin typeface="Calibri"/>
                <a:ea typeface="Calibri"/>
                <a:cs typeface="Calibri"/>
                <a:sym typeface="Calibri"/>
              </a:rPr>
              <a:t>boolean binarySearch(A[], </a:t>
            </a:r>
            <a:r>
              <a:rPr lang="en" sz="1500">
                <a:solidFill>
                  <a:srgbClr val="434343"/>
                </a:solidFill>
                <a:latin typeface="Courgette"/>
                <a:ea typeface="Courgette"/>
                <a:cs typeface="Courgette"/>
                <a:sym typeface="Courgette"/>
              </a:rPr>
              <a:t>l</a:t>
            </a:r>
            <a:r>
              <a:rPr lang="en" sz="1500">
                <a:solidFill>
                  <a:srgbClr val="434343"/>
                </a:solidFill>
                <a:latin typeface="Calibri"/>
                <a:ea typeface="Calibri"/>
                <a:cs typeface="Calibri"/>
                <a:sym typeface="Calibri"/>
              </a:rPr>
              <a:t> , r, item){</a:t>
            </a:r>
            <a:endParaRPr sz="1100">
              <a:solidFill>
                <a:srgbClr val="434343"/>
              </a:solidFill>
            </a:endParaRPr>
          </a:p>
          <a:p>
            <a:pPr indent="0" lvl="0" marL="0" marR="0" rtl="0" algn="l">
              <a:spcBef>
                <a:spcPts val="0"/>
              </a:spcBef>
              <a:spcAft>
                <a:spcPts val="0"/>
              </a:spcAft>
              <a:buNone/>
            </a:pPr>
            <a:r>
              <a:rPr lang="en" sz="1500">
                <a:solidFill>
                  <a:srgbClr val="434343"/>
                </a:solidFill>
                <a:latin typeface="Calibri"/>
                <a:ea typeface="Calibri"/>
                <a:cs typeface="Calibri"/>
                <a:sym typeface="Calibri"/>
              </a:rPr>
              <a:t>	while (</a:t>
            </a:r>
            <a:r>
              <a:rPr lang="en" sz="1500">
                <a:solidFill>
                  <a:srgbClr val="434343"/>
                </a:solidFill>
                <a:latin typeface="Courgette"/>
                <a:ea typeface="Courgette"/>
                <a:cs typeface="Courgette"/>
                <a:sym typeface="Courgette"/>
              </a:rPr>
              <a:t>l</a:t>
            </a:r>
            <a:r>
              <a:rPr lang="en" sz="1500">
                <a:solidFill>
                  <a:srgbClr val="434343"/>
                </a:solidFill>
                <a:latin typeface="Calibri"/>
                <a:ea typeface="Calibri"/>
                <a:cs typeface="Calibri"/>
                <a:sym typeface="Calibri"/>
              </a:rPr>
              <a:t> &lt;=r){</a:t>
            </a:r>
            <a:endParaRPr sz="1100">
              <a:solidFill>
                <a:srgbClr val="434343"/>
              </a:solidFill>
            </a:endParaRPr>
          </a:p>
          <a:p>
            <a:pPr indent="0" lvl="0" marL="0" marR="0" rtl="0" algn="l">
              <a:spcBef>
                <a:spcPts val="0"/>
              </a:spcBef>
              <a:spcAft>
                <a:spcPts val="0"/>
              </a:spcAft>
              <a:buNone/>
            </a:pPr>
            <a:r>
              <a:rPr lang="en" sz="1500">
                <a:solidFill>
                  <a:srgbClr val="434343"/>
                </a:solidFill>
                <a:latin typeface="Calibri"/>
                <a:ea typeface="Calibri"/>
                <a:cs typeface="Calibri"/>
                <a:sym typeface="Calibri"/>
              </a:rPr>
              <a:t>		mid = (</a:t>
            </a:r>
            <a:r>
              <a:rPr lang="en" sz="1500">
                <a:solidFill>
                  <a:srgbClr val="434343"/>
                </a:solidFill>
                <a:latin typeface="Courgette"/>
                <a:ea typeface="Courgette"/>
                <a:cs typeface="Courgette"/>
                <a:sym typeface="Courgette"/>
              </a:rPr>
              <a:t>l</a:t>
            </a:r>
            <a:r>
              <a:rPr lang="en" sz="1500">
                <a:solidFill>
                  <a:srgbClr val="434343"/>
                </a:solidFill>
                <a:latin typeface="Calibri"/>
                <a:ea typeface="Calibri"/>
                <a:cs typeface="Calibri"/>
                <a:sym typeface="Calibri"/>
              </a:rPr>
              <a:t> +r)/2;</a:t>
            </a:r>
            <a:endParaRPr sz="1100">
              <a:solidFill>
                <a:srgbClr val="434343"/>
              </a:solidFill>
            </a:endParaRPr>
          </a:p>
          <a:p>
            <a:pPr indent="0" lvl="0" marL="0" marR="0" rtl="0" algn="l">
              <a:spcBef>
                <a:spcPts val="0"/>
              </a:spcBef>
              <a:spcAft>
                <a:spcPts val="0"/>
              </a:spcAft>
              <a:buNone/>
            </a:pPr>
            <a:r>
              <a:rPr lang="en" sz="1500">
                <a:solidFill>
                  <a:srgbClr val="434343"/>
                </a:solidFill>
                <a:latin typeface="Calibri"/>
                <a:ea typeface="Calibri"/>
                <a:cs typeface="Calibri"/>
                <a:sym typeface="Calibri"/>
              </a:rPr>
              <a:t>		if (A[mid]==item){</a:t>
            </a:r>
            <a:endParaRPr sz="1100">
              <a:solidFill>
                <a:srgbClr val="434343"/>
              </a:solidFill>
            </a:endParaRPr>
          </a:p>
          <a:p>
            <a:pPr indent="0" lvl="0" marL="0" marR="0" rtl="0" algn="l">
              <a:spcBef>
                <a:spcPts val="0"/>
              </a:spcBef>
              <a:spcAft>
                <a:spcPts val="0"/>
              </a:spcAft>
              <a:buNone/>
            </a:pPr>
            <a:r>
              <a:rPr lang="en" sz="1500">
                <a:solidFill>
                  <a:srgbClr val="434343"/>
                </a:solidFill>
                <a:latin typeface="Calibri"/>
                <a:ea typeface="Calibri"/>
                <a:cs typeface="Calibri"/>
                <a:sym typeface="Calibri"/>
              </a:rPr>
              <a:t>			return true;</a:t>
            </a:r>
            <a:endParaRPr sz="1100">
              <a:solidFill>
                <a:srgbClr val="434343"/>
              </a:solidFill>
            </a:endParaRPr>
          </a:p>
          <a:p>
            <a:pPr indent="0" lvl="0" marL="0" marR="0" rtl="0" algn="l">
              <a:spcBef>
                <a:spcPts val="0"/>
              </a:spcBef>
              <a:spcAft>
                <a:spcPts val="0"/>
              </a:spcAft>
              <a:buNone/>
            </a:pPr>
            <a:r>
              <a:rPr lang="en" sz="1500">
                <a:solidFill>
                  <a:srgbClr val="434343"/>
                </a:solidFill>
                <a:latin typeface="Calibri"/>
                <a:ea typeface="Calibri"/>
                <a:cs typeface="Calibri"/>
                <a:sym typeface="Calibri"/>
              </a:rPr>
              <a:t>		}else{</a:t>
            </a:r>
            <a:endParaRPr sz="1100">
              <a:solidFill>
                <a:srgbClr val="434343"/>
              </a:solidFill>
            </a:endParaRPr>
          </a:p>
          <a:p>
            <a:pPr indent="0" lvl="0" marL="0" marR="0" rtl="0" algn="l">
              <a:spcBef>
                <a:spcPts val="0"/>
              </a:spcBef>
              <a:spcAft>
                <a:spcPts val="0"/>
              </a:spcAft>
              <a:buNone/>
            </a:pPr>
            <a:r>
              <a:rPr lang="en" sz="1500">
                <a:solidFill>
                  <a:srgbClr val="434343"/>
                </a:solidFill>
                <a:latin typeface="Calibri"/>
                <a:ea typeface="Calibri"/>
                <a:cs typeface="Calibri"/>
                <a:sym typeface="Calibri"/>
              </a:rPr>
              <a:t>			if (item&lt;A[mid]){</a:t>
            </a:r>
            <a:endParaRPr sz="1100">
              <a:solidFill>
                <a:srgbClr val="434343"/>
              </a:solidFill>
            </a:endParaRPr>
          </a:p>
          <a:p>
            <a:pPr indent="0" lvl="0" marL="0" marR="0" rtl="0" algn="l">
              <a:spcBef>
                <a:spcPts val="0"/>
              </a:spcBef>
              <a:spcAft>
                <a:spcPts val="0"/>
              </a:spcAft>
              <a:buNone/>
            </a:pPr>
            <a:r>
              <a:rPr lang="en" sz="1500">
                <a:solidFill>
                  <a:srgbClr val="434343"/>
                </a:solidFill>
                <a:latin typeface="Calibri"/>
                <a:ea typeface="Calibri"/>
                <a:cs typeface="Calibri"/>
                <a:sym typeface="Calibri"/>
              </a:rPr>
              <a:t>				r = mid-1;</a:t>
            </a:r>
            <a:endParaRPr sz="1100">
              <a:solidFill>
                <a:srgbClr val="434343"/>
              </a:solidFill>
            </a:endParaRPr>
          </a:p>
          <a:p>
            <a:pPr indent="0" lvl="0" marL="0" marR="0" rtl="0" algn="l">
              <a:spcBef>
                <a:spcPts val="0"/>
              </a:spcBef>
              <a:spcAft>
                <a:spcPts val="0"/>
              </a:spcAft>
              <a:buNone/>
            </a:pPr>
            <a:r>
              <a:rPr lang="en" sz="1500">
                <a:solidFill>
                  <a:srgbClr val="434343"/>
                </a:solidFill>
                <a:latin typeface="Calibri"/>
                <a:ea typeface="Calibri"/>
                <a:cs typeface="Calibri"/>
                <a:sym typeface="Calibri"/>
              </a:rPr>
              <a:t>			}else{</a:t>
            </a:r>
            <a:endParaRPr sz="1100">
              <a:solidFill>
                <a:srgbClr val="434343"/>
              </a:solidFill>
            </a:endParaRPr>
          </a:p>
          <a:p>
            <a:pPr indent="0" lvl="0" marL="0" marR="0" rtl="0" algn="l">
              <a:spcBef>
                <a:spcPts val="0"/>
              </a:spcBef>
              <a:spcAft>
                <a:spcPts val="0"/>
              </a:spcAft>
              <a:buNone/>
            </a:pPr>
            <a:r>
              <a:rPr lang="en" sz="1500">
                <a:solidFill>
                  <a:srgbClr val="434343"/>
                </a:solidFill>
                <a:latin typeface="Calibri"/>
                <a:ea typeface="Calibri"/>
                <a:cs typeface="Calibri"/>
                <a:sym typeface="Calibri"/>
              </a:rPr>
              <a:t>				</a:t>
            </a:r>
            <a:r>
              <a:rPr lang="en" sz="1500">
                <a:solidFill>
                  <a:srgbClr val="434343"/>
                </a:solidFill>
                <a:latin typeface="Courgette"/>
                <a:ea typeface="Courgette"/>
                <a:cs typeface="Courgette"/>
                <a:sym typeface="Courgette"/>
              </a:rPr>
              <a:t> l</a:t>
            </a:r>
            <a:r>
              <a:rPr lang="en" sz="1500">
                <a:solidFill>
                  <a:srgbClr val="434343"/>
                </a:solidFill>
                <a:latin typeface="Calibri"/>
                <a:ea typeface="Calibri"/>
                <a:cs typeface="Calibri"/>
                <a:sym typeface="Calibri"/>
              </a:rPr>
              <a:t> = mid+1;</a:t>
            </a:r>
            <a:endParaRPr sz="1100">
              <a:solidFill>
                <a:srgbClr val="434343"/>
              </a:solidFill>
            </a:endParaRPr>
          </a:p>
          <a:p>
            <a:pPr indent="0" lvl="0" marL="0" marR="0" rtl="0" algn="l">
              <a:spcBef>
                <a:spcPts val="0"/>
              </a:spcBef>
              <a:spcAft>
                <a:spcPts val="0"/>
              </a:spcAft>
              <a:buNone/>
            </a:pPr>
            <a:r>
              <a:rPr lang="en" sz="1500">
                <a:solidFill>
                  <a:srgbClr val="434343"/>
                </a:solidFill>
                <a:latin typeface="Calibri"/>
                <a:ea typeface="Calibri"/>
                <a:cs typeface="Calibri"/>
                <a:sym typeface="Calibri"/>
              </a:rPr>
              <a:t>			}</a:t>
            </a:r>
            <a:endParaRPr sz="1100">
              <a:solidFill>
                <a:srgbClr val="434343"/>
              </a:solidFill>
            </a:endParaRPr>
          </a:p>
          <a:p>
            <a:pPr indent="0" lvl="0" marL="0" marR="0" rtl="0" algn="l">
              <a:spcBef>
                <a:spcPts val="0"/>
              </a:spcBef>
              <a:spcAft>
                <a:spcPts val="0"/>
              </a:spcAft>
              <a:buNone/>
            </a:pPr>
            <a:r>
              <a:rPr lang="en" sz="1500">
                <a:solidFill>
                  <a:srgbClr val="434343"/>
                </a:solidFill>
                <a:latin typeface="Calibri"/>
                <a:ea typeface="Calibri"/>
                <a:cs typeface="Calibri"/>
                <a:sym typeface="Calibri"/>
              </a:rPr>
              <a:t>		}</a:t>
            </a:r>
            <a:endParaRPr sz="1100">
              <a:solidFill>
                <a:srgbClr val="434343"/>
              </a:solidFill>
            </a:endParaRPr>
          </a:p>
          <a:p>
            <a:pPr indent="0" lvl="0" marL="0" marR="0" rtl="0" algn="l">
              <a:spcBef>
                <a:spcPts val="0"/>
              </a:spcBef>
              <a:spcAft>
                <a:spcPts val="0"/>
              </a:spcAft>
              <a:buNone/>
            </a:pPr>
            <a:r>
              <a:rPr lang="en" sz="1500">
                <a:solidFill>
                  <a:srgbClr val="434343"/>
                </a:solidFill>
                <a:latin typeface="Calibri"/>
                <a:ea typeface="Calibri"/>
                <a:cs typeface="Calibri"/>
                <a:sym typeface="Calibri"/>
              </a:rPr>
              <a:t>	}</a:t>
            </a:r>
            <a:endParaRPr sz="1100">
              <a:solidFill>
                <a:srgbClr val="434343"/>
              </a:solidFill>
            </a:endParaRPr>
          </a:p>
          <a:p>
            <a:pPr indent="0" lvl="0" marL="0" marR="0" rtl="0" algn="l">
              <a:spcBef>
                <a:spcPts val="0"/>
              </a:spcBef>
              <a:spcAft>
                <a:spcPts val="0"/>
              </a:spcAft>
              <a:buNone/>
            </a:pPr>
            <a:r>
              <a:rPr lang="en" sz="1500">
                <a:solidFill>
                  <a:srgbClr val="434343"/>
                </a:solidFill>
                <a:latin typeface="Calibri"/>
                <a:ea typeface="Calibri"/>
                <a:cs typeface="Calibri"/>
                <a:sym typeface="Calibri"/>
              </a:rPr>
              <a:t>	return false;</a:t>
            </a:r>
            <a:endParaRPr sz="1100">
              <a:solidFill>
                <a:srgbClr val="434343"/>
              </a:solidFill>
            </a:endParaRPr>
          </a:p>
          <a:p>
            <a:pPr indent="0" lvl="0" marL="0" marR="0" rtl="0" algn="l">
              <a:spcBef>
                <a:spcPts val="0"/>
              </a:spcBef>
              <a:spcAft>
                <a:spcPts val="0"/>
              </a:spcAft>
              <a:buNone/>
            </a:pPr>
            <a:r>
              <a:rPr lang="en" sz="1500">
                <a:solidFill>
                  <a:srgbClr val="434343"/>
                </a:solidFill>
                <a:latin typeface="Calibri"/>
                <a:ea typeface="Calibri"/>
                <a:cs typeface="Calibri"/>
                <a:sym typeface="Calibri"/>
              </a:rPr>
              <a:t>}</a:t>
            </a:r>
            <a:endParaRPr sz="1500">
              <a:solidFill>
                <a:srgbClr val="434343"/>
              </a:solidFill>
              <a:latin typeface="Calibri"/>
              <a:ea typeface="Calibri"/>
              <a:cs typeface="Calibri"/>
              <a:sym typeface="Calibri"/>
            </a:endParaRPr>
          </a:p>
        </p:txBody>
      </p:sp>
      <p:graphicFrame>
        <p:nvGraphicFramePr>
          <p:cNvPr id="258" name="Google Shape;258;p38"/>
          <p:cNvGraphicFramePr/>
          <p:nvPr/>
        </p:nvGraphicFramePr>
        <p:xfrm>
          <a:off x="790409" y="2360663"/>
          <a:ext cx="3000000" cy="3000000"/>
        </p:xfrm>
        <a:graphic>
          <a:graphicData uri="http://schemas.openxmlformats.org/drawingml/2006/table">
            <a:tbl>
              <a:tblPr bandRow="1" firstRow="1">
                <a:noFill/>
                <a:tableStyleId>{E9ACCAE0-D89A-413B-A786-79F8FFFFCD7D}</a:tableStyleId>
              </a:tblPr>
              <a:tblGrid>
                <a:gridCol w="660075"/>
                <a:gridCol w="660075"/>
                <a:gridCol w="660075"/>
                <a:gridCol w="660075"/>
                <a:gridCol w="660075"/>
              </a:tblGrid>
              <a:tr h="278150">
                <a:tc>
                  <a:txBody>
                    <a:bodyPr/>
                    <a:lstStyle/>
                    <a:p>
                      <a:pPr indent="0" lvl="0" marL="0" marR="0" rtl="0" algn="ctr">
                        <a:spcBef>
                          <a:spcPts val="0"/>
                        </a:spcBef>
                        <a:spcAft>
                          <a:spcPts val="0"/>
                        </a:spcAft>
                        <a:buNone/>
                      </a:pPr>
                      <a:r>
                        <a:rPr lang="en" sz="1400" u="none" cap="none" strike="noStrike">
                          <a:solidFill>
                            <a:schemeClr val="dk1"/>
                          </a:solidFill>
                        </a:rPr>
                        <a:t>0</a:t>
                      </a:r>
                      <a:endParaRPr sz="14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spcBef>
                          <a:spcPts val="0"/>
                        </a:spcBef>
                        <a:spcAft>
                          <a:spcPts val="0"/>
                        </a:spcAft>
                        <a:buNone/>
                      </a:pPr>
                      <a:r>
                        <a:rPr lang="en" sz="1400" u="none" cap="none" strike="noStrike">
                          <a:solidFill>
                            <a:schemeClr val="dk1"/>
                          </a:solidFill>
                        </a:rPr>
                        <a:t>1</a:t>
                      </a:r>
                      <a:endParaRPr sz="14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spcBef>
                          <a:spcPts val="0"/>
                        </a:spcBef>
                        <a:spcAft>
                          <a:spcPts val="0"/>
                        </a:spcAft>
                        <a:buNone/>
                      </a:pPr>
                      <a:r>
                        <a:rPr lang="en" sz="1400" u="none" cap="none" strike="noStrike">
                          <a:solidFill>
                            <a:schemeClr val="dk1"/>
                          </a:solidFill>
                        </a:rPr>
                        <a:t>2</a:t>
                      </a:r>
                      <a:endParaRPr sz="14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spcBef>
                          <a:spcPts val="0"/>
                        </a:spcBef>
                        <a:spcAft>
                          <a:spcPts val="0"/>
                        </a:spcAft>
                        <a:buNone/>
                      </a:pPr>
                      <a:r>
                        <a:rPr lang="en" sz="1400" u="none" cap="none" strike="noStrike">
                          <a:solidFill>
                            <a:schemeClr val="dk1"/>
                          </a:solidFill>
                        </a:rPr>
                        <a:t>3</a:t>
                      </a:r>
                      <a:endParaRPr sz="14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spcBef>
                          <a:spcPts val="0"/>
                        </a:spcBef>
                        <a:spcAft>
                          <a:spcPts val="0"/>
                        </a:spcAft>
                        <a:buNone/>
                      </a:pPr>
                      <a:r>
                        <a:rPr lang="en" sz="1400" u="none" cap="none" strike="noStrike">
                          <a:solidFill>
                            <a:schemeClr val="dk1"/>
                          </a:solidFill>
                        </a:rPr>
                        <a:t>4</a:t>
                      </a:r>
                      <a:endParaRPr sz="14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r>
            </a:tbl>
          </a:graphicData>
        </a:graphic>
      </p:graphicFrame>
      <p:sp>
        <p:nvSpPr>
          <p:cNvPr id="259" name="Google Shape;259;p38"/>
          <p:cNvSpPr txBox="1"/>
          <p:nvPr/>
        </p:nvSpPr>
        <p:spPr>
          <a:xfrm>
            <a:off x="988801" y="1882298"/>
            <a:ext cx="2463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800">
                <a:solidFill>
                  <a:schemeClr val="dk1"/>
                </a:solidFill>
                <a:latin typeface="Courgette"/>
                <a:ea typeface="Courgette"/>
                <a:cs typeface="Courgette"/>
                <a:sym typeface="Courgette"/>
              </a:rPr>
              <a:t>l</a:t>
            </a:r>
            <a:endParaRPr sz="500">
              <a:solidFill>
                <a:schemeClr val="dk1"/>
              </a:solidFill>
              <a:latin typeface="Courgette"/>
              <a:ea typeface="Courgette"/>
              <a:cs typeface="Courgette"/>
              <a:sym typeface="Courgette"/>
            </a:endParaRPr>
          </a:p>
        </p:txBody>
      </p:sp>
      <p:sp>
        <p:nvSpPr>
          <p:cNvPr id="260" name="Google Shape;260;p38"/>
          <p:cNvSpPr txBox="1"/>
          <p:nvPr/>
        </p:nvSpPr>
        <p:spPr>
          <a:xfrm>
            <a:off x="3677701" y="1837233"/>
            <a:ext cx="2463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800">
                <a:solidFill>
                  <a:schemeClr val="dk1"/>
                </a:solidFill>
                <a:latin typeface="Courgette"/>
                <a:ea typeface="Courgette"/>
                <a:cs typeface="Courgette"/>
                <a:sym typeface="Courgette"/>
              </a:rPr>
              <a:t>r</a:t>
            </a:r>
            <a:endParaRPr sz="200"/>
          </a:p>
        </p:txBody>
      </p:sp>
      <p:sp>
        <p:nvSpPr>
          <p:cNvPr id="261" name="Google Shape;261;p38"/>
          <p:cNvSpPr txBox="1"/>
          <p:nvPr/>
        </p:nvSpPr>
        <p:spPr>
          <a:xfrm>
            <a:off x="2108441" y="1882200"/>
            <a:ext cx="8211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800">
                <a:solidFill>
                  <a:schemeClr val="dk1"/>
                </a:solidFill>
                <a:latin typeface="Courgette"/>
                <a:ea typeface="Courgette"/>
                <a:cs typeface="Courgette"/>
                <a:sym typeface="Courgette"/>
              </a:rPr>
              <a:t>mid</a:t>
            </a:r>
            <a:endParaRPr sz="500">
              <a:solidFill>
                <a:schemeClr val="dk1"/>
              </a:solidFill>
              <a:latin typeface="Courgette"/>
              <a:ea typeface="Courgette"/>
              <a:cs typeface="Courgette"/>
              <a:sym typeface="Courgette"/>
            </a:endParaRPr>
          </a:p>
        </p:txBody>
      </p:sp>
      <p:sp>
        <p:nvSpPr>
          <p:cNvPr id="262" name="Google Shape;262;p38"/>
          <p:cNvSpPr/>
          <p:nvPr/>
        </p:nvSpPr>
        <p:spPr>
          <a:xfrm>
            <a:off x="2279882" y="2999942"/>
            <a:ext cx="346800" cy="393000"/>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63" name="Google Shape;263;p38"/>
          <p:cNvSpPr txBox="1"/>
          <p:nvPr/>
        </p:nvSpPr>
        <p:spPr>
          <a:xfrm>
            <a:off x="2665639" y="3081974"/>
            <a:ext cx="615900" cy="500100"/>
          </a:xfrm>
          <a:prstGeom prst="rect">
            <a:avLst/>
          </a:prstGeom>
          <a:noFill/>
          <a:ln cap="flat" cmpd="sng" w="9525">
            <a:solidFill>
              <a:schemeClr val="dk1"/>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400">
                <a:solidFill>
                  <a:srgbClr val="FF0000"/>
                </a:solidFill>
                <a:latin typeface="Calibri"/>
                <a:ea typeface="Calibri"/>
                <a:cs typeface="Calibri"/>
                <a:sym typeface="Calibri"/>
              </a:rPr>
              <a:t>60&gt; 34</a:t>
            </a:r>
            <a:endParaRPr b="1" sz="1400">
              <a:solidFill>
                <a:srgbClr val="FF0000"/>
              </a:solidFill>
              <a:latin typeface="Calibri"/>
              <a:ea typeface="Calibri"/>
              <a:cs typeface="Calibri"/>
              <a:sym typeface="Calibri"/>
            </a:endParaRPr>
          </a:p>
        </p:txBody>
      </p:sp>
      <p:sp>
        <p:nvSpPr>
          <p:cNvPr id="264" name="Google Shape;264;p38"/>
          <p:cNvSpPr txBox="1"/>
          <p:nvPr/>
        </p:nvSpPr>
        <p:spPr>
          <a:xfrm>
            <a:off x="3026472" y="1867541"/>
            <a:ext cx="2463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800">
                <a:solidFill>
                  <a:schemeClr val="dk1"/>
                </a:solidFill>
                <a:latin typeface="Courgette"/>
                <a:ea typeface="Courgette"/>
                <a:cs typeface="Courgette"/>
                <a:sym typeface="Courgette"/>
              </a:rPr>
              <a:t>l</a:t>
            </a:r>
            <a:endParaRPr sz="500">
              <a:solidFill>
                <a:schemeClr val="dk1"/>
              </a:solidFill>
              <a:latin typeface="Courgette"/>
              <a:ea typeface="Courgette"/>
              <a:cs typeface="Courgette"/>
              <a:sym typeface="Courgette"/>
            </a:endParaRPr>
          </a:p>
        </p:txBody>
      </p:sp>
      <p:sp>
        <p:nvSpPr>
          <p:cNvPr id="265" name="Google Shape;265;p38"/>
          <p:cNvSpPr txBox="1"/>
          <p:nvPr/>
        </p:nvSpPr>
        <p:spPr>
          <a:xfrm>
            <a:off x="2844247" y="1578200"/>
            <a:ext cx="7647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800">
                <a:solidFill>
                  <a:schemeClr val="dk1"/>
                </a:solidFill>
                <a:latin typeface="Courgette"/>
                <a:ea typeface="Courgette"/>
                <a:cs typeface="Courgette"/>
                <a:sym typeface="Courgette"/>
              </a:rPr>
              <a:t>mid</a:t>
            </a:r>
            <a:endParaRPr sz="500">
              <a:solidFill>
                <a:schemeClr val="dk1"/>
              </a:solidFill>
              <a:latin typeface="Courgette"/>
              <a:ea typeface="Courgette"/>
              <a:cs typeface="Courgette"/>
              <a:sym typeface="Courgette"/>
            </a:endParaRPr>
          </a:p>
        </p:txBody>
      </p:sp>
      <p:sp>
        <p:nvSpPr>
          <p:cNvPr id="266" name="Google Shape;266;p38"/>
          <p:cNvSpPr/>
          <p:nvPr/>
        </p:nvSpPr>
        <p:spPr>
          <a:xfrm>
            <a:off x="2940698" y="3007082"/>
            <a:ext cx="346800" cy="393000"/>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67" name="Google Shape;267;p38"/>
          <p:cNvSpPr txBox="1"/>
          <p:nvPr/>
        </p:nvSpPr>
        <p:spPr>
          <a:xfrm>
            <a:off x="3337171" y="3078398"/>
            <a:ext cx="615900" cy="500100"/>
          </a:xfrm>
          <a:prstGeom prst="rect">
            <a:avLst/>
          </a:prstGeom>
          <a:noFill/>
          <a:ln cap="flat" cmpd="sng" w="9525">
            <a:solidFill>
              <a:schemeClr val="dk1"/>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400">
                <a:solidFill>
                  <a:srgbClr val="FF0000"/>
                </a:solidFill>
                <a:latin typeface="Calibri"/>
                <a:ea typeface="Calibri"/>
                <a:cs typeface="Calibri"/>
                <a:sym typeface="Calibri"/>
              </a:rPr>
              <a:t>60&gt; 58</a:t>
            </a:r>
            <a:endParaRPr b="1" sz="1400">
              <a:solidFill>
                <a:srgbClr val="FF0000"/>
              </a:solidFill>
              <a:latin typeface="Calibri"/>
              <a:ea typeface="Calibri"/>
              <a:cs typeface="Calibri"/>
              <a:sym typeface="Calibri"/>
            </a:endParaRPr>
          </a:p>
        </p:txBody>
      </p:sp>
      <p:sp>
        <p:nvSpPr>
          <p:cNvPr id="268" name="Google Shape;268;p38"/>
          <p:cNvSpPr txBox="1"/>
          <p:nvPr/>
        </p:nvSpPr>
        <p:spPr>
          <a:xfrm>
            <a:off x="3677707" y="1656804"/>
            <a:ext cx="2463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800">
                <a:solidFill>
                  <a:schemeClr val="dk1"/>
                </a:solidFill>
                <a:latin typeface="Courgette"/>
                <a:ea typeface="Courgette"/>
                <a:cs typeface="Courgette"/>
                <a:sym typeface="Courgette"/>
              </a:rPr>
              <a:t>l</a:t>
            </a:r>
            <a:endParaRPr sz="500">
              <a:solidFill>
                <a:schemeClr val="dk1"/>
              </a:solidFill>
              <a:latin typeface="Courgette"/>
              <a:ea typeface="Courgette"/>
              <a:cs typeface="Courgette"/>
              <a:sym typeface="Courgette"/>
            </a:endParaRPr>
          </a:p>
        </p:txBody>
      </p:sp>
      <p:sp>
        <p:nvSpPr>
          <p:cNvPr id="269" name="Google Shape;269;p38"/>
          <p:cNvSpPr/>
          <p:nvPr/>
        </p:nvSpPr>
        <p:spPr>
          <a:xfrm>
            <a:off x="3546086" y="3009302"/>
            <a:ext cx="346800" cy="393000"/>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70" name="Google Shape;270;p38"/>
          <p:cNvSpPr txBox="1"/>
          <p:nvPr/>
        </p:nvSpPr>
        <p:spPr>
          <a:xfrm>
            <a:off x="779689" y="2739022"/>
            <a:ext cx="664500" cy="284700"/>
          </a:xfrm>
          <a:prstGeom prst="rect">
            <a:avLst/>
          </a:prstGeom>
          <a:noFill/>
          <a:ln cap="flat" cmpd="sng" w="9525">
            <a:solidFill>
              <a:schemeClr val="dk1"/>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dk1"/>
                </a:solidFill>
                <a:latin typeface="Calibri"/>
                <a:ea typeface="Calibri"/>
                <a:cs typeface="Calibri"/>
                <a:sym typeface="Calibri"/>
              </a:rPr>
              <a:t>7</a:t>
            </a:r>
            <a:endParaRPr sz="1400">
              <a:solidFill>
                <a:schemeClr val="dk1"/>
              </a:solidFill>
              <a:latin typeface="Calibri"/>
              <a:ea typeface="Calibri"/>
              <a:cs typeface="Calibri"/>
              <a:sym typeface="Calibri"/>
            </a:endParaRPr>
          </a:p>
        </p:txBody>
      </p:sp>
      <p:sp>
        <p:nvSpPr>
          <p:cNvPr id="271" name="Google Shape;271;p38"/>
          <p:cNvSpPr txBox="1"/>
          <p:nvPr/>
        </p:nvSpPr>
        <p:spPr>
          <a:xfrm>
            <a:off x="1451201" y="2738873"/>
            <a:ext cx="664500" cy="284700"/>
          </a:xfrm>
          <a:prstGeom prst="rect">
            <a:avLst/>
          </a:prstGeom>
          <a:noFill/>
          <a:ln cap="flat" cmpd="sng" w="9525">
            <a:solidFill>
              <a:schemeClr val="dk1"/>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dk1"/>
                </a:solidFill>
                <a:latin typeface="Calibri"/>
                <a:ea typeface="Calibri"/>
                <a:cs typeface="Calibri"/>
                <a:sym typeface="Calibri"/>
              </a:rPr>
              <a:t>12</a:t>
            </a:r>
            <a:endParaRPr sz="1400">
              <a:solidFill>
                <a:schemeClr val="dk1"/>
              </a:solidFill>
              <a:latin typeface="Calibri"/>
              <a:ea typeface="Calibri"/>
              <a:cs typeface="Calibri"/>
              <a:sym typeface="Calibri"/>
            </a:endParaRPr>
          </a:p>
        </p:txBody>
      </p:sp>
      <p:sp>
        <p:nvSpPr>
          <p:cNvPr id="272" name="Google Shape;272;p38"/>
          <p:cNvSpPr txBox="1"/>
          <p:nvPr/>
        </p:nvSpPr>
        <p:spPr>
          <a:xfrm>
            <a:off x="3432084" y="2736092"/>
            <a:ext cx="650100" cy="284700"/>
          </a:xfrm>
          <a:prstGeom prst="rect">
            <a:avLst/>
          </a:prstGeom>
          <a:noFill/>
          <a:ln cap="flat" cmpd="sng" w="9525">
            <a:solidFill>
              <a:schemeClr val="dk1"/>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dk1"/>
                </a:solidFill>
                <a:latin typeface="Calibri"/>
                <a:ea typeface="Calibri"/>
                <a:cs typeface="Calibri"/>
                <a:sym typeface="Calibri"/>
              </a:rPr>
              <a:t>87</a:t>
            </a:r>
            <a:endParaRPr sz="1400">
              <a:solidFill>
                <a:schemeClr val="dk1"/>
              </a:solidFill>
              <a:latin typeface="Calibri"/>
              <a:ea typeface="Calibri"/>
              <a:cs typeface="Calibri"/>
              <a:sym typeface="Calibri"/>
            </a:endParaRPr>
          </a:p>
        </p:txBody>
      </p:sp>
      <p:sp>
        <p:nvSpPr>
          <p:cNvPr id="273" name="Google Shape;273;p38"/>
          <p:cNvSpPr txBox="1"/>
          <p:nvPr/>
        </p:nvSpPr>
        <p:spPr>
          <a:xfrm>
            <a:off x="2762542" y="2733351"/>
            <a:ext cx="664500" cy="284700"/>
          </a:xfrm>
          <a:prstGeom prst="rect">
            <a:avLst/>
          </a:prstGeom>
          <a:noFill/>
          <a:ln cap="flat" cmpd="sng" w="9525">
            <a:solidFill>
              <a:schemeClr val="dk1"/>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dk1"/>
                </a:solidFill>
                <a:latin typeface="Calibri"/>
                <a:ea typeface="Calibri"/>
                <a:cs typeface="Calibri"/>
                <a:sym typeface="Calibri"/>
              </a:rPr>
              <a:t>58</a:t>
            </a:r>
            <a:endParaRPr sz="1400">
              <a:solidFill>
                <a:schemeClr val="dk1"/>
              </a:solidFill>
              <a:latin typeface="Calibri"/>
              <a:ea typeface="Calibri"/>
              <a:cs typeface="Calibri"/>
              <a:sym typeface="Calibri"/>
            </a:endParaRPr>
          </a:p>
        </p:txBody>
      </p:sp>
      <p:sp>
        <p:nvSpPr>
          <p:cNvPr id="274" name="Google Shape;274;p38"/>
          <p:cNvSpPr txBox="1"/>
          <p:nvPr/>
        </p:nvSpPr>
        <p:spPr>
          <a:xfrm>
            <a:off x="2119803" y="2735440"/>
            <a:ext cx="636000" cy="284700"/>
          </a:xfrm>
          <a:prstGeom prst="rect">
            <a:avLst/>
          </a:prstGeom>
          <a:noFill/>
          <a:ln cap="flat" cmpd="sng" w="9525">
            <a:solidFill>
              <a:schemeClr val="dk1"/>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dk1"/>
                </a:solidFill>
                <a:latin typeface="Calibri"/>
                <a:ea typeface="Calibri"/>
                <a:cs typeface="Calibri"/>
                <a:sym typeface="Calibri"/>
              </a:rPr>
              <a:t>34</a:t>
            </a:r>
            <a:endParaRPr sz="1400">
              <a:solidFill>
                <a:schemeClr val="dk1"/>
              </a:solidFill>
              <a:latin typeface="Calibri"/>
              <a:ea typeface="Calibri"/>
              <a:cs typeface="Calibri"/>
              <a:sym typeface="Calibri"/>
            </a:endParaRPr>
          </a:p>
        </p:txBody>
      </p:sp>
      <p:sp>
        <p:nvSpPr>
          <p:cNvPr id="275" name="Google Shape;275;p38"/>
          <p:cNvSpPr txBox="1"/>
          <p:nvPr/>
        </p:nvSpPr>
        <p:spPr>
          <a:xfrm>
            <a:off x="3531776" y="1313775"/>
            <a:ext cx="8211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800">
                <a:solidFill>
                  <a:schemeClr val="dk1"/>
                </a:solidFill>
                <a:latin typeface="Courgette"/>
                <a:ea typeface="Courgette"/>
                <a:cs typeface="Courgette"/>
                <a:sym typeface="Courgette"/>
              </a:rPr>
              <a:t>mid</a:t>
            </a:r>
            <a:endParaRPr sz="500">
              <a:solidFill>
                <a:schemeClr val="dk1"/>
              </a:solidFill>
              <a:latin typeface="Courgette"/>
              <a:ea typeface="Courgette"/>
              <a:cs typeface="Courgette"/>
              <a:sym typeface="Courgette"/>
            </a:endParaRPr>
          </a:p>
        </p:txBody>
      </p:sp>
      <p:sp>
        <p:nvSpPr>
          <p:cNvPr id="276" name="Google Shape;276;p38"/>
          <p:cNvSpPr txBox="1"/>
          <p:nvPr/>
        </p:nvSpPr>
        <p:spPr>
          <a:xfrm>
            <a:off x="3973507" y="3080102"/>
            <a:ext cx="615900" cy="500100"/>
          </a:xfrm>
          <a:prstGeom prst="rect">
            <a:avLst/>
          </a:prstGeom>
          <a:noFill/>
          <a:ln cap="flat" cmpd="sng" w="9525">
            <a:solidFill>
              <a:schemeClr val="dk1"/>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400">
                <a:solidFill>
                  <a:srgbClr val="FF0000"/>
                </a:solidFill>
                <a:latin typeface="Calibri"/>
                <a:ea typeface="Calibri"/>
                <a:cs typeface="Calibri"/>
                <a:sym typeface="Calibri"/>
              </a:rPr>
              <a:t>60&lt; 87</a:t>
            </a:r>
            <a:endParaRPr b="1" sz="1400">
              <a:solidFill>
                <a:srgbClr val="FF0000"/>
              </a:solidFill>
              <a:latin typeface="Calibri"/>
              <a:ea typeface="Calibri"/>
              <a:cs typeface="Calibri"/>
              <a:sym typeface="Calibri"/>
            </a:endParaRPr>
          </a:p>
        </p:txBody>
      </p:sp>
      <p:sp>
        <p:nvSpPr>
          <p:cNvPr id="277" name="Google Shape;277;p38"/>
          <p:cNvSpPr/>
          <p:nvPr/>
        </p:nvSpPr>
        <p:spPr>
          <a:xfrm>
            <a:off x="2942480" y="1707962"/>
            <a:ext cx="1054500" cy="368700"/>
          </a:xfrm>
          <a:prstGeom prst="ellipse">
            <a:avLst/>
          </a:prstGeom>
          <a:noFill/>
          <a:ln cap="flat" cmpd="sng" w="1905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78" name="Google Shape;278;p38"/>
          <p:cNvSpPr txBox="1"/>
          <p:nvPr/>
        </p:nvSpPr>
        <p:spPr>
          <a:xfrm>
            <a:off x="2974518" y="1643581"/>
            <a:ext cx="2463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800">
                <a:solidFill>
                  <a:schemeClr val="dk1"/>
                </a:solidFill>
                <a:latin typeface="Courgette"/>
                <a:ea typeface="Courgette"/>
                <a:cs typeface="Courgette"/>
                <a:sym typeface="Courgette"/>
              </a:rPr>
              <a:t>r</a:t>
            </a:r>
            <a:endParaRPr sz="200"/>
          </a:p>
        </p:txBody>
      </p:sp>
      <p:sp>
        <p:nvSpPr>
          <p:cNvPr id="279" name="Google Shape;279;p38"/>
          <p:cNvSpPr txBox="1"/>
          <p:nvPr/>
        </p:nvSpPr>
        <p:spPr>
          <a:xfrm>
            <a:off x="623888" y="515632"/>
            <a:ext cx="3780300" cy="5982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chemeClr val="dk1"/>
              </a:buClr>
              <a:buSzPts val="3300"/>
              <a:buFont typeface="Calibri"/>
              <a:buNone/>
            </a:pPr>
            <a:r>
              <a:rPr b="0" i="0" lang="en" sz="3300" u="none" cap="none" strike="noStrike">
                <a:solidFill>
                  <a:schemeClr val="dk1"/>
                </a:solidFill>
                <a:latin typeface="Calibri"/>
                <a:ea typeface="Calibri"/>
                <a:cs typeface="Calibri"/>
                <a:sym typeface="Calibri"/>
              </a:rPr>
              <a:t>Binary Search</a:t>
            </a:r>
            <a:endParaRPr b="0" i="0" sz="3300" u="none" cap="none" strike="noStrike">
              <a:solidFill>
                <a:schemeClr val="dk1"/>
              </a:solidFill>
              <a:latin typeface="Calibri"/>
              <a:ea typeface="Calibri"/>
              <a:cs typeface="Calibri"/>
              <a:sym typeface="Calibri"/>
            </a:endParaRPr>
          </a:p>
        </p:txBody>
      </p:sp>
      <p:sp>
        <p:nvSpPr>
          <p:cNvPr id="280" name="Google Shape;280;p38"/>
          <p:cNvSpPr txBox="1"/>
          <p:nvPr/>
        </p:nvSpPr>
        <p:spPr>
          <a:xfrm>
            <a:off x="634124" y="944549"/>
            <a:ext cx="3437700" cy="427200"/>
          </a:xfrm>
          <a:prstGeom prst="rect">
            <a:avLst/>
          </a:prstGeom>
          <a:noFill/>
          <a:ln>
            <a:noFill/>
          </a:ln>
        </p:spPr>
        <p:txBody>
          <a:bodyPr anchorCtr="0" anchor="t" bIns="34275" lIns="68575" spcFirstLastPara="1" rIns="68575" wrap="square" tIns="34275">
            <a:noAutofit/>
          </a:bodyPr>
          <a:lstStyle/>
          <a:p>
            <a:pPr indent="-177800" lvl="0" marL="177800" marR="0" rtl="0" algn="l">
              <a:lnSpc>
                <a:spcPct val="90000"/>
              </a:lnSpc>
              <a:spcBef>
                <a:spcPts val="0"/>
              </a:spcBef>
              <a:spcAft>
                <a:spcPts val="0"/>
              </a:spcAft>
              <a:buNone/>
            </a:pPr>
            <a:r>
              <a:rPr b="0" i="0" lang="en" sz="1800" u="none" cap="none" strike="noStrike">
                <a:solidFill>
                  <a:srgbClr val="7F7F7F"/>
                </a:solidFill>
                <a:latin typeface="Calibri"/>
                <a:ea typeface="Calibri"/>
                <a:cs typeface="Calibri"/>
                <a:sym typeface="Calibri"/>
              </a:rPr>
              <a:t>Simulation</a:t>
            </a:r>
            <a:endParaRPr b="0" i="0" sz="1800" u="none" cap="none" strike="noStrike">
              <a:solidFill>
                <a:srgbClr val="7F7F7F"/>
              </a:solidFill>
              <a:latin typeface="Calibri"/>
              <a:ea typeface="Calibri"/>
              <a:cs typeface="Calibri"/>
              <a:sym typeface="Calibri"/>
            </a:endParaRPr>
          </a:p>
        </p:txBody>
      </p:sp>
      <p:sp>
        <p:nvSpPr>
          <p:cNvPr id="281" name="Google Shape;281;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282" name="Google Shape;282;p38"/>
          <p:cNvSpPr/>
          <p:nvPr/>
        </p:nvSpPr>
        <p:spPr>
          <a:xfrm>
            <a:off x="779700" y="3475100"/>
            <a:ext cx="1115400" cy="656100"/>
          </a:xfrm>
          <a:prstGeom prst="wedgeEllipseCallout">
            <a:avLst>
              <a:gd fmla="val -20833" name="adj1"/>
              <a:gd fmla="val 62500" name="adj2"/>
            </a:avLst>
          </a:prstGeom>
          <a:noFill/>
          <a:ln cap="flat" cmpd="sng" w="127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83" name="Google Shape;283;p38"/>
          <p:cNvSpPr txBox="1"/>
          <p:nvPr/>
        </p:nvSpPr>
        <p:spPr>
          <a:xfrm>
            <a:off x="967111" y="3642709"/>
            <a:ext cx="789000" cy="438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200" u="none" cap="none" strike="noStrike">
                <a:solidFill>
                  <a:schemeClr val="dk1"/>
                </a:solidFill>
                <a:latin typeface="Calibri"/>
                <a:ea typeface="Calibri"/>
                <a:cs typeface="Calibri"/>
                <a:sym typeface="Calibri"/>
              </a:rPr>
              <a:t>Searching </a:t>
            </a:r>
            <a:br>
              <a:rPr b="0" i="0" lang="en" sz="1200" u="none" cap="none" strike="noStrike">
                <a:solidFill>
                  <a:schemeClr val="dk1"/>
                </a:solidFill>
                <a:latin typeface="Calibri"/>
                <a:ea typeface="Calibri"/>
                <a:cs typeface="Calibri"/>
                <a:sym typeface="Calibri"/>
              </a:rPr>
            </a:br>
            <a:r>
              <a:rPr b="0" i="0" lang="en" sz="1200" u="none" cap="none" strike="noStrike">
                <a:solidFill>
                  <a:schemeClr val="dk1"/>
                </a:solidFill>
                <a:latin typeface="Calibri"/>
                <a:ea typeface="Calibri"/>
                <a:cs typeface="Calibri"/>
                <a:sym typeface="Calibri"/>
              </a:rPr>
              <a:t>for </a:t>
            </a:r>
            <a:r>
              <a:rPr lang="en" sz="1200">
                <a:solidFill>
                  <a:schemeClr val="dk1"/>
                </a:solidFill>
                <a:latin typeface="Calibri"/>
                <a:ea typeface="Calibri"/>
                <a:cs typeface="Calibri"/>
                <a:sym typeface="Calibri"/>
              </a:rPr>
              <a:t>60</a:t>
            </a:r>
            <a:endParaRPr b="0" i="0" sz="9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500"/>
                                        <p:tgtEl>
                                          <p:spTgt spid="259"/>
                                        </p:tgtEl>
                                      </p:cBhvr>
                                    </p:animEffect>
                                  </p:childTnLst>
                                </p:cTn>
                              </p:par>
                              <p:par>
                                <p:cTn fill="hold" nodeType="with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500"/>
                                        <p:tgtEl>
                                          <p:spTgt spid="260"/>
                                        </p:tgtEl>
                                      </p:cBhvr>
                                    </p:animEffect>
                                  </p:childTnLst>
                                </p:cTn>
                              </p:par>
                              <p:par>
                                <p:cTn fill="hold" nodeType="with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500"/>
                                        <p:tgtEl>
                                          <p:spTgt spid="2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500"/>
                                        <p:tgtEl>
                                          <p:spTgt spid="2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500"/>
                                        <p:tgtEl>
                                          <p:spTgt spid="2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59"/>
                                        </p:tgtEl>
                                      </p:cBhvr>
                                    </p:animEffect>
                                    <p:set>
                                      <p:cBhvr>
                                        <p:cTn dur="1" fill="hold">
                                          <p:stCondLst>
                                            <p:cond delay="500"/>
                                          </p:stCondLst>
                                        </p:cTn>
                                        <p:tgtEl>
                                          <p:spTgt spid="25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500"/>
                                        <p:tgtEl>
                                          <p:spTgt spid="2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61"/>
                                        </p:tgtEl>
                                      </p:cBhvr>
                                    </p:animEffect>
                                    <p:set>
                                      <p:cBhvr>
                                        <p:cTn dur="1" fill="hold">
                                          <p:stCondLst>
                                            <p:cond delay="500"/>
                                          </p:stCondLst>
                                        </p:cTn>
                                        <p:tgtEl>
                                          <p:spTgt spid="26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62"/>
                                        </p:tgtEl>
                                      </p:cBhvr>
                                    </p:animEffect>
                                    <p:set>
                                      <p:cBhvr>
                                        <p:cTn dur="1" fill="hold">
                                          <p:stCondLst>
                                            <p:cond delay="500"/>
                                          </p:stCondLst>
                                        </p:cTn>
                                        <p:tgtEl>
                                          <p:spTgt spid="26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63"/>
                                        </p:tgtEl>
                                      </p:cBhvr>
                                    </p:animEffect>
                                    <p:set>
                                      <p:cBhvr>
                                        <p:cTn dur="1" fill="hold">
                                          <p:stCondLst>
                                            <p:cond delay="500"/>
                                          </p:stCondLst>
                                        </p:cTn>
                                        <p:tgtEl>
                                          <p:spTgt spid="26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500"/>
                                        <p:tgtEl>
                                          <p:spTgt spid="2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500"/>
                                        <p:tgtEl>
                                          <p:spTgt spid="2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500"/>
                                        <p:tgtEl>
                                          <p:spTgt spid="2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64"/>
                                        </p:tgtEl>
                                      </p:cBhvr>
                                    </p:animEffect>
                                    <p:set>
                                      <p:cBhvr>
                                        <p:cTn dur="1" fill="hold">
                                          <p:stCondLst>
                                            <p:cond delay="500"/>
                                          </p:stCondLst>
                                        </p:cTn>
                                        <p:tgtEl>
                                          <p:spTgt spid="26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500"/>
                                        <p:tgtEl>
                                          <p:spTgt spid="2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65"/>
                                        </p:tgtEl>
                                      </p:cBhvr>
                                    </p:animEffect>
                                    <p:set>
                                      <p:cBhvr>
                                        <p:cTn dur="1" fill="hold">
                                          <p:stCondLst>
                                            <p:cond delay="500"/>
                                          </p:stCondLst>
                                        </p:cTn>
                                        <p:tgtEl>
                                          <p:spTgt spid="26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66"/>
                                        </p:tgtEl>
                                      </p:cBhvr>
                                    </p:animEffect>
                                    <p:set>
                                      <p:cBhvr>
                                        <p:cTn dur="1" fill="hold">
                                          <p:stCondLst>
                                            <p:cond delay="500"/>
                                          </p:stCondLst>
                                        </p:cTn>
                                        <p:tgtEl>
                                          <p:spTgt spid="26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67"/>
                                        </p:tgtEl>
                                      </p:cBhvr>
                                    </p:animEffect>
                                    <p:set>
                                      <p:cBhvr>
                                        <p:cTn dur="1" fill="hold">
                                          <p:stCondLst>
                                            <p:cond delay="500"/>
                                          </p:stCondLst>
                                        </p:cTn>
                                        <p:tgtEl>
                                          <p:spTgt spid="26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500"/>
                                        <p:tgtEl>
                                          <p:spTgt spid="2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500"/>
                                        <p:tgtEl>
                                          <p:spTgt spid="2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500"/>
                                        <p:tgtEl>
                                          <p:spTgt spid="2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60"/>
                                        </p:tgtEl>
                                      </p:cBhvr>
                                    </p:animEffect>
                                    <p:set>
                                      <p:cBhvr>
                                        <p:cTn dur="1" fill="hold">
                                          <p:stCondLst>
                                            <p:cond delay="500"/>
                                          </p:stCondLst>
                                        </p:cTn>
                                        <p:tgtEl>
                                          <p:spTgt spid="26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500"/>
                                        <p:tgtEl>
                                          <p:spTgt spid="2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76"/>
                                        </p:tgtEl>
                                      </p:cBhvr>
                                    </p:animEffect>
                                    <p:set>
                                      <p:cBhvr>
                                        <p:cTn dur="1" fill="hold">
                                          <p:stCondLst>
                                            <p:cond delay="500"/>
                                          </p:stCondLst>
                                        </p:cTn>
                                        <p:tgtEl>
                                          <p:spTgt spid="27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75"/>
                                        </p:tgtEl>
                                      </p:cBhvr>
                                    </p:animEffect>
                                    <p:set>
                                      <p:cBhvr>
                                        <p:cTn dur="1" fill="hold">
                                          <p:stCondLst>
                                            <p:cond delay="500"/>
                                          </p:stCondLst>
                                        </p:cTn>
                                        <p:tgtEl>
                                          <p:spTgt spid="27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69"/>
                                        </p:tgtEl>
                                      </p:cBhvr>
                                    </p:animEffect>
                                    <p:set>
                                      <p:cBhvr>
                                        <p:cTn dur="1" fill="hold">
                                          <p:stCondLst>
                                            <p:cond delay="500"/>
                                          </p:stCondLst>
                                        </p:cTn>
                                        <p:tgtEl>
                                          <p:spTgt spid="26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500"/>
                                        <p:tgtEl>
                                          <p:spTgt spid="2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9"/>
          <p:cNvSpPr txBox="1"/>
          <p:nvPr>
            <p:ph idx="12" type="sldNum"/>
          </p:nvPr>
        </p:nvSpPr>
        <p:spPr>
          <a:xfrm>
            <a:off x="6354344" y="3497413"/>
            <a:ext cx="411600" cy="295200"/>
          </a:xfrm>
          <a:prstGeom prst="rect">
            <a:avLst/>
          </a:prstGeom>
          <a:noFill/>
          <a:ln>
            <a:noFill/>
          </a:ln>
        </p:spPr>
        <p:txBody>
          <a:bodyPr anchorCtr="0" anchor="ctr" bIns="34275" lIns="68575" spcFirstLastPara="1" rIns="68575" wrap="square" tIns="34275">
            <a:normAutofit fontScale="62500"/>
          </a:bodyPr>
          <a:lstStyle/>
          <a:p>
            <a:pPr indent="0" lvl="0" marL="0" rtl="0" algn="ctr">
              <a:spcBef>
                <a:spcPts val="0"/>
              </a:spcBef>
              <a:spcAft>
                <a:spcPts val="0"/>
              </a:spcAft>
              <a:buNone/>
            </a:pPr>
            <a:r>
              <a:rPr lang="en"/>
              <a:t>Summer 2020</a:t>
            </a:r>
            <a:endParaRPr/>
          </a:p>
        </p:txBody>
      </p:sp>
      <p:sp>
        <p:nvSpPr>
          <p:cNvPr id="289" name="Google Shape;289;p39"/>
          <p:cNvSpPr txBox="1"/>
          <p:nvPr/>
        </p:nvSpPr>
        <p:spPr>
          <a:xfrm>
            <a:off x="623888" y="515632"/>
            <a:ext cx="3780300" cy="5982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chemeClr val="dk1"/>
              </a:buClr>
              <a:buSzPts val="3300"/>
              <a:buFont typeface="Calibri"/>
              <a:buNone/>
            </a:pPr>
            <a:r>
              <a:rPr b="0" i="0" lang="en" sz="3300" u="none" cap="none" strike="noStrike">
                <a:solidFill>
                  <a:schemeClr val="dk1"/>
                </a:solidFill>
                <a:latin typeface="Calibri"/>
                <a:ea typeface="Calibri"/>
                <a:cs typeface="Calibri"/>
                <a:sym typeface="Calibri"/>
              </a:rPr>
              <a:t>Binary Search</a:t>
            </a:r>
            <a:endParaRPr b="0" i="0" sz="3300" u="none" cap="none" strike="noStrike">
              <a:solidFill>
                <a:schemeClr val="dk1"/>
              </a:solidFill>
              <a:latin typeface="Calibri"/>
              <a:ea typeface="Calibri"/>
              <a:cs typeface="Calibri"/>
              <a:sym typeface="Calibri"/>
            </a:endParaRPr>
          </a:p>
        </p:txBody>
      </p:sp>
      <p:sp>
        <p:nvSpPr>
          <p:cNvPr id="290" name="Google Shape;290;p39"/>
          <p:cNvSpPr txBox="1"/>
          <p:nvPr/>
        </p:nvSpPr>
        <p:spPr>
          <a:xfrm>
            <a:off x="634124" y="944549"/>
            <a:ext cx="3437700" cy="427200"/>
          </a:xfrm>
          <a:prstGeom prst="rect">
            <a:avLst/>
          </a:prstGeom>
          <a:noFill/>
          <a:ln>
            <a:noFill/>
          </a:ln>
        </p:spPr>
        <p:txBody>
          <a:bodyPr anchorCtr="0" anchor="t" bIns="34275" lIns="68575" spcFirstLastPara="1" rIns="68575" wrap="square" tIns="34275">
            <a:noAutofit/>
          </a:bodyPr>
          <a:lstStyle/>
          <a:p>
            <a:pPr indent="-177800" lvl="0" marL="177800" marR="0" rtl="0" algn="l">
              <a:lnSpc>
                <a:spcPct val="90000"/>
              </a:lnSpc>
              <a:spcBef>
                <a:spcPts val="0"/>
              </a:spcBef>
              <a:spcAft>
                <a:spcPts val="0"/>
              </a:spcAft>
              <a:buNone/>
            </a:pPr>
            <a:r>
              <a:rPr b="0" i="0" lang="en" sz="1800" u="none" cap="none" strike="noStrike">
                <a:solidFill>
                  <a:srgbClr val="7F7F7F"/>
                </a:solidFill>
                <a:latin typeface="Calibri"/>
                <a:ea typeface="Calibri"/>
                <a:cs typeface="Calibri"/>
                <a:sym typeface="Calibri"/>
              </a:rPr>
              <a:t>Time Complexity (Iterative)</a:t>
            </a:r>
            <a:endParaRPr b="0" i="0" sz="1800" u="none" cap="none" strike="noStrike">
              <a:solidFill>
                <a:srgbClr val="7F7F7F"/>
              </a:solidFill>
              <a:latin typeface="Calibri"/>
              <a:ea typeface="Calibri"/>
              <a:cs typeface="Calibri"/>
              <a:sym typeface="Calibri"/>
            </a:endParaRPr>
          </a:p>
        </p:txBody>
      </p:sp>
      <p:sp>
        <p:nvSpPr>
          <p:cNvPr id="291" name="Google Shape;291;p39"/>
          <p:cNvSpPr txBox="1"/>
          <p:nvPr/>
        </p:nvSpPr>
        <p:spPr>
          <a:xfrm>
            <a:off x="696514" y="1328729"/>
            <a:ext cx="2465400" cy="3070800"/>
          </a:xfrm>
          <a:prstGeom prst="rect">
            <a:avLst/>
          </a:prstGeom>
          <a:noFill/>
          <a:ln>
            <a:noFill/>
          </a:ln>
        </p:spPr>
        <p:txBody>
          <a:bodyPr anchorCtr="0" anchor="t" bIns="34275" lIns="68575" spcFirstLastPara="1" rIns="68575" wrap="square" tIns="34275">
            <a:spAutoFit/>
          </a:bodyPr>
          <a:lstStyle/>
          <a:p>
            <a:pPr indent="0" lvl="0" marL="0" marR="0" rtl="0" algn="just">
              <a:spcBef>
                <a:spcPts val="0"/>
              </a:spcBef>
              <a:spcAft>
                <a:spcPts val="0"/>
              </a:spcAft>
              <a:buNone/>
            </a:pPr>
            <a:r>
              <a:rPr lang="en" sz="1500">
                <a:solidFill>
                  <a:schemeClr val="dk1"/>
                </a:solidFill>
                <a:latin typeface="Calibri"/>
                <a:ea typeface="Calibri"/>
                <a:cs typeface="Calibri"/>
                <a:sym typeface="Calibri"/>
              </a:rPr>
              <a:t>In order to compute the time  complexity of divide and conquer problems we will focus on the problem size and </a:t>
            </a:r>
            <a:r>
              <a:rPr b="1" lang="en" sz="1500">
                <a:solidFill>
                  <a:schemeClr val="dk1"/>
                </a:solidFill>
                <a:latin typeface="Calibri"/>
                <a:ea typeface="Calibri"/>
                <a:cs typeface="Calibri"/>
                <a:sym typeface="Calibri"/>
              </a:rPr>
              <a:t>work done </a:t>
            </a:r>
            <a:r>
              <a:rPr lang="en" sz="1500">
                <a:solidFill>
                  <a:schemeClr val="dk1"/>
                </a:solidFill>
                <a:latin typeface="Calibri"/>
                <a:ea typeface="Calibri"/>
                <a:cs typeface="Calibri"/>
                <a:sym typeface="Calibri"/>
              </a:rPr>
              <a:t>at every step.</a:t>
            </a:r>
            <a:r>
              <a:rPr b="1" lang="en" sz="1500">
                <a:solidFill>
                  <a:schemeClr val="dk1"/>
                </a:solidFill>
                <a:latin typeface="Calibri"/>
                <a:ea typeface="Calibri"/>
                <a:cs typeface="Calibri"/>
                <a:sym typeface="Calibri"/>
              </a:rPr>
              <a:t> </a:t>
            </a:r>
            <a:r>
              <a:rPr lang="en" sz="1500">
                <a:solidFill>
                  <a:schemeClr val="dk1"/>
                </a:solidFill>
                <a:latin typeface="Calibri"/>
                <a:ea typeface="Calibri"/>
                <a:cs typeface="Calibri"/>
                <a:sym typeface="Calibri"/>
              </a:rPr>
              <a:t>Work done refers to finding the mid, matching, changing left or right. These are constant operations. Refer to the previous slide. You will see that at each step the problem size (range) was reducing by factor of 2. </a:t>
            </a:r>
            <a:endParaRPr sz="1500">
              <a:solidFill>
                <a:schemeClr val="dk1"/>
              </a:solidFill>
              <a:latin typeface="Calibri"/>
              <a:ea typeface="Calibri"/>
              <a:cs typeface="Calibri"/>
              <a:sym typeface="Calibri"/>
            </a:endParaRPr>
          </a:p>
        </p:txBody>
      </p:sp>
      <p:sp>
        <p:nvSpPr>
          <p:cNvPr id="292" name="Google Shape;292;p39"/>
          <p:cNvSpPr txBox="1"/>
          <p:nvPr/>
        </p:nvSpPr>
        <p:spPr>
          <a:xfrm>
            <a:off x="3361222" y="1346585"/>
            <a:ext cx="2529000" cy="3070800"/>
          </a:xfrm>
          <a:prstGeom prst="rect">
            <a:avLst/>
          </a:prstGeom>
          <a:noFill/>
          <a:ln>
            <a:noFill/>
          </a:ln>
        </p:spPr>
        <p:txBody>
          <a:bodyPr anchorCtr="0" anchor="t" bIns="34275" lIns="68575" spcFirstLastPara="1" rIns="68575" wrap="square" tIns="34275">
            <a:spAutoFit/>
          </a:bodyPr>
          <a:lstStyle/>
          <a:p>
            <a:pPr indent="0" lvl="0" marL="0" marR="0" rtl="0" algn="just">
              <a:spcBef>
                <a:spcPts val="0"/>
              </a:spcBef>
              <a:spcAft>
                <a:spcPts val="0"/>
              </a:spcAft>
              <a:buNone/>
            </a:pPr>
            <a:r>
              <a:rPr lang="en" sz="1500">
                <a:solidFill>
                  <a:schemeClr val="dk1"/>
                </a:solidFill>
                <a:latin typeface="Calibri"/>
                <a:ea typeface="Calibri"/>
                <a:cs typeface="Calibri"/>
                <a:sym typeface="Calibri"/>
              </a:rPr>
              <a:t>Initially the domain of search was the entire array of length </a:t>
            </a:r>
            <a:r>
              <a:rPr b="1" i="1" lang="en" sz="1500">
                <a:solidFill>
                  <a:schemeClr val="dk1"/>
                </a:solidFill>
                <a:latin typeface="Calibri"/>
                <a:ea typeface="Calibri"/>
                <a:cs typeface="Calibri"/>
                <a:sym typeface="Calibri"/>
              </a:rPr>
              <a:t>n</a:t>
            </a:r>
            <a:r>
              <a:rPr lang="en" sz="1500">
                <a:solidFill>
                  <a:schemeClr val="dk1"/>
                </a:solidFill>
                <a:latin typeface="Calibri"/>
                <a:ea typeface="Calibri"/>
                <a:cs typeface="Calibri"/>
                <a:sym typeface="Calibri"/>
              </a:rPr>
              <a:t>. In the second step we only considered the right half. The domain got reduced to </a:t>
            </a:r>
            <a:r>
              <a:rPr b="1" i="1" lang="en" sz="1500">
                <a:solidFill>
                  <a:schemeClr val="dk1"/>
                </a:solidFill>
                <a:latin typeface="Calibri"/>
                <a:ea typeface="Calibri"/>
                <a:cs typeface="Calibri"/>
                <a:sym typeface="Calibri"/>
              </a:rPr>
              <a:t>n/2</a:t>
            </a:r>
            <a:r>
              <a:rPr lang="en" sz="1500">
                <a:solidFill>
                  <a:schemeClr val="dk1"/>
                </a:solidFill>
                <a:latin typeface="Calibri"/>
                <a:ea typeface="Calibri"/>
                <a:cs typeface="Calibri"/>
                <a:sym typeface="Calibri"/>
              </a:rPr>
              <a:t>. In the following steps this sub problem was getting smaller by factor of 2; </a:t>
            </a:r>
            <a:r>
              <a:rPr b="1" i="1" lang="en" sz="1500">
                <a:solidFill>
                  <a:schemeClr val="dk1"/>
                </a:solidFill>
                <a:latin typeface="Calibri"/>
                <a:ea typeface="Calibri"/>
                <a:cs typeface="Calibri"/>
                <a:sym typeface="Calibri"/>
              </a:rPr>
              <a:t>n/4, n/8, … </a:t>
            </a:r>
            <a:r>
              <a:rPr lang="en" sz="1500">
                <a:solidFill>
                  <a:schemeClr val="dk1"/>
                </a:solidFill>
                <a:latin typeface="Calibri"/>
                <a:ea typeface="Calibri"/>
                <a:cs typeface="Calibri"/>
                <a:sym typeface="Calibri"/>
              </a:rPr>
              <a:t>until 1 or 0. We need to count how many steps it took for the problem of size </a:t>
            </a:r>
            <a:r>
              <a:rPr b="1" i="1" lang="en" sz="1500">
                <a:solidFill>
                  <a:schemeClr val="dk1"/>
                </a:solidFill>
                <a:latin typeface="Calibri"/>
                <a:ea typeface="Calibri"/>
                <a:cs typeface="Calibri"/>
                <a:sym typeface="Calibri"/>
              </a:rPr>
              <a:t>n</a:t>
            </a:r>
            <a:r>
              <a:rPr lang="en" sz="1500">
                <a:solidFill>
                  <a:schemeClr val="dk1"/>
                </a:solidFill>
                <a:latin typeface="Calibri"/>
                <a:ea typeface="Calibri"/>
                <a:cs typeface="Calibri"/>
                <a:sym typeface="Calibri"/>
              </a:rPr>
              <a:t> to become 0 or 1  then multiply it by work done at each step.</a:t>
            </a:r>
            <a:endParaRPr sz="1500">
              <a:solidFill>
                <a:schemeClr val="dk1"/>
              </a:solidFill>
              <a:latin typeface="Calibri"/>
              <a:ea typeface="Calibri"/>
              <a:cs typeface="Calibri"/>
              <a:sym typeface="Calibri"/>
            </a:endParaRPr>
          </a:p>
        </p:txBody>
      </p:sp>
      <p:graphicFrame>
        <p:nvGraphicFramePr>
          <p:cNvPr id="293" name="Google Shape;293;p39"/>
          <p:cNvGraphicFramePr/>
          <p:nvPr/>
        </p:nvGraphicFramePr>
        <p:xfrm>
          <a:off x="6129342" y="1429147"/>
          <a:ext cx="3000000" cy="3000000"/>
        </p:xfrm>
        <a:graphic>
          <a:graphicData uri="http://schemas.openxmlformats.org/drawingml/2006/table">
            <a:tbl>
              <a:tblPr bandRow="1" firstRow="1">
                <a:noFill/>
                <a:tableStyleId>{E9ACCAE0-D89A-413B-A786-79F8FFFFCD7D}</a:tableStyleId>
              </a:tblPr>
              <a:tblGrid>
                <a:gridCol w="1153700"/>
                <a:gridCol w="1153700"/>
              </a:tblGrid>
              <a:tr h="278150">
                <a:tc>
                  <a:txBody>
                    <a:bodyPr/>
                    <a:lstStyle/>
                    <a:p>
                      <a:pPr indent="0" lvl="0" marL="0" marR="0" rtl="0" algn="ctr">
                        <a:spcBef>
                          <a:spcPts val="0"/>
                        </a:spcBef>
                        <a:spcAft>
                          <a:spcPts val="0"/>
                        </a:spcAft>
                        <a:buNone/>
                      </a:pPr>
                      <a:r>
                        <a:rPr lang="en" sz="1500" u="none" cap="none" strike="noStrike">
                          <a:solidFill>
                            <a:schemeClr val="dk1"/>
                          </a:solidFill>
                        </a:rPr>
                        <a:t>Problem Size</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 sz="1500" u="none" cap="none" strike="noStrike">
                          <a:solidFill>
                            <a:schemeClr val="dk1"/>
                          </a:solidFill>
                        </a:rPr>
                        <a:t>Step No.</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78150">
                <a:tc>
                  <a:txBody>
                    <a:bodyPr/>
                    <a:lstStyle/>
                    <a:p>
                      <a:pPr indent="0" lvl="0" marL="0" marR="0" rtl="0" algn="ctr">
                        <a:spcBef>
                          <a:spcPts val="0"/>
                        </a:spcBef>
                        <a:spcAft>
                          <a:spcPts val="0"/>
                        </a:spcAft>
                        <a:buNone/>
                      </a:pPr>
                      <a:r>
                        <a:rPr lang="en" sz="1500" u="none" cap="none" strike="noStrike">
                          <a:solidFill>
                            <a:schemeClr val="dk1"/>
                          </a:solidFill>
                        </a:rPr>
                        <a:t>n</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 sz="1500" u="none" cap="none" strike="noStrike">
                          <a:solidFill>
                            <a:schemeClr val="dk1"/>
                          </a:solidFill>
                        </a:rPr>
                        <a:t>0 </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78150">
                <a:tc>
                  <a:txBody>
                    <a:bodyPr/>
                    <a:lstStyle/>
                    <a:p>
                      <a:pPr indent="0" lvl="0" marL="0" marR="0" rtl="0" algn="ctr">
                        <a:spcBef>
                          <a:spcPts val="0"/>
                        </a:spcBef>
                        <a:spcAft>
                          <a:spcPts val="0"/>
                        </a:spcAft>
                        <a:buNone/>
                      </a:pPr>
                      <a:r>
                        <a:rPr lang="en" sz="1500" u="none" cap="none" strike="noStrike">
                          <a:solidFill>
                            <a:schemeClr val="dk1"/>
                          </a:solidFill>
                        </a:rPr>
                        <a:t>n/2</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 sz="1500" u="none" cap="none" strike="noStrike">
                          <a:solidFill>
                            <a:schemeClr val="dk1"/>
                          </a:solidFill>
                        </a:rPr>
                        <a:t>1</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78150">
                <a:tc>
                  <a:txBody>
                    <a:bodyPr/>
                    <a:lstStyle/>
                    <a:p>
                      <a:pPr indent="0" lvl="0" marL="0" marR="0" rtl="0" algn="ctr">
                        <a:spcBef>
                          <a:spcPts val="0"/>
                        </a:spcBef>
                        <a:spcAft>
                          <a:spcPts val="0"/>
                        </a:spcAft>
                        <a:buNone/>
                      </a:pPr>
                      <a:r>
                        <a:rPr lang="en" sz="1500" u="none" cap="none" strike="noStrike">
                          <a:solidFill>
                            <a:schemeClr val="dk1"/>
                          </a:solidFill>
                        </a:rPr>
                        <a:t>n/4</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 sz="1500" u="none" cap="none" strike="noStrike">
                          <a:solidFill>
                            <a:schemeClr val="dk1"/>
                          </a:solidFill>
                        </a:rPr>
                        <a:t>2</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78150">
                <a:tc>
                  <a:txBody>
                    <a:bodyPr/>
                    <a:lstStyle/>
                    <a:p>
                      <a:pPr indent="0" lvl="0" marL="0" marR="0" rtl="0" algn="ctr">
                        <a:spcBef>
                          <a:spcPts val="0"/>
                        </a:spcBef>
                        <a:spcAft>
                          <a:spcPts val="0"/>
                        </a:spcAft>
                        <a:buNone/>
                      </a:pPr>
                      <a:r>
                        <a:rPr lang="en" sz="1500" u="none" cap="none" strike="noStrike">
                          <a:solidFill>
                            <a:schemeClr val="dk1"/>
                          </a:solidFill>
                        </a:rPr>
                        <a:t>n/8</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 sz="1500" u="none" cap="none" strike="noStrike">
                          <a:solidFill>
                            <a:schemeClr val="dk1"/>
                          </a:solidFill>
                        </a:rPr>
                        <a:t>3</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78150">
                <a:tc>
                  <a:txBody>
                    <a:bodyPr/>
                    <a:lstStyle/>
                    <a:p>
                      <a:pPr indent="0" lvl="0" marL="0" marR="0" rtl="0" algn="ctr">
                        <a:spcBef>
                          <a:spcPts val="0"/>
                        </a:spcBef>
                        <a:spcAft>
                          <a:spcPts val="0"/>
                        </a:spcAft>
                        <a:buNone/>
                      </a:pPr>
                      <a:r>
                        <a:rPr lang="en" sz="1500" u="none" cap="none" strike="noStrike">
                          <a:solidFill>
                            <a:schemeClr val="dk1"/>
                          </a:solidFill>
                        </a:rPr>
                        <a:t>….</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 sz="1500" u="none" cap="none" strike="noStrike">
                          <a:solidFill>
                            <a:schemeClr val="dk1"/>
                          </a:solidFill>
                        </a:rPr>
                        <a:t>….</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78150">
                <a:tc>
                  <a:txBody>
                    <a:bodyPr/>
                    <a:lstStyle/>
                    <a:p>
                      <a:pPr indent="0" lvl="0" marL="0" marR="0" rtl="0" algn="ctr">
                        <a:spcBef>
                          <a:spcPts val="0"/>
                        </a:spcBef>
                        <a:spcAft>
                          <a:spcPts val="0"/>
                        </a:spcAft>
                        <a:buNone/>
                      </a:pPr>
                      <a:r>
                        <a:rPr lang="en" sz="1500" u="none" cap="none" strike="noStrike">
                          <a:solidFill>
                            <a:schemeClr val="dk1"/>
                          </a:solidFill>
                        </a:rPr>
                        <a:t>1</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 sz="1500" u="none" cap="none" strike="noStrike">
                          <a:solidFill>
                            <a:schemeClr val="dk1"/>
                          </a:solidFill>
                        </a:rPr>
                        <a:t>k</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0"/>
          <p:cNvSpPr txBox="1"/>
          <p:nvPr/>
        </p:nvSpPr>
        <p:spPr>
          <a:xfrm>
            <a:off x="3911213" y="1339446"/>
            <a:ext cx="4329300" cy="2839800"/>
          </a:xfrm>
          <a:prstGeom prst="rect">
            <a:avLst/>
          </a:prstGeom>
          <a:noFill/>
          <a:ln>
            <a:noFill/>
          </a:ln>
        </p:spPr>
        <p:txBody>
          <a:bodyPr anchorCtr="0" anchor="t" bIns="34275" lIns="68575" spcFirstLastPara="1" rIns="68575" wrap="square" tIns="34275">
            <a:spAutoFit/>
          </a:bodyPr>
          <a:lstStyle/>
          <a:p>
            <a:pPr indent="0" lvl="0" marL="0" marR="0" rtl="0" algn="just">
              <a:spcBef>
                <a:spcPts val="0"/>
              </a:spcBef>
              <a:spcAft>
                <a:spcPts val="0"/>
              </a:spcAft>
              <a:buNone/>
            </a:pPr>
            <a:r>
              <a:rPr lang="en" sz="1500">
                <a:solidFill>
                  <a:schemeClr val="dk1"/>
                </a:solidFill>
                <a:latin typeface="Calibri"/>
                <a:ea typeface="Calibri"/>
                <a:cs typeface="Calibri"/>
                <a:sym typeface="Calibri"/>
              </a:rPr>
              <a:t>It took </a:t>
            </a:r>
            <a:r>
              <a:rPr b="1" i="1" lang="en" sz="1500">
                <a:solidFill>
                  <a:schemeClr val="dk1"/>
                </a:solidFill>
                <a:latin typeface="Calibri"/>
                <a:ea typeface="Calibri"/>
                <a:cs typeface="Calibri"/>
                <a:sym typeface="Calibri"/>
              </a:rPr>
              <a:t>k</a:t>
            </a:r>
            <a:r>
              <a:rPr lang="en" sz="1500">
                <a:solidFill>
                  <a:schemeClr val="dk1"/>
                </a:solidFill>
                <a:latin typeface="Calibri"/>
                <a:ea typeface="Calibri"/>
                <a:cs typeface="Calibri"/>
                <a:sym typeface="Calibri"/>
              </a:rPr>
              <a:t> steps for the searching to end and work done at each step was constant. We need to find </a:t>
            </a:r>
            <a:r>
              <a:rPr b="1" i="1" lang="en" sz="1500">
                <a:solidFill>
                  <a:schemeClr val="dk1"/>
                </a:solidFill>
                <a:latin typeface="Calibri"/>
                <a:ea typeface="Calibri"/>
                <a:cs typeface="Calibri"/>
                <a:sym typeface="Calibri"/>
              </a:rPr>
              <a:t>k</a:t>
            </a:r>
            <a:r>
              <a:rPr lang="en" sz="1500">
                <a:solidFill>
                  <a:schemeClr val="dk1"/>
                </a:solidFill>
                <a:latin typeface="Calibri"/>
                <a:ea typeface="Calibri"/>
                <a:cs typeface="Calibri"/>
                <a:sym typeface="Calibri"/>
              </a:rPr>
              <a:t> in terms of </a:t>
            </a:r>
            <a:r>
              <a:rPr b="1" i="1" lang="en" sz="1500">
                <a:solidFill>
                  <a:schemeClr val="dk1"/>
                </a:solidFill>
                <a:latin typeface="Calibri"/>
                <a:ea typeface="Calibri"/>
                <a:cs typeface="Calibri"/>
                <a:sym typeface="Calibri"/>
              </a:rPr>
              <a:t>n. </a:t>
            </a:r>
            <a:r>
              <a:rPr lang="en" sz="1500">
                <a:solidFill>
                  <a:schemeClr val="dk1"/>
                </a:solidFill>
                <a:latin typeface="Calibri"/>
                <a:ea typeface="Calibri"/>
                <a:cs typeface="Calibri"/>
                <a:sym typeface="Calibri"/>
              </a:rPr>
              <a:t>If you notice the divisors of the problem size </a:t>
            </a:r>
            <a:r>
              <a:rPr lang="en" sz="1500">
                <a:solidFill>
                  <a:srgbClr val="FF0000"/>
                </a:solidFill>
                <a:latin typeface="Calibri"/>
                <a:ea typeface="Calibri"/>
                <a:cs typeface="Calibri"/>
                <a:sym typeface="Calibri"/>
              </a:rPr>
              <a:t>(marked red)</a:t>
            </a:r>
            <a:r>
              <a:rPr lang="en" sz="1500">
                <a:solidFill>
                  <a:schemeClr val="dk1"/>
                </a:solidFill>
                <a:latin typeface="Calibri"/>
                <a:ea typeface="Calibri"/>
                <a:cs typeface="Calibri"/>
                <a:sym typeface="Calibri"/>
              </a:rPr>
              <a:t> are all powers of 2 and we can use the step numbers as exponents. Therefore each problem size can  be written as, </a:t>
            </a:r>
            <a:endParaRPr sz="1100"/>
          </a:p>
          <a:p>
            <a:pPr indent="0" lvl="0" marL="0" marR="0" rtl="0" algn="just">
              <a:spcBef>
                <a:spcPts val="0"/>
              </a:spcBef>
              <a:spcAft>
                <a:spcPts val="0"/>
              </a:spcAft>
              <a:buNone/>
            </a:pPr>
            <a:r>
              <a:rPr b="1" i="1" lang="en" sz="1500">
                <a:solidFill>
                  <a:schemeClr val="dk1"/>
                </a:solidFill>
                <a:latin typeface="Calibri"/>
                <a:ea typeface="Calibri"/>
                <a:cs typeface="Calibri"/>
                <a:sym typeface="Calibri"/>
              </a:rPr>
              <a:t>n/2^(step no.)</a:t>
            </a:r>
            <a:endParaRPr sz="1100"/>
          </a:p>
          <a:p>
            <a:pPr indent="0" lvl="0" marL="0" marR="0" rtl="0" algn="just">
              <a:spcBef>
                <a:spcPts val="0"/>
              </a:spcBef>
              <a:spcAft>
                <a:spcPts val="0"/>
              </a:spcAft>
              <a:buNone/>
            </a:pPr>
            <a:r>
              <a:rPr lang="en" sz="1500">
                <a:solidFill>
                  <a:schemeClr val="dk1"/>
                </a:solidFill>
                <a:latin typeface="Calibri"/>
                <a:ea typeface="Calibri"/>
                <a:cs typeface="Calibri"/>
                <a:sym typeface="Calibri"/>
              </a:rPr>
              <a:t>The last line can be written an, </a:t>
            </a:r>
            <a:r>
              <a:rPr b="1" i="1" lang="en" sz="1500">
                <a:solidFill>
                  <a:schemeClr val="dk1"/>
                </a:solidFill>
                <a:latin typeface="Calibri"/>
                <a:ea typeface="Calibri"/>
                <a:cs typeface="Calibri"/>
                <a:sym typeface="Calibri"/>
              </a:rPr>
              <a:t>1 = n/2^k</a:t>
            </a:r>
            <a:r>
              <a:rPr lang="en" sz="1500">
                <a:solidFill>
                  <a:schemeClr val="dk1"/>
                </a:solidFill>
                <a:latin typeface="Calibri"/>
                <a:ea typeface="Calibri"/>
                <a:cs typeface="Calibri"/>
                <a:sym typeface="Calibri"/>
              </a:rPr>
              <a:t>.</a:t>
            </a:r>
            <a:endParaRPr sz="1100"/>
          </a:p>
          <a:p>
            <a:pPr indent="0" lvl="0" marL="0" marR="0" rtl="0" algn="just">
              <a:spcBef>
                <a:spcPts val="0"/>
              </a:spcBef>
              <a:spcAft>
                <a:spcPts val="0"/>
              </a:spcAft>
              <a:buNone/>
            </a:pPr>
            <a:r>
              <a:rPr lang="en" sz="1500">
                <a:solidFill>
                  <a:schemeClr val="dk1"/>
                </a:solidFill>
                <a:latin typeface="Calibri"/>
                <a:ea typeface="Calibri"/>
                <a:cs typeface="Calibri"/>
                <a:sym typeface="Calibri"/>
              </a:rPr>
              <a:t>If we solve it, we will find that </a:t>
            </a:r>
            <a:r>
              <a:rPr b="1" i="1" lang="en" sz="1500">
                <a:solidFill>
                  <a:schemeClr val="dk1"/>
                </a:solidFill>
                <a:latin typeface="Calibri"/>
                <a:ea typeface="Calibri"/>
                <a:cs typeface="Calibri"/>
                <a:sym typeface="Calibri"/>
              </a:rPr>
              <a:t>k = log</a:t>
            </a:r>
            <a:r>
              <a:rPr b="1" baseline="-25000" i="1" lang="en" sz="1500">
                <a:solidFill>
                  <a:schemeClr val="dk1"/>
                </a:solidFill>
                <a:latin typeface="Calibri"/>
                <a:ea typeface="Calibri"/>
                <a:cs typeface="Calibri"/>
                <a:sym typeface="Calibri"/>
              </a:rPr>
              <a:t>2</a:t>
            </a:r>
            <a:r>
              <a:rPr b="1" i="1" lang="en" sz="1500">
                <a:solidFill>
                  <a:schemeClr val="dk1"/>
                </a:solidFill>
                <a:latin typeface="Calibri"/>
                <a:ea typeface="Calibri"/>
                <a:cs typeface="Calibri"/>
                <a:sym typeface="Calibri"/>
              </a:rPr>
              <a:t>n</a:t>
            </a:r>
            <a:endParaRPr sz="1100"/>
          </a:p>
          <a:p>
            <a:pPr indent="0" lvl="0" marL="0" marR="0" rtl="0" algn="just">
              <a:spcBef>
                <a:spcPts val="0"/>
              </a:spcBef>
              <a:spcAft>
                <a:spcPts val="0"/>
              </a:spcAft>
              <a:buNone/>
            </a:pPr>
            <a:r>
              <a:rPr lang="en" sz="1500">
                <a:solidFill>
                  <a:schemeClr val="dk1"/>
                </a:solidFill>
                <a:latin typeface="Calibri"/>
                <a:ea typeface="Calibri"/>
                <a:cs typeface="Calibri"/>
                <a:sym typeface="Calibri"/>
              </a:rPr>
              <a:t>Therefore the time complexity is </a:t>
            </a:r>
            <a:r>
              <a:rPr b="1" i="1" lang="en" sz="1500">
                <a:solidFill>
                  <a:schemeClr val="dk1"/>
                </a:solidFill>
                <a:latin typeface="Calibri"/>
                <a:ea typeface="Calibri"/>
                <a:cs typeface="Calibri"/>
                <a:sym typeface="Calibri"/>
              </a:rPr>
              <a:t>log</a:t>
            </a:r>
            <a:r>
              <a:rPr b="1" baseline="-25000" i="1" lang="en" sz="1500">
                <a:solidFill>
                  <a:schemeClr val="dk1"/>
                </a:solidFill>
                <a:latin typeface="Calibri"/>
                <a:ea typeface="Calibri"/>
                <a:cs typeface="Calibri"/>
                <a:sym typeface="Calibri"/>
              </a:rPr>
              <a:t>2</a:t>
            </a:r>
            <a:r>
              <a:rPr b="1" i="1" lang="en" sz="1500">
                <a:solidFill>
                  <a:schemeClr val="dk1"/>
                </a:solidFill>
                <a:latin typeface="Calibri"/>
                <a:ea typeface="Calibri"/>
                <a:cs typeface="Calibri"/>
                <a:sym typeface="Calibri"/>
              </a:rPr>
              <a:t>n </a:t>
            </a:r>
            <a:r>
              <a:rPr lang="en" sz="1500">
                <a:solidFill>
                  <a:schemeClr val="dk1"/>
                </a:solidFill>
                <a:latin typeface="Calibri"/>
                <a:ea typeface="Calibri"/>
                <a:cs typeface="Calibri"/>
                <a:sym typeface="Calibri"/>
              </a:rPr>
              <a:t>x </a:t>
            </a:r>
            <a:r>
              <a:rPr b="1" i="1" lang="en" sz="1500">
                <a:solidFill>
                  <a:schemeClr val="dk1"/>
                </a:solidFill>
                <a:latin typeface="Calibri"/>
                <a:ea typeface="Calibri"/>
                <a:cs typeface="Calibri"/>
                <a:sym typeface="Calibri"/>
              </a:rPr>
              <a:t>1</a:t>
            </a:r>
            <a:r>
              <a:rPr lang="en" sz="1500">
                <a:solidFill>
                  <a:schemeClr val="dk1"/>
                </a:solidFill>
                <a:latin typeface="Calibri"/>
                <a:ea typeface="Calibri"/>
                <a:cs typeface="Calibri"/>
                <a:sym typeface="Calibri"/>
              </a:rPr>
              <a:t>, which eventually is O(</a:t>
            </a:r>
            <a:r>
              <a:rPr b="1" i="1" lang="en" sz="1500">
                <a:solidFill>
                  <a:schemeClr val="dk1"/>
                </a:solidFill>
                <a:latin typeface="Calibri"/>
                <a:ea typeface="Calibri"/>
                <a:cs typeface="Calibri"/>
                <a:sym typeface="Calibri"/>
              </a:rPr>
              <a:t>log</a:t>
            </a:r>
            <a:r>
              <a:rPr b="1" baseline="-25000" i="1" lang="en" sz="1500">
                <a:solidFill>
                  <a:schemeClr val="dk1"/>
                </a:solidFill>
                <a:latin typeface="Calibri"/>
                <a:ea typeface="Calibri"/>
                <a:cs typeface="Calibri"/>
                <a:sym typeface="Calibri"/>
              </a:rPr>
              <a:t>2</a:t>
            </a:r>
            <a:r>
              <a:rPr b="1" i="1" lang="en" sz="1500">
                <a:solidFill>
                  <a:schemeClr val="dk1"/>
                </a:solidFill>
                <a:latin typeface="Calibri"/>
                <a:ea typeface="Calibri"/>
                <a:cs typeface="Calibri"/>
                <a:sym typeface="Calibri"/>
              </a:rPr>
              <a:t>n</a:t>
            </a:r>
            <a:r>
              <a:rPr lang="en" sz="1500">
                <a:solidFill>
                  <a:schemeClr val="dk1"/>
                </a:solidFill>
                <a:latin typeface="Calibri"/>
                <a:ea typeface="Calibri"/>
                <a:cs typeface="Calibri"/>
                <a:sym typeface="Calibri"/>
              </a:rPr>
              <a:t>)</a:t>
            </a:r>
            <a:endParaRPr sz="1100"/>
          </a:p>
          <a:p>
            <a:pPr indent="0" lvl="0" marL="0" marR="0" rtl="0" algn="just">
              <a:spcBef>
                <a:spcPts val="0"/>
              </a:spcBef>
              <a:spcAft>
                <a:spcPts val="0"/>
              </a:spcAft>
              <a:buNone/>
            </a:pPr>
            <a:r>
              <a:t/>
            </a:r>
            <a:endParaRPr sz="1500">
              <a:solidFill>
                <a:schemeClr val="dk1"/>
              </a:solidFill>
              <a:latin typeface="Calibri"/>
              <a:ea typeface="Calibri"/>
              <a:cs typeface="Calibri"/>
              <a:sym typeface="Calibri"/>
            </a:endParaRPr>
          </a:p>
        </p:txBody>
      </p:sp>
      <p:sp>
        <p:nvSpPr>
          <p:cNvPr id="299" name="Google Shape;299;p40"/>
          <p:cNvSpPr txBox="1"/>
          <p:nvPr/>
        </p:nvSpPr>
        <p:spPr>
          <a:xfrm>
            <a:off x="623888" y="515632"/>
            <a:ext cx="3780300" cy="5982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chemeClr val="dk1"/>
              </a:buClr>
              <a:buSzPts val="3300"/>
              <a:buFont typeface="Calibri"/>
              <a:buNone/>
            </a:pPr>
            <a:r>
              <a:rPr b="0" i="0" lang="en" sz="3300" u="none" cap="none" strike="noStrike">
                <a:solidFill>
                  <a:schemeClr val="dk1"/>
                </a:solidFill>
                <a:latin typeface="Calibri"/>
                <a:ea typeface="Calibri"/>
                <a:cs typeface="Calibri"/>
                <a:sym typeface="Calibri"/>
              </a:rPr>
              <a:t>Binary Search</a:t>
            </a:r>
            <a:endParaRPr b="0" i="0" sz="3300" u="none" cap="none" strike="noStrike">
              <a:solidFill>
                <a:schemeClr val="dk1"/>
              </a:solidFill>
              <a:latin typeface="Calibri"/>
              <a:ea typeface="Calibri"/>
              <a:cs typeface="Calibri"/>
              <a:sym typeface="Calibri"/>
            </a:endParaRPr>
          </a:p>
        </p:txBody>
      </p:sp>
      <p:sp>
        <p:nvSpPr>
          <p:cNvPr id="300" name="Google Shape;300;p40"/>
          <p:cNvSpPr txBox="1"/>
          <p:nvPr/>
        </p:nvSpPr>
        <p:spPr>
          <a:xfrm>
            <a:off x="634124" y="944549"/>
            <a:ext cx="3437700" cy="427200"/>
          </a:xfrm>
          <a:prstGeom prst="rect">
            <a:avLst/>
          </a:prstGeom>
          <a:noFill/>
          <a:ln>
            <a:noFill/>
          </a:ln>
        </p:spPr>
        <p:txBody>
          <a:bodyPr anchorCtr="0" anchor="t" bIns="34275" lIns="68575" spcFirstLastPara="1" rIns="68575" wrap="square" tIns="34275">
            <a:noAutofit/>
          </a:bodyPr>
          <a:lstStyle/>
          <a:p>
            <a:pPr indent="-177800" lvl="0" marL="177800" marR="0" rtl="0" algn="l">
              <a:lnSpc>
                <a:spcPct val="90000"/>
              </a:lnSpc>
              <a:spcBef>
                <a:spcPts val="0"/>
              </a:spcBef>
              <a:spcAft>
                <a:spcPts val="0"/>
              </a:spcAft>
              <a:buNone/>
            </a:pPr>
            <a:r>
              <a:rPr b="0" i="0" lang="en" sz="1800" u="none" cap="none" strike="noStrike">
                <a:solidFill>
                  <a:srgbClr val="7F7F7F"/>
                </a:solidFill>
                <a:latin typeface="Calibri"/>
                <a:ea typeface="Calibri"/>
                <a:cs typeface="Calibri"/>
                <a:sym typeface="Calibri"/>
              </a:rPr>
              <a:t>Time Complexity (Iterative) Contd.</a:t>
            </a:r>
            <a:endParaRPr b="0" i="0" sz="1800" u="none" cap="none" strike="noStrike">
              <a:solidFill>
                <a:srgbClr val="7F7F7F"/>
              </a:solidFill>
              <a:latin typeface="Calibri"/>
              <a:ea typeface="Calibri"/>
              <a:cs typeface="Calibri"/>
              <a:sym typeface="Calibri"/>
            </a:endParaRPr>
          </a:p>
        </p:txBody>
      </p:sp>
      <p:graphicFrame>
        <p:nvGraphicFramePr>
          <p:cNvPr id="301" name="Google Shape;301;p40"/>
          <p:cNvGraphicFramePr/>
          <p:nvPr/>
        </p:nvGraphicFramePr>
        <p:xfrm>
          <a:off x="728663" y="1391689"/>
          <a:ext cx="3000000" cy="3000000"/>
        </p:xfrm>
        <a:graphic>
          <a:graphicData uri="http://schemas.openxmlformats.org/drawingml/2006/table">
            <a:tbl>
              <a:tblPr bandRow="1" firstRow="1">
                <a:noFill/>
                <a:tableStyleId>{E9ACCAE0-D89A-413B-A786-79F8FFFFCD7D}</a:tableStyleId>
              </a:tblPr>
              <a:tblGrid>
                <a:gridCol w="1009675"/>
                <a:gridCol w="987850"/>
                <a:gridCol w="987850"/>
              </a:tblGrid>
              <a:tr h="350750">
                <a:tc>
                  <a:txBody>
                    <a:bodyPr/>
                    <a:lstStyle/>
                    <a:p>
                      <a:pPr indent="0" lvl="0" marL="0" marR="0" rtl="0" algn="ctr">
                        <a:spcBef>
                          <a:spcPts val="0"/>
                        </a:spcBef>
                        <a:spcAft>
                          <a:spcPts val="0"/>
                        </a:spcAft>
                        <a:buNone/>
                      </a:pPr>
                      <a:r>
                        <a:rPr lang="en" sz="1500" u="none" cap="none" strike="noStrike">
                          <a:solidFill>
                            <a:schemeClr val="dk1"/>
                          </a:solidFill>
                        </a:rPr>
                        <a:t>Problem Size</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 sz="1500" u="none" cap="none" strike="noStrike">
                          <a:solidFill>
                            <a:schemeClr val="dk1"/>
                          </a:solidFill>
                        </a:rPr>
                        <a:t>Step No.</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 sz="1500" u="none" cap="none" strike="noStrike">
                          <a:solidFill>
                            <a:schemeClr val="dk1"/>
                          </a:solidFill>
                        </a:rPr>
                        <a:t>Work done at each step</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50750">
                <a:tc>
                  <a:txBody>
                    <a:bodyPr/>
                    <a:lstStyle/>
                    <a:p>
                      <a:pPr indent="0" lvl="0" marL="0" marR="0" rtl="0" algn="ctr">
                        <a:spcBef>
                          <a:spcPts val="0"/>
                        </a:spcBef>
                        <a:spcAft>
                          <a:spcPts val="0"/>
                        </a:spcAft>
                        <a:buNone/>
                      </a:pPr>
                      <a:r>
                        <a:rPr lang="en" sz="1500" u="none" cap="none" strike="noStrike">
                          <a:solidFill>
                            <a:schemeClr val="dk1"/>
                          </a:solidFill>
                        </a:rPr>
                        <a:t>n</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 sz="1500" u="none" cap="none" strike="noStrike">
                          <a:solidFill>
                            <a:schemeClr val="dk1"/>
                          </a:solidFill>
                        </a:rPr>
                        <a:t>0 </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 sz="1500" u="none" cap="none" strike="noStrike">
                          <a:solidFill>
                            <a:schemeClr val="dk1"/>
                          </a:solidFill>
                        </a:rPr>
                        <a:t>1</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50750">
                <a:tc>
                  <a:txBody>
                    <a:bodyPr/>
                    <a:lstStyle/>
                    <a:p>
                      <a:pPr indent="0" lvl="0" marL="0" marR="0" rtl="0" algn="ctr">
                        <a:spcBef>
                          <a:spcPts val="0"/>
                        </a:spcBef>
                        <a:spcAft>
                          <a:spcPts val="0"/>
                        </a:spcAft>
                        <a:buNone/>
                      </a:pPr>
                      <a:r>
                        <a:rPr lang="en" sz="1500" u="none" cap="none" strike="noStrike">
                          <a:solidFill>
                            <a:schemeClr val="dk1"/>
                          </a:solidFill>
                        </a:rPr>
                        <a:t>n/</a:t>
                      </a:r>
                      <a:r>
                        <a:rPr lang="en" sz="1500" u="none" cap="none" strike="noStrike">
                          <a:solidFill>
                            <a:srgbClr val="FF0000"/>
                          </a:solidFill>
                        </a:rPr>
                        <a:t>2</a:t>
                      </a:r>
                      <a:endParaRPr sz="1500" u="none" cap="none" strike="noStrike">
                        <a:solidFill>
                          <a:srgbClr val="FF0000"/>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 sz="1500" u="none" cap="none" strike="noStrike">
                          <a:solidFill>
                            <a:schemeClr val="dk1"/>
                          </a:solidFill>
                        </a:rPr>
                        <a:t>1</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 sz="1500" u="none" cap="none" strike="noStrike">
                          <a:solidFill>
                            <a:schemeClr val="dk1"/>
                          </a:solidFill>
                        </a:rPr>
                        <a:t>1</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50750">
                <a:tc>
                  <a:txBody>
                    <a:bodyPr/>
                    <a:lstStyle/>
                    <a:p>
                      <a:pPr indent="0" lvl="0" marL="0" marR="0" rtl="0" algn="ctr">
                        <a:spcBef>
                          <a:spcPts val="0"/>
                        </a:spcBef>
                        <a:spcAft>
                          <a:spcPts val="0"/>
                        </a:spcAft>
                        <a:buNone/>
                      </a:pPr>
                      <a:r>
                        <a:rPr lang="en" sz="1500" u="none" cap="none" strike="noStrike">
                          <a:solidFill>
                            <a:schemeClr val="dk1"/>
                          </a:solidFill>
                        </a:rPr>
                        <a:t>n/</a:t>
                      </a:r>
                      <a:r>
                        <a:rPr lang="en" sz="1500" u="none" cap="none" strike="noStrike">
                          <a:solidFill>
                            <a:srgbClr val="FF0000"/>
                          </a:solidFill>
                        </a:rPr>
                        <a:t>4</a:t>
                      </a:r>
                      <a:endParaRPr sz="1500" u="none" cap="none" strike="noStrike">
                        <a:solidFill>
                          <a:srgbClr val="FF0000"/>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 sz="1500" u="none" cap="none" strike="noStrike">
                          <a:solidFill>
                            <a:schemeClr val="dk1"/>
                          </a:solidFill>
                        </a:rPr>
                        <a:t>2</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 sz="1500" u="none" cap="none" strike="noStrike">
                          <a:solidFill>
                            <a:schemeClr val="dk1"/>
                          </a:solidFill>
                        </a:rPr>
                        <a:t>1</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50750">
                <a:tc>
                  <a:txBody>
                    <a:bodyPr/>
                    <a:lstStyle/>
                    <a:p>
                      <a:pPr indent="0" lvl="0" marL="0" marR="0" rtl="0" algn="ctr">
                        <a:spcBef>
                          <a:spcPts val="0"/>
                        </a:spcBef>
                        <a:spcAft>
                          <a:spcPts val="0"/>
                        </a:spcAft>
                        <a:buNone/>
                      </a:pPr>
                      <a:r>
                        <a:rPr lang="en" sz="1500" u="none" cap="none" strike="noStrike">
                          <a:solidFill>
                            <a:schemeClr val="dk1"/>
                          </a:solidFill>
                        </a:rPr>
                        <a:t>n/</a:t>
                      </a:r>
                      <a:r>
                        <a:rPr lang="en" sz="1500" u="none" cap="none" strike="noStrike">
                          <a:solidFill>
                            <a:srgbClr val="FF0000"/>
                          </a:solidFill>
                        </a:rPr>
                        <a:t>8</a:t>
                      </a:r>
                      <a:endParaRPr sz="1500" u="none" cap="none" strike="noStrike">
                        <a:solidFill>
                          <a:srgbClr val="FF0000"/>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 sz="1500" u="none" cap="none" strike="noStrike">
                          <a:solidFill>
                            <a:schemeClr val="dk1"/>
                          </a:solidFill>
                        </a:rPr>
                        <a:t>3</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 sz="1500" u="none" cap="none" strike="noStrike">
                          <a:solidFill>
                            <a:schemeClr val="dk1"/>
                          </a:solidFill>
                        </a:rPr>
                        <a:t>1</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50750">
                <a:tc>
                  <a:txBody>
                    <a:bodyPr/>
                    <a:lstStyle/>
                    <a:p>
                      <a:pPr indent="0" lvl="0" marL="0" marR="0" rtl="0" algn="ctr">
                        <a:spcBef>
                          <a:spcPts val="0"/>
                        </a:spcBef>
                        <a:spcAft>
                          <a:spcPts val="0"/>
                        </a:spcAft>
                        <a:buNone/>
                      </a:pPr>
                      <a:r>
                        <a:rPr lang="en" sz="1500" u="none" cap="none" strike="noStrike">
                          <a:solidFill>
                            <a:schemeClr val="dk1"/>
                          </a:solidFill>
                        </a:rPr>
                        <a:t>….</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 sz="1500" u="none" cap="none" strike="noStrike">
                          <a:solidFill>
                            <a:schemeClr val="dk1"/>
                          </a:solidFill>
                        </a:rPr>
                        <a:t>….</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 sz="1500" u="none" cap="none" strike="noStrike">
                          <a:solidFill>
                            <a:schemeClr val="dk1"/>
                          </a:solidFill>
                        </a:rPr>
                        <a:t>1</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50750">
                <a:tc>
                  <a:txBody>
                    <a:bodyPr/>
                    <a:lstStyle/>
                    <a:p>
                      <a:pPr indent="0" lvl="0" marL="0" marR="0" rtl="0" algn="ctr">
                        <a:spcBef>
                          <a:spcPts val="0"/>
                        </a:spcBef>
                        <a:spcAft>
                          <a:spcPts val="0"/>
                        </a:spcAft>
                        <a:buNone/>
                      </a:pPr>
                      <a:r>
                        <a:rPr lang="en" sz="1500" u="none" cap="none" strike="noStrike">
                          <a:solidFill>
                            <a:schemeClr val="dk1"/>
                          </a:solidFill>
                        </a:rPr>
                        <a:t>1</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 sz="1500" u="none" cap="none" strike="noStrike">
                          <a:solidFill>
                            <a:schemeClr val="dk1"/>
                          </a:solidFill>
                        </a:rPr>
                        <a:t>k</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 sz="1500" u="none" cap="none" strike="noStrike">
                          <a:solidFill>
                            <a:schemeClr val="dk1"/>
                          </a:solidFill>
                        </a:rPr>
                        <a:t>1</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302" name="Google Shape;302;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1"/>
          <p:cNvSpPr txBox="1"/>
          <p:nvPr>
            <p:ph type="title"/>
          </p:nvPr>
        </p:nvSpPr>
        <p:spPr>
          <a:xfrm>
            <a:off x="471488" y="205383"/>
            <a:ext cx="5915100" cy="7458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Ternary Search</a:t>
            </a:r>
            <a:endParaRPr/>
          </a:p>
        </p:txBody>
      </p:sp>
      <p:sp>
        <p:nvSpPr>
          <p:cNvPr id="308" name="Google Shape;308;p41"/>
          <p:cNvSpPr txBox="1"/>
          <p:nvPr>
            <p:ph idx="1" type="body"/>
          </p:nvPr>
        </p:nvSpPr>
        <p:spPr>
          <a:xfrm>
            <a:off x="628650" y="1101325"/>
            <a:ext cx="8282100" cy="3263400"/>
          </a:xfrm>
          <a:prstGeom prst="rect">
            <a:avLst/>
          </a:prstGeom>
          <a:noFill/>
          <a:ln>
            <a:noFill/>
          </a:ln>
        </p:spPr>
        <p:txBody>
          <a:bodyPr anchorCtr="0" anchor="t" bIns="34275" lIns="68575" spcFirstLastPara="1" rIns="68575" wrap="square" tIns="34275">
            <a:noAutofit/>
          </a:bodyPr>
          <a:lstStyle/>
          <a:p>
            <a:pPr indent="-184150" lvl="0" marL="177800" rtl="0" algn="l">
              <a:lnSpc>
                <a:spcPct val="150000"/>
              </a:lnSpc>
              <a:spcBef>
                <a:spcPts val="0"/>
              </a:spcBef>
              <a:spcAft>
                <a:spcPts val="0"/>
              </a:spcAft>
              <a:buClr>
                <a:srgbClr val="434343"/>
              </a:buClr>
              <a:buSzPts val="1700"/>
              <a:buChar char="•"/>
            </a:pPr>
            <a:r>
              <a:rPr lang="en" sz="1700">
                <a:solidFill>
                  <a:srgbClr val="434343"/>
                </a:solidFill>
              </a:rPr>
              <a:t>A divide and conquer algorithm</a:t>
            </a:r>
            <a:endParaRPr sz="650">
              <a:solidFill>
                <a:srgbClr val="434343"/>
              </a:solidFill>
            </a:endParaRPr>
          </a:p>
          <a:p>
            <a:pPr indent="-184150" lvl="0" marL="177800" rtl="0" algn="l">
              <a:lnSpc>
                <a:spcPct val="150000"/>
              </a:lnSpc>
              <a:spcBef>
                <a:spcPts val="800"/>
              </a:spcBef>
              <a:spcAft>
                <a:spcPts val="0"/>
              </a:spcAft>
              <a:buClr>
                <a:srgbClr val="434343"/>
              </a:buClr>
              <a:buSzPts val="1700"/>
              <a:buChar char="•"/>
            </a:pPr>
            <a:r>
              <a:rPr lang="en" sz="1700">
                <a:solidFill>
                  <a:srgbClr val="434343"/>
                </a:solidFill>
              </a:rPr>
              <a:t>Very similar to binary search except that the array is broken down into 3 portions</a:t>
            </a:r>
            <a:endParaRPr sz="650">
              <a:solidFill>
                <a:srgbClr val="434343"/>
              </a:solidFill>
            </a:endParaRPr>
          </a:p>
          <a:p>
            <a:pPr indent="-184150" lvl="0" marL="177800" rtl="0" algn="l">
              <a:lnSpc>
                <a:spcPct val="150000"/>
              </a:lnSpc>
              <a:spcBef>
                <a:spcPts val="800"/>
              </a:spcBef>
              <a:spcAft>
                <a:spcPts val="0"/>
              </a:spcAft>
              <a:buClr>
                <a:srgbClr val="434343"/>
              </a:buClr>
              <a:buSzPts val="1700"/>
              <a:buChar char="•"/>
            </a:pPr>
            <a:r>
              <a:rPr lang="en" sz="1700">
                <a:solidFill>
                  <a:srgbClr val="434343"/>
                </a:solidFill>
              </a:rPr>
              <a:t>There are 2 “mids” and we check for the item, </a:t>
            </a:r>
            <a:r>
              <a:rPr b="1" i="1" lang="en" sz="1700">
                <a:solidFill>
                  <a:srgbClr val="434343"/>
                </a:solidFill>
              </a:rPr>
              <a:t>k</a:t>
            </a:r>
            <a:r>
              <a:rPr lang="en" sz="1700">
                <a:solidFill>
                  <a:srgbClr val="434343"/>
                </a:solidFill>
              </a:rPr>
              <a:t> inside both of them </a:t>
            </a:r>
            <a:endParaRPr sz="1700" u="sng">
              <a:solidFill>
                <a:srgbClr val="434343"/>
              </a:solidFill>
            </a:endParaRPr>
          </a:p>
          <a:p>
            <a:pPr indent="-184150" lvl="0" marL="177800" rtl="0" algn="l">
              <a:lnSpc>
                <a:spcPct val="150000"/>
              </a:lnSpc>
              <a:spcBef>
                <a:spcPts val="800"/>
              </a:spcBef>
              <a:spcAft>
                <a:spcPts val="0"/>
              </a:spcAft>
              <a:buClr>
                <a:schemeClr val="dk1"/>
              </a:buClr>
              <a:buSzPts val="1700"/>
              <a:buChar char="•"/>
            </a:pPr>
            <a:r>
              <a:rPr lang="en" sz="1700">
                <a:solidFill>
                  <a:srgbClr val="434343"/>
                </a:solidFill>
              </a:rPr>
              <a:t>If we find then bingo! Else we check</a:t>
            </a:r>
            <a:r>
              <a:rPr lang="en" sz="1700"/>
              <a:t> </a:t>
            </a:r>
            <a:r>
              <a:rPr lang="en" sz="1700">
                <a:solidFill>
                  <a:srgbClr val="FF0000"/>
                </a:solidFill>
              </a:rPr>
              <a:t>if k &lt; first mid </a:t>
            </a:r>
            <a:r>
              <a:rPr lang="en" sz="1700"/>
              <a:t>or </a:t>
            </a:r>
            <a:r>
              <a:rPr lang="en" sz="1700">
                <a:solidFill>
                  <a:srgbClr val="FF0000"/>
                </a:solidFill>
              </a:rPr>
              <a:t>k &gt; second mid </a:t>
            </a:r>
            <a:r>
              <a:rPr lang="en" sz="1700"/>
              <a:t>or</a:t>
            </a:r>
            <a:r>
              <a:rPr lang="en" sz="1700">
                <a:solidFill>
                  <a:srgbClr val="FF0000"/>
                </a:solidFill>
              </a:rPr>
              <a:t> k &gt; first mid and k &lt; second mid</a:t>
            </a:r>
            <a:r>
              <a:rPr lang="en" sz="1700">
                <a:solidFill>
                  <a:srgbClr val="434343"/>
                </a:solidFill>
              </a:rPr>
              <a:t>? If the first condition is true we look into the rightmost portion of the array. If the second condition is true we look into the leftmost portion of the array else we look into the centre portion.</a:t>
            </a:r>
            <a:endParaRPr sz="650">
              <a:solidFill>
                <a:srgbClr val="434343"/>
              </a:solidFill>
            </a:endParaRPr>
          </a:p>
          <a:p>
            <a:pPr indent="-184150" lvl="0" marL="177800" rtl="0" algn="l">
              <a:lnSpc>
                <a:spcPct val="150000"/>
              </a:lnSpc>
              <a:spcBef>
                <a:spcPts val="800"/>
              </a:spcBef>
              <a:spcAft>
                <a:spcPts val="0"/>
              </a:spcAft>
              <a:buClr>
                <a:srgbClr val="434343"/>
              </a:buClr>
              <a:buSzPts val="1700"/>
              <a:buChar char="•"/>
            </a:pPr>
            <a:r>
              <a:rPr lang="en" sz="1700">
                <a:solidFill>
                  <a:srgbClr val="434343"/>
                </a:solidFill>
              </a:rPr>
              <a:t>Note that the red marked conditions are true if and only if the array is sorted.</a:t>
            </a:r>
            <a:endParaRPr sz="650"/>
          </a:p>
        </p:txBody>
      </p:sp>
      <p:sp>
        <p:nvSpPr>
          <p:cNvPr id="309" name="Google Shape;309;p41"/>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2"/>
          <p:cNvSpPr txBox="1"/>
          <p:nvPr>
            <p:ph type="title"/>
          </p:nvPr>
        </p:nvSpPr>
        <p:spPr>
          <a:xfrm>
            <a:off x="623890" y="217065"/>
            <a:ext cx="7886700" cy="5982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Calibri"/>
              <a:buNone/>
            </a:pPr>
            <a:r>
              <a:rPr lang="en" sz="2700"/>
              <a:t>Ternary Search</a:t>
            </a:r>
            <a:endParaRPr sz="2700"/>
          </a:p>
        </p:txBody>
      </p:sp>
      <p:sp>
        <p:nvSpPr>
          <p:cNvPr id="315" name="Google Shape;315;p42"/>
          <p:cNvSpPr txBox="1"/>
          <p:nvPr>
            <p:ph idx="1" type="body"/>
          </p:nvPr>
        </p:nvSpPr>
        <p:spPr>
          <a:xfrm>
            <a:off x="634126" y="719885"/>
            <a:ext cx="7886700" cy="4272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rgbClr val="888888"/>
              </a:buClr>
              <a:buSzPts val="1800"/>
              <a:buNone/>
            </a:pPr>
            <a:r>
              <a:rPr lang="en"/>
              <a:t>Pseudo code (Iterative)</a:t>
            </a:r>
            <a:endParaRPr/>
          </a:p>
        </p:txBody>
      </p:sp>
      <p:sp>
        <p:nvSpPr>
          <p:cNvPr id="316" name="Google Shape;316;p42"/>
          <p:cNvSpPr txBox="1"/>
          <p:nvPr/>
        </p:nvSpPr>
        <p:spPr>
          <a:xfrm>
            <a:off x="717940" y="1077087"/>
            <a:ext cx="4511100" cy="3948000"/>
          </a:xfrm>
          <a:prstGeom prst="rect">
            <a:avLst/>
          </a:prstGeom>
          <a:noFill/>
          <a:ln cap="flat" cmpd="sng" w="9525">
            <a:solidFill>
              <a:schemeClr val="dk1"/>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latin typeface="Calibri"/>
                <a:ea typeface="Calibri"/>
                <a:cs typeface="Calibri"/>
                <a:sym typeface="Calibri"/>
              </a:rPr>
              <a:t>boolean </a:t>
            </a:r>
            <a:r>
              <a:rPr lang="en">
                <a:latin typeface="Calibri"/>
                <a:ea typeface="Calibri"/>
                <a:cs typeface="Calibri"/>
                <a:sym typeface="Calibri"/>
              </a:rPr>
              <a:t>Ternary</a:t>
            </a:r>
            <a:r>
              <a:rPr b="0" i="0" lang="en" sz="1400" u="none" cap="none" strike="noStrike">
                <a:latin typeface="Calibri"/>
                <a:ea typeface="Calibri"/>
                <a:cs typeface="Calibri"/>
                <a:sym typeface="Calibri"/>
              </a:rPr>
              <a:t>Search(A[], </a:t>
            </a:r>
            <a:r>
              <a:rPr b="0" i="0" lang="en" sz="1400" u="none" cap="none" strike="noStrike">
                <a:latin typeface="Courgette"/>
                <a:ea typeface="Courgette"/>
                <a:cs typeface="Courgette"/>
                <a:sym typeface="Courgette"/>
              </a:rPr>
              <a:t>l</a:t>
            </a:r>
            <a:r>
              <a:rPr b="0" i="0" lang="en" sz="1400" u="none" cap="none" strike="noStrike">
                <a:latin typeface="Calibri"/>
                <a:ea typeface="Calibri"/>
                <a:cs typeface="Calibri"/>
                <a:sym typeface="Calibri"/>
              </a:rPr>
              <a:t> , r, item){</a:t>
            </a:r>
            <a:endParaRPr b="0" i="0" sz="11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latin typeface="Calibri"/>
                <a:ea typeface="Calibri"/>
                <a:cs typeface="Calibri"/>
                <a:sym typeface="Calibri"/>
              </a:rPr>
              <a:t>	while (</a:t>
            </a:r>
            <a:r>
              <a:rPr b="0" i="0" lang="en" sz="1400" u="none" cap="none" strike="noStrike">
                <a:latin typeface="Courgette"/>
                <a:ea typeface="Courgette"/>
                <a:cs typeface="Courgette"/>
                <a:sym typeface="Courgette"/>
              </a:rPr>
              <a:t>l</a:t>
            </a:r>
            <a:r>
              <a:rPr b="0" i="0" lang="en" sz="1400" u="none" cap="none" strike="noStrike">
                <a:latin typeface="Calibri"/>
                <a:ea typeface="Calibri"/>
                <a:cs typeface="Calibri"/>
                <a:sym typeface="Calibri"/>
              </a:rPr>
              <a:t> &lt;=r){</a:t>
            </a:r>
            <a:endParaRPr b="0" i="0" sz="11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latin typeface="Calibri"/>
                <a:ea typeface="Calibri"/>
                <a:cs typeface="Calibri"/>
                <a:sym typeface="Calibri"/>
              </a:rPr>
              <a:t>		mid1 =</a:t>
            </a:r>
            <a:r>
              <a:rPr b="0" i="0" lang="en" sz="1400" u="none" cap="none" strike="noStrike">
                <a:latin typeface="Courgette"/>
                <a:ea typeface="Courgette"/>
                <a:cs typeface="Courgette"/>
                <a:sym typeface="Courgette"/>
              </a:rPr>
              <a:t> l</a:t>
            </a:r>
            <a:r>
              <a:rPr b="0" i="0" lang="en" sz="1400" u="none" cap="none" strike="noStrike">
                <a:latin typeface="Calibri"/>
                <a:ea typeface="Calibri"/>
                <a:cs typeface="Calibri"/>
                <a:sym typeface="Calibri"/>
              </a:rPr>
              <a:t> + (r - </a:t>
            </a:r>
            <a:r>
              <a:rPr b="0" i="0" lang="en" sz="1400" u="none" cap="none" strike="noStrike">
                <a:latin typeface="Courgette"/>
                <a:ea typeface="Courgette"/>
                <a:cs typeface="Courgette"/>
                <a:sym typeface="Courgette"/>
              </a:rPr>
              <a:t>l</a:t>
            </a:r>
            <a:r>
              <a:rPr b="0" i="0" lang="en" sz="1400" u="none" cap="none" strike="noStrike">
                <a:latin typeface="Calibri"/>
                <a:ea typeface="Calibri"/>
                <a:cs typeface="Calibri"/>
                <a:sym typeface="Calibri"/>
              </a:rPr>
              <a:t>)/3;</a:t>
            </a:r>
            <a:endParaRPr b="0" i="0" sz="11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latin typeface="Calibri"/>
                <a:ea typeface="Calibri"/>
                <a:cs typeface="Calibri"/>
                <a:sym typeface="Calibri"/>
              </a:rPr>
              <a:t>		mid2 = r - (r - </a:t>
            </a:r>
            <a:r>
              <a:rPr b="0" i="0" lang="en" sz="1400" u="none" cap="none" strike="noStrike">
                <a:latin typeface="Courgette"/>
                <a:ea typeface="Courgette"/>
                <a:cs typeface="Courgette"/>
                <a:sym typeface="Courgette"/>
              </a:rPr>
              <a:t>l</a:t>
            </a:r>
            <a:r>
              <a:rPr b="0" i="0" lang="en" sz="1400" u="none" cap="none" strike="noStrike">
                <a:latin typeface="Calibri"/>
                <a:ea typeface="Calibri"/>
                <a:cs typeface="Calibri"/>
                <a:sym typeface="Calibri"/>
              </a:rPr>
              <a:t>)/3</a:t>
            </a:r>
            <a:endParaRPr b="0" i="0" sz="11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latin typeface="Calibri"/>
                <a:ea typeface="Calibri"/>
                <a:cs typeface="Calibri"/>
                <a:sym typeface="Calibri"/>
              </a:rPr>
              <a:t>		if (A[mid1]==item || A[mid2]==item){</a:t>
            </a:r>
            <a:endParaRPr b="0" i="0" sz="11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latin typeface="Calibri"/>
                <a:ea typeface="Calibri"/>
                <a:cs typeface="Calibri"/>
                <a:sym typeface="Calibri"/>
              </a:rPr>
              <a:t>			return true;</a:t>
            </a:r>
            <a:endParaRPr b="0" i="0" sz="11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latin typeface="Calibri"/>
                <a:ea typeface="Calibri"/>
                <a:cs typeface="Calibri"/>
                <a:sym typeface="Calibri"/>
              </a:rPr>
              <a:t>		}else{</a:t>
            </a:r>
            <a:endParaRPr b="0" i="0" sz="11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latin typeface="Calibri"/>
                <a:ea typeface="Calibri"/>
                <a:cs typeface="Calibri"/>
                <a:sym typeface="Calibri"/>
              </a:rPr>
              <a:t>			if (item&lt;A[mid1]){</a:t>
            </a:r>
            <a:endParaRPr b="0" i="0" sz="11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latin typeface="Calibri"/>
                <a:ea typeface="Calibri"/>
                <a:cs typeface="Calibri"/>
                <a:sym typeface="Calibri"/>
              </a:rPr>
              <a:t>				r = mid1-1;</a:t>
            </a:r>
            <a:endParaRPr b="0" i="0" sz="11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latin typeface="Calibri"/>
                <a:ea typeface="Calibri"/>
                <a:cs typeface="Calibri"/>
                <a:sym typeface="Calibri"/>
              </a:rPr>
              <a:t>			}elseif (item&gt;A[mid2]){</a:t>
            </a:r>
            <a:endParaRPr b="0" i="0" sz="11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latin typeface="Calibri"/>
                <a:ea typeface="Calibri"/>
                <a:cs typeface="Calibri"/>
                <a:sym typeface="Calibri"/>
              </a:rPr>
              <a:t>				</a:t>
            </a:r>
            <a:r>
              <a:rPr b="0" i="0" lang="en" sz="1400" u="none" cap="none" strike="noStrike">
                <a:latin typeface="Courgette"/>
                <a:ea typeface="Courgette"/>
                <a:cs typeface="Courgette"/>
                <a:sym typeface="Courgette"/>
              </a:rPr>
              <a:t> l</a:t>
            </a:r>
            <a:r>
              <a:rPr b="0" i="0" lang="en" sz="1400" u="none" cap="none" strike="noStrike">
                <a:latin typeface="Calibri"/>
                <a:ea typeface="Calibri"/>
                <a:cs typeface="Calibri"/>
                <a:sym typeface="Calibri"/>
              </a:rPr>
              <a:t> = mid2+1;</a:t>
            </a:r>
            <a:endParaRPr b="0" i="0" sz="11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latin typeface="Calibri"/>
                <a:ea typeface="Calibri"/>
                <a:cs typeface="Calibri"/>
                <a:sym typeface="Calibri"/>
              </a:rPr>
              <a:t>			}else{</a:t>
            </a:r>
            <a:endParaRPr b="0" i="0" sz="11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latin typeface="Calibri"/>
                <a:ea typeface="Calibri"/>
                <a:cs typeface="Calibri"/>
                <a:sym typeface="Calibri"/>
              </a:rPr>
              <a:t>				</a:t>
            </a:r>
            <a:r>
              <a:rPr b="0" i="0" lang="en" sz="1400" u="none" cap="none" strike="noStrike">
                <a:latin typeface="Courgette"/>
                <a:ea typeface="Courgette"/>
                <a:cs typeface="Courgette"/>
                <a:sym typeface="Courgette"/>
              </a:rPr>
              <a:t> l</a:t>
            </a:r>
            <a:r>
              <a:rPr b="0" i="0" lang="en" sz="1400" u="none" cap="none" strike="noStrike">
                <a:latin typeface="Calibri"/>
                <a:ea typeface="Calibri"/>
                <a:cs typeface="Calibri"/>
                <a:sym typeface="Calibri"/>
              </a:rPr>
              <a:t> =mid1+1; r = mid2-1;</a:t>
            </a:r>
            <a:endParaRPr b="0" i="0" sz="11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latin typeface="Calibri"/>
                <a:ea typeface="Calibri"/>
                <a:cs typeface="Calibri"/>
                <a:sym typeface="Calibri"/>
              </a:rPr>
              <a:t>			}</a:t>
            </a:r>
            <a:endParaRPr b="0" i="0" sz="11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latin typeface="Calibri"/>
                <a:ea typeface="Calibri"/>
                <a:cs typeface="Calibri"/>
                <a:sym typeface="Calibri"/>
              </a:rPr>
              <a:t>		}</a:t>
            </a:r>
            <a:endParaRPr b="0" i="0" sz="11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latin typeface="Calibri"/>
                <a:ea typeface="Calibri"/>
                <a:cs typeface="Calibri"/>
                <a:sym typeface="Calibri"/>
              </a:rPr>
              <a:t>	}</a:t>
            </a:r>
            <a:endParaRPr b="0" i="0" sz="11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latin typeface="Calibri"/>
                <a:ea typeface="Calibri"/>
                <a:cs typeface="Calibri"/>
                <a:sym typeface="Calibri"/>
              </a:rPr>
              <a:t>	return false;</a:t>
            </a:r>
            <a:endParaRPr b="0" i="0" sz="1100" u="none" cap="none" strike="noStrike">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latin typeface="Calibri"/>
                <a:ea typeface="Calibri"/>
                <a:cs typeface="Calibri"/>
                <a:sym typeface="Calibri"/>
              </a:rPr>
              <a:t>}</a:t>
            </a:r>
            <a:endParaRPr b="0" i="0" sz="1400" u="none" cap="none" strike="noStrike">
              <a:latin typeface="Calibri"/>
              <a:ea typeface="Calibri"/>
              <a:cs typeface="Calibri"/>
              <a:sym typeface="Calibri"/>
            </a:endParaRPr>
          </a:p>
        </p:txBody>
      </p:sp>
      <p:cxnSp>
        <p:nvCxnSpPr>
          <p:cNvPr id="317" name="Google Shape;317;p42"/>
          <p:cNvCxnSpPr/>
          <p:nvPr/>
        </p:nvCxnSpPr>
        <p:spPr>
          <a:xfrm flipH="1">
            <a:off x="2412041" y="815865"/>
            <a:ext cx="2849700" cy="592500"/>
          </a:xfrm>
          <a:prstGeom prst="straightConnector1">
            <a:avLst/>
          </a:prstGeom>
          <a:noFill/>
          <a:ln cap="flat" cmpd="sng" w="38100">
            <a:solidFill>
              <a:schemeClr val="dk1"/>
            </a:solidFill>
            <a:prstDash val="solid"/>
            <a:miter lim="800000"/>
            <a:headEnd len="sm" w="sm" type="none"/>
            <a:tailEnd len="med" w="med" type="stealth"/>
          </a:ln>
        </p:spPr>
      </p:cxnSp>
      <p:cxnSp>
        <p:nvCxnSpPr>
          <p:cNvPr id="318" name="Google Shape;318;p42"/>
          <p:cNvCxnSpPr>
            <a:stCxn id="319" idx="1"/>
          </p:cNvCxnSpPr>
          <p:nvPr/>
        </p:nvCxnSpPr>
        <p:spPr>
          <a:xfrm flipH="1">
            <a:off x="3500207" y="1335852"/>
            <a:ext cx="1850700" cy="402300"/>
          </a:xfrm>
          <a:prstGeom prst="straightConnector1">
            <a:avLst/>
          </a:prstGeom>
          <a:noFill/>
          <a:ln cap="flat" cmpd="sng" w="38100">
            <a:solidFill>
              <a:schemeClr val="dk1"/>
            </a:solidFill>
            <a:prstDash val="solid"/>
            <a:miter lim="800000"/>
            <a:headEnd len="sm" w="sm" type="none"/>
            <a:tailEnd len="med" w="med" type="stealth"/>
          </a:ln>
        </p:spPr>
      </p:cxnSp>
      <p:cxnSp>
        <p:nvCxnSpPr>
          <p:cNvPr id="320" name="Google Shape;320;p42"/>
          <p:cNvCxnSpPr/>
          <p:nvPr/>
        </p:nvCxnSpPr>
        <p:spPr>
          <a:xfrm flipH="1">
            <a:off x="4493287" y="1655378"/>
            <a:ext cx="839400" cy="260100"/>
          </a:xfrm>
          <a:prstGeom prst="straightConnector1">
            <a:avLst/>
          </a:prstGeom>
          <a:noFill/>
          <a:ln cap="flat" cmpd="sng" w="38100">
            <a:solidFill>
              <a:schemeClr val="dk1"/>
            </a:solidFill>
            <a:prstDash val="solid"/>
            <a:miter lim="800000"/>
            <a:headEnd len="sm" w="sm" type="none"/>
            <a:tailEnd len="med" w="med" type="stealth"/>
          </a:ln>
        </p:spPr>
      </p:cxnSp>
      <p:cxnSp>
        <p:nvCxnSpPr>
          <p:cNvPr id="321" name="Google Shape;321;p42"/>
          <p:cNvCxnSpPr/>
          <p:nvPr/>
        </p:nvCxnSpPr>
        <p:spPr>
          <a:xfrm flipH="1">
            <a:off x="4269559" y="2258411"/>
            <a:ext cx="1098600" cy="388500"/>
          </a:xfrm>
          <a:prstGeom prst="straightConnector1">
            <a:avLst/>
          </a:prstGeom>
          <a:noFill/>
          <a:ln cap="flat" cmpd="sng" w="38100">
            <a:solidFill>
              <a:schemeClr val="dk1"/>
            </a:solidFill>
            <a:prstDash val="solid"/>
            <a:miter lim="800000"/>
            <a:headEnd len="sm" w="sm" type="none"/>
            <a:tailEnd len="med" w="med" type="stealth"/>
          </a:ln>
        </p:spPr>
      </p:cxnSp>
      <p:cxnSp>
        <p:nvCxnSpPr>
          <p:cNvPr id="322" name="Google Shape;322;p42"/>
          <p:cNvCxnSpPr/>
          <p:nvPr/>
        </p:nvCxnSpPr>
        <p:spPr>
          <a:xfrm flipH="1">
            <a:off x="4595959" y="3097925"/>
            <a:ext cx="772200" cy="90600"/>
          </a:xfrm>
          <a:prstGeom prst="straightConnector1">
            <a:avLst/>
          </a:prstGeom>
          <a:noFill/>
          <a:ln cap="flat" cmpd="sng" w="38100">
            <a:solidFill>
              <a:schemeClr val="dk1"/>
            </a:solidFill>
            <a:prstDash val="solid"/>
            <a:miter lim="800000"/>
            <a:headEnd len="sm" w="sm" type="none"/>
            <a:tailEnd len="med" w="med" type="stealth"/>
          </a:ln>
        </p:spPr>
      </p:cxnSp>
      <p:cxnSp>
        <p:nvCxnSpPr>
          <p:cNvPr id="323" name="Google Shape;323;p42"/>
          <p:cNvCxnSpPr/>
          <p:nvPr/>
        </p:nvCxnSpPr>
        <p:spPr>
          <a:xfrm flipH="1">
            <a:off x="3102066" y="4531232"/>
            <a:ext cx="2253900" cy="50100"/>
          </a:xfrm>
          <a:prstGeom prst="straightConnector1">
            <a:avLst/>
          </a:prstGeom>
          <a:noFill/>
          <a:ln cap="flat" cmpd="sng" w="38100">
            <a:solidFill>
              <a:schemeClr val="dk1"/>
            </a:solidFill>
            <a:prstDash val="solid"/>
            <a:miter lim="800000"/>
            <a:headEnd len="sm" w="sm" type="none"/>
            <a:tailEnd len="med" w="med" type="stealth"/>
          </a:ln>
        </p:spPr>
      </p:cxnSp>
      <p:sp>
        <p:nvSpPr>
          <p:cNvPr id="324" name="Google Shape;324;p42"/>
          <p:cNvSpPr txBox="1"/>
          <p:nvPr/>
        </p:nvSpPr>
        <p:spPr>
          <a:xfrm>
            <a:off x="5343767" y="632197"/>
            <a:ext cx="3182700" cy="531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ourgette"/>
                <a:ea typeface="Courgette"/>
                <a:cs typeface="Courgette"/>
                <a:sym typeface="Courgette"/>
              </a:rPr>
              <a:t>l</a:t>
            </a:r>
            <a:r>
              <a:rPr b="0" i="0" lang="en" sz="1500" u="none" cap="none" strike="noStrike">
                <a:solidFill>
                  <a:schemeClr val="dk1"/>
                </a:solidFill>
                <a:latin typeface="Calibri"/>
                <a:ea typeface="Calibri"/>
                <a:cs typeface="Calibri"/>
                <a:sym typeface="Calibri"/>
              </a:rPr>
              <a:t> must always be less or equal to r for the loop to run</a:t>
            </a:r>
            <a:endParaRPr b="0" i="0" sz="1500" u="none" cap="none" strike="noStrike">
              <a:solidFill>
                <a:schemeClr val="dk1"/>
              </a:solidFill>
              <a:latin typeface="Calibri"/>
              <a:ea typeface="Calibri"/>
              <a:cs typeface="Calibri"/>
              <a:sym typeface="Calibri"/>
            </a:endParaRPr>
          </a:p>
        </p:txBody>
      </p:sp>
      <p:sp>
        <p:nvSpPr>
          <p:cNvPr id="319" name="Google Shape;319;p42"/>
          <p:cNvSpPr txBox="1"/>
          <p:nvPr/>
        </p:nvSpPr>
        <p:spPr>
          <a:xfrm>
            <a:off x="5350907" y="1185852"/>
            <a:ext cx="3228900" cy="300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Find the mid1 and mid2 index</a:t>
            </a:r>
            <a:endParaRPr b="0" i="0" sz="1500" u="none" cap="none" strike="noStrike">
              <a:solidFill>
                <a:schemeClr val="dk1"/>
              </a:solidFill>
              <a:latin typeface="Calibri"/>
              <a:ea typeface="Calibri"/>
              <a:cs typeface="Calibri"/>
              <a:sym typeface="Calibri"/>
            </a:endParaRPr>
          </a:p>
        </p:txBody>
      </p:sp>
      <p:sp>
        <p:nvSpPr>
          <p:cNvPr id="325" name="Google Shape;325;p42"/>
          <p:cNvSpPr txBox="1"/>
          <p:nvPr/>
        </p:nvSpPr>
        <p:spPr>
          <a:xfrm>
            <a:off x="5350907" y="1485900"/>
            <a:ext cx="3732600" cy="531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Check if item matches, return true if does else next step.</a:t>
            </a:r>
            <a:endParaRPr b="0" i="0" sz="1500" u="none" cap="none" strike="noStrike">
              <a:solidFill>
                <a:schemeClr val="dk1"/>
              </a:solidFill>
              <a:latin typeface="Calibri"/>
              <a:ea typeface="Calibri"/>
              <a:cs typeface="Calibri"/>
              <a:sym typeface="Calibri"/>
            </a:endParaRPr>
          </a:p>
        </p:txBody>
      </p:sp>
      <p:sp>
        <p:nvSpPr>
          <p:cNvPr id="326" name="Google Shape;326;p42"/>
          <p:cNvSpPr txBox="1"/>
          <p:nvPr/>
        </p:nvSpPr>
        <p:spPr>
          <a:xfrm>
            <a:off x="5361623" y="2053848"/>
            <a:ext cx="2711100" cy="762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Check if the item is smaller, if yes shift the search range to leftmost portion by moving r</a:t>
            </a:r>
            <a:endParaRPr b="0" i="0" sz="1500" u="none" cap="none" strike="noStrike">
              <a:solidFill>
                <a:schemeClr val="dk1"/>
              </a:solidFill>
              <a:latin typeface="Calibri"/>
              <a:ea typeface="Calibri"/>
              <a:cs typeface="Calibri"/>
              <a:sym typeface="Calibri"/>
            </a:endParaRPr>
          </a:p>
        </p:txBody>
      </p:sp>
      <p:sp>
        <p:nvSpPr>
          <p:cNvPr id="327" name="Google Shape;327;p42"/>
          <p:cNvSpPr txBox="1"/>
          <p:nvPr/>
        </p:nvSpPr>
        <p:spPr>
          <a:xfrm>
            <a:off x="5393769" y="2900403"/>
            <a:ext cx="3273300" cy="762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If the above condition is dissatisfied, shift the search range to rightmost portion by moving </a:t>
            </a:r>
            <a:r>
              <a:rPr b="0" i="0" lang="en" sz="1500" u="none" cap="none" strike="noStrike">
                <a:solidFill>
                  <a:schemeClr val="dk1"/>
                </a:solidFill>
                <a:latin typeface="Courgette"/>
                <a:ea typeface="Courgette"/>
                <a:cs typeface="Courgette"/>
                <a:sym typeface="Courgette"/>
              </a:rPr>
              <a:t>l</a:t>
            </a:r>
            <a:r>
              <a:rPr b="0" i="0" lang="en" sz="1500" u="none" cap="none" strike="noStrike">
                <a:solidFill>
                  <a:schemeClr val="dk1"/>
                </a:solidFill>
                <a:latin typeface="Calibri"/>
                <a:ea typeface="Calibri"/>
                <a:cs typeface="Calibri"/>
                <a:sym typeface="Calibri"/>
              </a:rPr>
              <a:t> </a:t>
            </a:r>
            <a:endParaRPr b="0" i="0" sz="1500" u="none" cap="none" strike="noStrike">
              <a:solidFill>
                <a:schemeClr val="dk1"/>
              </a:solidFill>
              <a:latin typeface="Calibri"/>
              <a:ea typeface="Calibri"/>
              <a:cs typeface="Calibri"/>
              <a:sym typeface="Calibri"/>
            </a:endParaRPr>
          </a:p>
        </p:txBody>
      </p:sp>
      <p:sp>
        <p:nvSpPr>
          <p:cNvPr id="328" name="Google Shape;328;p42"/>
          <p:cNvSpPr txBox="1"/>
          <p:nvPr/>
        </p:nvSpPr>
        <p:spPr>
          <a:xfrm>
            <a:off x="5471617" y="4334132"/>
            <a:ext cx="3521100" cy="531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The program will reach this line after while </a:t>
            </a:r>
            <a:br>
              <a:rPr b="0" i="0" lang="en" sz="1500" u="none" cap="none" strike="noStrike">
                <a:solidFill>
                  <a:schemeClr val="dk1"/>
                </a:solidFill>
                <a:latin typeface="Calibri"/>
                <a:ea typeface="Calibri"/>
                <a:cs typeface="Calibri"/>
                <a:sym typeface="Calibri"/>
              </a:rPr>
            </a:br>
            <a:r>
              <a:rPr b="0" i="0" lang="en" sz="1500" u="none" cap="none" strike="noStrike">
                <a:solidFill>
                  <a:schemeClr val="dk1"/>
                </a:solidFill>
                <a:latin typeface="Calibri"/>
                <a:ea typeface="Calibri"/>
                <a:cs typeface="Calibri"/>
                <a:sym typeface="Calibri"/>
              </a:rPr>
              <a:t>loop is complete. False is returned. </a:t>
            </a:r>
            <a:endParaRPr b="0" i="0" sz="1500" u="none" cap="none" strike="noStrike">
              <a:solidFill>
                <a:schemeClr val="dk1"/>
              </a:solidFill>
              <a:latin typeface="Calibri"/>
              <a:ea typeface="Calibri"/>
              <a:cs typeface="Calibri"/>
              <a:sym typeface="Calibri"/>
            </a:endParaRPr>
          </a:p>
        </p:txBody>
      </p:sp>
      <p:sp>
        <p:nvSpPr>
          <p:cNvPr id="329" name="Google Shape;329;p42"/>
          <p:cNvSpPr txBox="1"/>
          <p:nvPr/>
        </p:nvSpPr>
        <p:spPr>
          <a:xfrm>
            <a:off x="5396725" y="3668015"/>
            <a:ext cx="3431400" cy="531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Else shift the search domain to the middle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portion </a:t>
            </a:r>
            <a:endParaRPr b="0" i="0" sz="1500" u="none" cap="none" strike="noStrike">
              <a:solidFill>
                <a:schemeClr val="dk1"/>
              </a:solidFill>
              <a:latin typeface="Calibri"/>
              <a:ea typeface="Calibri"/>
              <a:cs typeface="Calibri"/>
              <a:sym typeface="Calibri"/>
            </a:endParaRPr>
          </a:p>
        </p:txBody>
      </p:sp>
      <p:cxnSp>
        <p:nvCxnSpPr>
          <p:cNvPr id="330" name="Google Shape;330;p42"/>
          <p:cNvCxnSpPr/>
          <p:nvPr/>
        </p:nvCxnSpPr>
        <p:spPr>
          <a:xfrm rot="10800000">
            <a:off x="4729059" y="3787301"/>
            <a:ext cx="716400" cy="184200"/>
          </a:xfrm>
          <a:prstGeom prst="straightConnector1">
            <a:avLst/>
          </a:prstGeom>
          <a:noFill/>
          <a:ln cap="flat" cmpd="sng" w="38100">
            <a:solidFill>
              <a:schemeClr val="dk1"/>
            </a:solidFill>
            <a:prstDash val="solid"/>
            <a:miter lim="800000"/>
            <a:headEnd len="sm" w="sm" type="none"/>
            <a:tailEnd len="med" w="med" type="stealth"/>
          </a:ln>
        </p:spPr>
      </p:cxnSp>
      <p:sp>
        <p:nvSpPr>
          <p:cNvPr id="331" name="Google Shape;331;p42"/>
          <p:cNvSpPr txBox="1"/>
          <p:nvPr>
            <p:ph idx="12" type="sldNum"/>
          </p:nvPr>
        </p:nvSpPr>
        <p:spPr>
          <a:xfrm>
            <a:off x="6457951" y="4767264"/>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3"/>
          <p:cNvSpPr txBox="1"/>
          <p:nvPr/>
        </p:nvSpPr>
        <p:spPr>
          <a:xfrm>
            <a:off x="6041153" y="3417884"/>
            <a:ext cx="576300" cy="500100"/>
          </a:xfrm>
          <a:prstGeom prst="rect">
            <a:avLst/>
          </a:prstGeom>
          <a:noFill/>
          <a:ln cap="flat" cmpd="sng" w="9525">
            <a:solidFill>
              <a:schemeClr val="dk1"/>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FF0000"/>
                </a:solidFill>
                <a:latin typeface="Calibri"/>
                <a:ea typeface="Calibri"/>
                <a:cs typeface="Calibri"/>
                <a:sym typeface="Calibri"/>
              </a:rPr>
              <a:t>17&gt;16</a:t>
            </a:r>
            <a:endParaRPr b="1" i="0" sz="1400" u="none" cap="none" strike="noStrike">
              <a:solidFill>
                <a:srgbClr val="FF0000"/>
              </a:solidFill>
              <a:latin typeface="Calibri"/>
              <a:ea typeface="Calibri"/>
              <a:cs typeface="Calibri"/>
              <a:sym typeface="Calibri"/>
            </a:endParaRPr>
          </a:p>
        </p:txBody>
      </p:sp>
      <p:graphicFrame>
        <p:nvGraphicFramePr>
          <p:cNvPr id="337" name="Google Shape;337;p43"/>
          <p:cNvGraphicFramePr/>
          <p:nvPr/>
        </p:nvGraphicFramePr>
        <p:xfrm>
          <a:off x="1179378" y="2360663"/>
          <a:ext cx="3000000" cy="3000000"/>
        </p:xfrm>
        <a:graphic>
          <a:graphicData uri="http://schemas.openxmlformats.org/drawingml/2006/table">
            <a:tbl>
              <a:tblPr bandRow="1" firstRow="1">
                <a:noFill/>
                <a:tableStyleId>{934A7E9F-56BB-4859-B949-D559EEAA48EF}</a:tableStyleId>
              </a:tblPr>
              <a:tblGrid>
                <a:gridCol w="679425"/>
                <a:gridCol w="679425"/>
                <a:gridCol w="679425"/>
                <a:gridCol w="679425"/>
                <a:gridCol w="679425"/>
                <a:gridCol w="679425"/>
                <a:gridCol w="679425"/>
                <a:gridCol w="679425"/>
                <a:gridCol w="679425"/>
                <a:gridCol w="679425"/>
              </a:tblGrid>
              <a:tr h="27815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rPr>
                        <a:t>0</a:t>
                      </a:r>
                      <a:endParaRPr sz="14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rPr>
                        <a:t>1</a:t>
                      </a:r>
                      <a:endParaRPr sz="14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rPr>
                        <a:t>2</a:t>
                      </a:r>
                      <a:endParaRPr sz="14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rPr>
                        <a:t>3</a:t>
                      </a:r>
                      <a:endParaRPr sz="14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rPr>
                        <a:t>4</a:t>
                      </a:r>
                      <a:endParaRPr sz="14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rPr>
                        <a:t>5</a:t>
                      </a:r>
                      <a:endParaRPr sz="14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rPr>
                        <a:t>6</a:t>
                      </a:r>
                      <a:endParaRPr sz="14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rPr>
                        <a:t>7</a:t>
                      </a:r>
                      <a:endParaRPr sz="14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rPr>
                        <a:t>8</a:t>
                      </a:r>
                      <a:endParaRPr sz="14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chemeClr val="dk1"/>
                          </a:solidFill>
                        </a:rPr>
                        <a:t>9</a:t>
                      </a:r>
                      <a:endParaRPr sz="14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2CC"/>
                    </a:solidFill>
                  </a:tcPr>
                </a:tc>
              </a:tr>
            </a:tbl>
          </a:graphicData>
        </a:graphic>
      </p:graphicFrame>
      <p:sp>
        <p:nvSpPr>
          <p:cNvPr id="338" name="Google Shape;338;p43"/>
          <p:cNvSpPr txBox="1"/>
          <p:nvPr/>
        </p:nvSpPr>
        <p:spPr>
          <a:xfrm>
            <a:off x="1361544" y="1849687"/>
            <a:ext cx="246300" cy="315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700"/>
              <a:buFont typeface="Arial"/>
              <a:buNone/>
            </a:pPr>
            <a:r>
              <a:rPr b="0" i="0" lang="en" sz="1600" u="none" cap="none" strike="noStrike">
                <a:solidFill>
                  <a:schemeClr val="dk1"/>
                </a:solidFill>
                <a:latin typeface="Courgette"/>
                <a:ea typeface="Courgette"/>
                <a:cs typeface="Courgette"/>
                <a:sym typeface="Courgette"/>
              </a:rPr>
              <a:t>l</a:t>
            </a:r>
            <a:endParaRPr b="0" i="0" sz="300" u="none" cap="none" strike="noStrike">
              <a:solidFill>
                <a:schemeClr val="dk1"/>
              </a:solidFill>
              <a:latin typeface="Courgette"/>
              <a:ea typeface="Courgette"/>
              <a:cs typeface="Courgette"/>
              <a:sym typeface="Courgette"/>
            </a:endParaRPr>
          </a:p>
        </p:txBody>
      </p:sp>
      <p:sp>
        <p:nvSpPr>
          <p:cNvPr id="339" name="Google Shape;339;p43"/>
          <p:cNvSpPr txBox="1"/>
          <p:nvPr/>
        </p:nvSpPr>
        <p:spPr>
          <a:xfrm>
            <a:off x="3227528" y="1859925"/>
            <a:ext cx="862200" cy="315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700"/>
              <a:buFont typeface="Arial"/>
              <a:buNone/>
            </a:pPr>
            <a:r>
              <a:rPr b="0" i="0" lang="en" sz="1600" u="none" cap="none" strike="noStrike">
                <a:solidFill>
                  <a:schemeClr val="dk1"/>
                </a:solidFill>
                <a:latin typeface="Courgette"/>
                <a:ea typeface="Courgette"/>
                <a:cs typeface="Courgette"/>
                <a:sym typeface="Courgette"/>
              </a:rPr>
              <a:t>mid1</a:t>
            </a:r>
            <a:endParaRPr b="0" i="0" sz="300" u="none" cap="none" strike="noStrike">
              <a:solidFill>
                <a:schemeClr val="dk1"/>
              </a:solidFill>
              <a:latin typeface="Courgette"/>
              <a:ea typeface="Courgette"/>
              <a:cs typeface="Courgette"/>
              <a:sym typeface="Courgette"/>
            </a:endParaRPr>
          </a:p>
        </p:txBody>
      </p:sp>
      <p:sp>
        <p:nvSpPr>
          <p:cNvPr id="340" name="Google Shape;340;p43"/>
          <p:cNvSpPr txBox="1"/>
          <p:nvPr/>
        </p:nvSpPr>
        <p:spPr>
          <a:xfrm>
            <a:off x="3330974" y="3440214"/>
            <a:ext cx="488400" cy="500100"/>
          </a:xfrm>
          <a:prstGeom prst="rect">
            <a:avLst/>
          </a:prstGeom>
          <a:noFill/>
          <a:ln cap="flat" cmpd="sng" w="9525">
            <a:solidFill>
              <a:schemeClr val="dk1"/>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FF0000"/>
                </a:solidFill>
                <a:latin typeface="Calibri"/>
                <a:ea typeface="Calibri"/>
                <a:cs typeface="Calibri"/>
                <a:sym typeface="Calibri"/>
              </a:rPr>
              <a:t>17&gt;8</a:t>
            </a:r>
            <a:endParaRPr b="1" i="0" sz="1400" u="none" cap="none" strike="noStrike">
              <a:solidFill>
                <a:srgbClr val="FF0000"/>
              </a:solidFill>
              <a:latin typeface="Calibri"/>
              <a:ea typeface="Calibri"/>
              <a:cs typeface="Calibri"/>
              <a:sym typeface="Calibri"/>
            </a:endParaRPr>
          </a:p>
        </p:txBody>
      </p:sp>
      <p:sp>
        <p:nvSpPr>
          <p:cNvPr id="341" name="Google Shape;341;p43"/>
          <p:cNvSpPr/>
          <p:nvPr/>
        </p:nvSpPr>
        <p:spPr>
          <a:xfrm>
            <a:off x="3401321" y="3007083"/>
            <a:ext cx="346800" cy="393000"/>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342" name="Google Shape;342;p43"/>
          <p:cNvSpPr txBox="1"/>
          <p:nvPr/>
        </p:nvSpPr>
        <p:spPr>
          <a:xfrm>
            <a:off x="5302457" y="3405944"/>
            <a:ext cx="615900" cy="500100"/>
          </a:xfrm>
          <a:prstGeom prst="rect">
            <a:avLst/>
          </a:prstGeom>
          <a:noFill/>
          <a:ln cap="flat" cmpd="sng" w="9525">
            <a:solidFill>
              <a:schemeClr val="dk1"/>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FF0000"/>
                </a:solidFill>
                <a:latin typeface="Calibri"/>
                <a:ea typeface="Calibri"/>
                <a:cs typeface="Calibri"/>
                <a:sym typeface="Calibri"/>
              </a:rPr>
              <a:t>17&gt; 14</a:t>
            </a:r>
            <a:endParaRPr b="1" i="0" sz="1400" u="none" cap="none" strike="noStrike">
              <a:solidFill>
                <a:srgbClr val="FF0000"/>
              </a:solidFill>
              <a:latin typeface="Calibri"/>
              <a:ea typeface="Calibri"/>
              <a:cs typeface="Calibri"/>
              <a:sym typeface="Calibri"/>
            </a:endParaRPr>
          </a:p>
        </p:txBody>
      </p:sp>
      <p:sp>
        <p:nvSpPr>
          <p:cNvPr id="343" name="Google Shape;343;p43"/>
          <p:cNvSpPr/>
          <p:nvPr/>
        </p:nvSpPr>
        <p:spPr>
          <a:xfrm>
            <a:off x="5439722" y="3009302"/>
            <a:ext cx="346800" cy="393000"/>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344" name="Google Shape;344;p43"/>
          <p:cNvSpPr txBox="1"/>
          <p:nvPr/>
        </p:nvSpPr>
        <p:spPr>
          <a:xfrm>
            <a:off x="1168657" y="2727095"/>
            <a:ext cx="687300" cy="284700"/>
          </a:xfrm>
          <a:prstGeom prst="rect">
            <a:avLst/>
          </a:prstGeom>
          <a:noFill/>
          <a:ln cap="flat" cmpd="sng" w="9525">
            <a:solidFill>
              <a:schemeClr val="dk1"/>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345" name="Google Shape;345;p43"/>
          <p:cNvSpPr txBox="1"/>
          <p:nvPr/>
        </p:nvSpPr>
        <p:spPr>
          <a:xfrm>
            <a:off x="1855984" y="2726946"/>
            <a:ext cx="678300" cy="284700"/>
          </a:xfrm>
          <a:prstGeom prst="rect">
            <a:avLst/>
          </a:prstGeom>
          <a:noFill/>
          <a:ln cap="flat" cmpd="sng" w="9525">
            <a:solidFill>
              <a:schemeClr val="dk1"/>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346" name="Google Shape;346;p43"/>
          <p:cNvSpPr txBox="1"/>
          <p:nvPr/>
        </p:nvSpPr>
        <p:spPr>
          <a:xfrm>
            <a:off x="3901457" y="2724166"/>
            <a:ext cx="671100" cy="284700"/>
          </a:xfrm>
          <a:prstGeom prst="rect">
            <a:avLst/>
          </a:prstGeom>
          <a:noFill/>
          <a:ln cap="flat" cmpd="sng" w="9525">
            <a:solidFill>
              <a:schemeClr val="dk1"/>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Calibri"/>
                <a:ea typeface="Calibri"/>
                <a:cs typeface="Calibri"/>
                <a:sym typeface="Calibri"/>
              </a:rPr>
              <a:t>10</a:t>
            </a:r>
            <a:endParaRPr b="0" i="0" sz="1400" u="none" cap="none" strike="noStrike">
              <a:solidFill>
                <a:schemeClr val="dk1"/>
              </a:solidFill>
              <a:latin typeface="Calibri"/>
              <a:ea typeface="Calibri"/>
              <a:cs typeface="Calibri"/>
              <a:sym typeface="Calibri"/>
            </a:endParaRPr>
          </a:p>
        </p:txBody>
      </p:sp>
      <p:sp>
        <p:nvSpPr>
          <p:cNvPr id="347" name="Google Shape;347;p43"/>
          <p:cNvSpPr txBox="1"/>
          <p:nvPr/>
        </p:nvSpPr>
        <p:spPr>
          <a:xfrm>
            <a:off x="3229033" y="2727388"/>
            <a:ext cx="664500" cy="284700"/>
          </a:xfrm>
          <a:prstGeom prst="rect">
            <a:avLst/>
          </a:prstGeom>
          <a:noFill/>
          <a:ln cap="flat" cmpd="sng" w="9525">
            <a:solidFill>
              <a:schemeClr val="dk1"/>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Calibri"/>
                <a:ea typeface="Calibri"/>
                <a:cs typeface="Calibri"/>
                <a:sym typeface="Calibri"/>
              </a:rPr>
              <a:t>8</a:t>
            </a:r>
            <a:endParaRPr b="0" i="0" sz="1400" u="none" cap="none" strike="noStrike">
              <a:solidFill>
                <a:schemeClr val="dk1"/>
              </a:solidFill>
              <a:latin typeface="Calibri"/>
              <a:ea typeface="Calibri"/>
              <a:cs typeface="Calibri"/>
              <a:sym typeface="Calibri"/>
            </a:endParaRPr>
          </a:p>
        </p:txBody>
      </p:sp>
      <p:sp>
        <p:nvSpPr>
          <p:cNvPr id="348" name="Google Shape;348;p43"/>
          <p:cNvSpPr txBox="1"/>
          <p:nvPr/>
        </p:nvSpPr>
        <p:spPr>
          <a:xfrm>
            <a:off x="2541784" y="2723513"/>
            <a:ext cx="680400" cy="284700"/>
          </a:xfrm>
          <a:prstGeom prst="rect">
            <a:avLst/>
          </a:prstGeom>
          <a:noFill/>
          <a:ln cap="flat" cmpd="sng" w="9525">
            <a:solidFill>
              <a:schemeClr val="dk1"/>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Calibri"/>
                <a:ea typeface="Calibri"/>
                <a:cs typeface="Calibri"/>
                <a:sym typeface="Calibri"/>
              </a:rPr>
              <a:t>6</a:t>
            </a:r>
            <a:endParaRPr b="0" i="0" sz="1400" u="none" cap="none" strike="noStrike">
              <a:solidFill>
                <a:schemeClr val="dk1"/>
              </a:solidFill>
              <a:latin typeface="Calibri"/>
              <a:ea typeface="Calibri"/>
              <a:cs typeface="Calibri"/>
              <a:sym typeface="Calibri"/>
            </a:endParaRPr>
          </a:p>
        </p:txBody>
      </p:sp>
      <p:sp>
        <p:nvSpPr>
          <p:cNvPr id="349" name="Google Shape;349;p43"/>
          <p:cNvSpPr txBox="1"/>
          <p:nvPr/>
        </p:nvSpPr>
        <p:spPr>
          <a:xfrm>
            <a:off x="6675773" y="3417884"/>
            <a:ext cx="615900" cy="500100"/>
          </a:xfrm>
          <a:prstGeom prst="rect">
            <a:avLst/>
          </a:prstGeom>
          <a:noFill/>
          <a:ln cap="flat" cmpd="sng" w="9525">
            <a:solidFill>
              <a:schemeClr val="dk1"/>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FF0000"/>
                </a:solidFill>
                <a:latin typeface="Calibri"/>
                <a:ea typeface="Calibri"/>
                <a:cs typeface="Calibri"/>
                <a:sym typeface="Calibri"/>
              </a:rPr>
              <a:t>17&lt; 18</a:t>
            </a:r>
            <a:endParaRPr b="1" i="0" sz="1400" u="none" cap="none" strike="noStrike">
              <a:solidFill>
                <a:srgbClr val="FF0000"/>
              </a:solidFill>
              <a:latin typeface="Calibri"/>
              <a:ea typeface="Calibri"/>
              <a:cs typeface="Calibri"/>
              <a:sym typeface="Calibri"/>
            </a:endParaRPr>
          </a:p>
        </p:txBody>
      </p:sp>
      <p:sp>
        <p:nvSpPr>
          <p:cNvPr id="350" name="Google Shape;350;p43"/>
          <p:cNvSpPr txBox="1"/>
          <p:nvPr/>
        </p:nvSpPr>
        <p:spPr>
          <a:xfrm>
            <a:off x="623889" y="515634"/>
            <a:ext cx="3780300" cy="5982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chemeClr val="dk1"/>
              </a:buClr>
              <a:buSzPts val="3300"/>
              <a:buFont typeface="Calibri"/>
              <a:buNone/>
            </a:pPr>
            <a:r>
              <a:rPr b="0" i="0" lang="en" sz="3300" u="none" cap="none" strike="noStrike">
                <a:solidFill>
                  <a:schemeClr val="dk1"/>
                </a:solidFill>
                <a:latin typeface="Calibri"/>
                <a:ea typeface="Calibri"/>
                <a:cs typeface="Calibri"/>
                <a:sym typeface="Calibri"/>
              </a:rPr>
              <a:t>Ternary Search</a:t>
            </a:r>
            <a:endParaRPr b="0" i="0" sz="3300" u="none" cap="none" strike="noStrike">
              <a:solidFill>
                <a:schemeClr val="dk1"/>
              </a:solidFill>
              <a:latin typeface="Calibri"/>
              <a:ea typeface="Calibri"/>
              <a:cs typeface="Calibri"/>
              <a:sym typeface="Calibri"/>
            </a:endParaRPr>
          </a:p>
        </p:txBody>
      </p:sp>
      <p:sp>
        <p:nvSpPr>
          <p:cNvPr id="351" name="Google Shape;351;p43"/>
          <p:cNvSpPr txBox="1"/>
          <p:nvPr/>
        </p:nvSpPr>
        <p:spPr>
          <a:xfrm>
            <a:off x="634125" y="944551"/>
            <a:ext cx="3437700" cy="427200"/>
          </a:xfrm>
          <a:prstGeom prst="rect">
            <a:avLst/>
          </a:prstGeom>
          <a:noFill/>
          <a:ln>
            <a:noFill/>
          </a:ln>
        </p:spPr>
        <p:txBody>
          <a:bodyPr anchorCtr="0" anchor="t" bIns="34275" lIns="68575" spcFirstLastPara="1" rIns="68575" wrap="square" tIns="34275">
            <a:noAutofit/>
          </a:bodyPr>
          <a:lstStyle/>
          <a:p>
            <a:pPr indent="-177800" lvl="0" marL="177800" marR="0" rtl="0" algn="l">
              <a:lnSpc>
                <a:spcPct val="90000"/>
              </a:lnSpc>
              <a:spcBef>
                <a:spcPts val="0"/>
              </a:spcBef>
              <a:spcAft>
                <a:spcPts val="0"/>
              </a:spcAft>
              <a:buClr>
                <a:srgbClr val="000000"/>
              </a:buClr>
              <a:buSzPts val="1800"/>
              <a:buFont typeface="Arial"/>
              <a:buNone/>
            </a:pPr>
            <a:r>
              <a:rPr b="0" i="0" lang="en" sz="1800" u="none" cap="none" strike="noStrike">
                <a:solidFill>
                  <a:srgbClr val="7F7F7F"/>
                </a:solidFill>
                <a:latin typeface="Calibri"/>
                <a:ea typeface="Calibri"/>
                <a:cs typeface="Calibri"/>
                <a:sym typeface="Calibri"/>
              </a:rPr>
              <a:t>Simulation</a:t>
            </a:r>
            <a:endParaRPr b="0" i="0" sz="1800" u="none" cap="none" strike="noStrike">
              <a:solidFill>
                <a:srgbClr val="7F7F7F"/>
              </a:solidFill>
              <a:latin typeface="Calibri"/>
              <a:ea typeface="Calibri"/>
              <a:cs typeface="Calibri"/>
              <a:sym typeface="Calibri"/>
            </a:endParaRPr>
          </a:p>
        </p:txBody>
      </p:sp>
      <p:sp>
        <p:nvSpPr>
          <p:cNvPr id="352" name="Google Shape;352;p43"/>
          <p:cNvSpPr txBox="1"/>
          <p:nvPr/>
        </p:nvSpPr>
        <p:spPr>
          <a:xfrm>
            <a:off x="4578950" y="2720254"/>
            <a:ext cx="676200" cy="284700"/>
          </a:xfrm>
          <a:prstGeom prst="rect">
            <a:avLst/>
          </a:prstGeom>
          <a:noFill/>
          <a:ln cap="flat" cmpd="sng" w="9525">
            <a:solidFill>
              <a:schemeClr val="dk1"/>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Calibri"/>
                <a:ea typeface="Calibri"/>
                <a:cs typeface="Calibri"/>
                <a:sym typeface="Calibri"/>
              </a:rPr>
              <a:t>12</a:t>
            </a:r>
            <a:endParaRPr b="0" i="0" sz="1400" u="none" cap="none" strike="noStrike">
              <a:solidFill>
                <a:schemeClr val="dk1"/>
              </a:solidFill>
              <a:latin typeface="Calibri"/>
              <a:ea typeface="Calibri"/>
              <a:cs typeface="Calibri"/>
              <a:sym typeface="Calibri"/>
            </a:endParaRPr>
          </a:p>
        </p:txBody>
      </p:sp>
      <p:sp>
        <p:nvSpPr>
          <p:cNvPr id="353" name="Google Shape;353;p43"/>
          <p:cNvSpPr txBox="1"/>
          <p:nvPr/>
        </p:nvSpPr>
        <p:spPr>
          <a:xfrm>
            <a:off x="5263372" y="2720105"/>
            <a:ext cx="677700" cy="284700"/>
          </a:xfrm>
          <a:prstGeom prst="rect">
            <a:avLst/>
          </a:prstGeom>
          <a:noFill/>
          <a:ln cap="flat" cmpd="sng" w="9525">
            <a:solidFill>
              <a:schemeClr val="dk1"/>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Calibri"/>
                <a:ea typeface="Calibri"/>
                <a:cs typeface="Calibri"/>
                <a:sym typeface="Calibri"/>
              </a:rPr>
              <a:t>14</a:t>
            </a:r>
            <a:endParaRPr b="0" i="0" sz="1400" u="none" cap="none" strike="noStrike">
              <a:solidFill>
                <a:schemeClr val="dk1"/>
              </a:solidFill>
              <a:latin typeface="Calibri"/>
              <a:ea typeface="Calibri"/>
              <a:cs typeface="Calibri"/>
              <a:sym typeface="Calibri"/>
            </a:endParaRPr>
          </a:p>
        </p:txBody>
      </p:sp>
      <p:sp>
        <p:nvSpPr>
          <p:cNvPr id="354" name="Google Shape;354;p43"/>
          <p:cNvSpPr txBox="1"/>
          <p:nvPr/>
        </p:nvSpPr>
        <p:spPr>
          <a:xfrm>
            <a:off x="7297927" y="2717324"/>
            <a:ext cx="670800" cy="284700"/>
          </a:xfrm>
          <a:prstGeom prst="rect">
            <a:avLst/>
          </a:prstGeom>
          <a:noFill/>
          <a:ln cap="flat" cmpd="sng" w="9525">
            <a:solidFill>
              <a:schemeClr val="dk1"/>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Calibri"/>
                <a:ea typeface="Calibri"/>
                <a:cs typeface="Calibri"/>
                <a:sym typeface="Calibri"/>
              </a:rPr>
              <a:t>20</a:t>
            </a:r>
            <a:endParaRPr b="0" i="0" sz="1400" u="none" cap="none" strike="noStrike">
              <a:solidFill>
                <a:schemeClr val="dk1"/>
              </a:solidFill>
              <a:latin typeface="Calibri"/>
              <a:ea typeface="Calibri"/>
              <a:cs typeface="Calibri"/>
              <a:sym typeface="Calibri"/>
            </a:endParaRPr>
          </a:p>
        </p:txBody>
      </p:sp>
      <p:sp>
        <p:nvSpPr>
          <p:cNvPr id="355" name="Google Shape;355;p43"/>
          <p:cNvSpPr txBox="1"/>
          <p:nvPr/>
        </p:nvSpPr>
        <p:spPr>
          <a:xfrm>
            <a:off x="6616457" y="2714583"/>
            <a:ext cx="678300" cy="284700"/>
          </a:xfrm>
          <a:prstGeom prst="rect">
            <a:avLst/>
          </a:prstGeom>
          <a:noFill/>
          <a:ln cap="flat" cmpd="sng" w="9525">
            <a:solidFill>
              <a:schemeClr val="dk1"/>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Calibri"/>
                <a:ea typeface="Calibri"/>
                <a:cs typeface="Calibri"/>
                <a:sym typeface="Calibri"/>
              </a:rPr>
              <a:t>18</a:t>
            </a:r>
            <a:endParaRPr b="0" i="0" sz="1400" u="none" cap="none" strike="noStrike">
              <a:solidFill>
                <a:schemeClr val="dk1"/>
              </a:solidFill>
              <a:latin typeface="Calibri"/>
              <a:ea typeface="Calibri"/>
              <a:cs typeface="Calibri"/>
              <a:sym typeface="Calibri"/>
            </a:endParaRPr>
          </a:p>
        </p:txBody>
      </p:sp>
      <p:sp>
        <p:nvSpPr>
          <p:cNvPr id="356" name="Google Shape;356;p43"/>
          <p:cNvSpPr txBox="1"/>
          <p:nvPr/>
        </p:nvSpPr>
        <p:spPr>
          <a:xfrm>
            <a:off x="5949866" y="2716672"/>
            <a:ext cx="659100" cy="284700"/>
          </a:xfrm>
          <a:prstGeom prst="rect">
            <a:avLst/>
          </a:prstGeom>
          <a:noFill/>
          <a:ln cap="flat" cmpd="sng" w="9525">
            <a:solidFill>
              <a:schemeClr val="dk1"/>
            </a:solidFill>
            <a:prstDash val="solid"/>
            <a:round/>
            <a:headEnd len="sm" w="sm" type="none"/>
            <a:tailEnd len="sm" w="sm" type="none"/>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Calibri"/>
                <a:ea typeface="Calibri"/>
                <a:cs typeface="Calibri"/>
                <a:sym typeface="Calibri"/>
              </a:rPr>
              <a:t>16</a:t>
            </a:r>
            <a:endParaRPr b="0" i="0" sz="1400" u="none" cap="none" strike="noStrike">
              <a:solidFill>
                <a:schemeClr val="dk1"/>
              </a:solidFill>
              <a:latin typeface="Calibri"/>
              <a:ea typeface="Calibri"/>
              <a:cs typeface="Calibri"/>
              <a:sym typeface="Calibri"/>
            </a:endParaRPr>
          </a:p>
        </p:txBody>
      </p:sp>
      <p:sp>
        <p:nvSpPr>
          <p:cNvPr id="357" name="Google Shape;357;p43"/>
          <p:cNvSpPr txBox="1"/>
          <p:nvPr/>
        </p:nvSpPr>
        <p:spPr>
          <a:xfrm>
            <a:off x="7498831" y="1868774"/>
            <a:ext cx="246300" cy="315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700"/>
              <a:buFont typeface="Arial"/>
              <a:buNone/>
            </a:pPr>
            <a:r>
              <a:rPr b="0" i="0" lang="en" sz="1600" u="none" cap="none" strike="noStrike">
                <a:solidFill>
                  <a:schemeClr val="dk1"/>
                </a:solidFill>
                <a:latin typeface="Courgette"/>
                <a:ea typeface="Courgette"/>
                <a:cs typeface="Courgette"/>
                <a:sym typeface="Courgette"/>
              </a:rPr>
              <a:t>r</a:t>
            </a:r>
            <a:endParaRPr b="0" i="0" sz="100" u="none" cap="none" strike="noStrike">
              <a:solidFill>
                <a:srgbClr val="000000"/>
              </a:solidFill>
              <a:latin typeface="Arial"/>
              <a:ea typeface="Arial"/>
              <a:cs typeface="Arial"/>
              <a:sym typeface="Arial"/>
            </a:endParaRPr>
          </a:p>
        </p:txBody>
      </p:sp>
      <p:sp>
        <p:nvSpPr>
          <p:cNvPr id="358" name="Google Shape;358;p43"/>
          <p:cNvSpPr txBox="1"/>
          <p:nvPr/>
        </p:nvSpPr>
        <p:spPr>
          <a:xfrm>
            <a:off x="5266172" y="1871875"/>
            <a:ext cx="1047000" cy="315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700"/>
              <a:buFont typeface="Arial"/>
              <a:buNone/>
            </a:pPr>
            <a:r>
              <a:rPr b="0" i="0" lang="en" sz="1600" u="none" cap="none" strike="noStrike">
                <a:solidFill>
                  <a:schemeClr val="dk1"/>
                </a:solidFill>
                <a:latin typeface="Courgette"/>
                <a:ea typeface="Courgette"/>
                <a:cs typeface="Courgette"/>
                <a:sym typeface="Courgette"/>
              </a:rPr>
              <a:t>mid2</a:t>
            </a:r>
            <a:endParaRPr b="0" i="0" sz="300" u="none" cap="none" strike="noStrike">
              <a:solidFill>
                <a:schemeClr val="dk1"/>
              </a:solidFill>
              <a:latin typeface="Courgette"/>
              <a:ea typeface="Courgette"/>
              <a:cs typeface="Courgette"/>
              <a:sym typeface="Courgette"/>
            </a:endParaRPr>
          </a:p>
        </p:txBody>
      </p:sp>
      <p:sp>
        <p:nvSpPr>
          <p:cNvPr id="359" name="Google Shape;359;p43"/>
          <p:cNvSpPr/>
          <p:nvPr/>
        </p:nvSpPr>
        <p:spPr>
          <a:xfrm>
            <a:off x="4636827" y="562970"/>
            <a:ext cx="1218300" cy="962100"/>
          </a:xfrm>
          <a:prstGeom prst="wedgeEllipseCallout">
            <a:avLst>
              <a:gd fmla="val -20833" name="adj1"/>
              <a:gd fmla="val 62500" name="adj2"/>
            </a:avLst>
          </a:prstGeom>
          <a:noFill/>
          <a:ln cap="flat" cmpd="sng" w="127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360" name="Google Shape;360;p43"/>
          <p:cNvSpPr txBox="1"/>
          <p:nvPr/>
        </p:nvSpPr>
        <p:spPr>
          <a:xfrm>
            <a:off x="4841543" y="808630"/>
            <a:ext cx="862200" cy="500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Calibri"/>
                <a:ea typeface="Calibri"/>
                <a:cs typeface="Calibri"/>
                <a:sym typeface="Calibri"/>
              </a:rPr>
              <a:t>Searching </a:t>
            </a:r>
            <a:br>
              <a:rPr b="0" i="0" lang="en" sz="1400" u="none" cap="none" strike="noStrike">
                <a:solidFill>
                  <a:schemeClr val="dk1"/>
                </a:solidFill>
                <a:latin typeface="Calibri"/>
                <a:ea typeface="Calibri"/>
                <a:cs typeface="Calibri"/>
                <a:sym typeface="Calibri"/>
              </a:rPr>
            </a:br>
            <a:r>
              <a:rPr b="0" i="0" lang="en" sz="1400" u="none" cap="none" strike="noStrike">
                <a:solidFill>
                  <a:schemeClr val="dk1"/>
                </a:solidFill>
                <a:latin typeface="Calibri"/>
                <a:ea typeface="Calibri"/>
                <a:cs typeface="Calibri"/>
                <a:sym typeface="Calibri"/>
              </a:rPr>
              <a:t>for 17</a:t>
            </a:r>
            <a:endParaRPr b="0" i="0" sz="1100" u="none" cap="none" strike="noStrike">
              <a:solidFill>
                <a:srgbClr val="000000"/>
              </a:solidFill>
              <a:latin typeface="Arial"/>
              <a:ea typeface="Arial"/>
              <a:cs typeface="Arial"/>
              <a:sym typeface="Arial"/>
            </a:endParaRPr>
          </a:p>
        </p:txBody>
      </p:sp>
      <p:sp>
        <p:nvSpPr>
          <p:cNvPr id="361" name="Google Shape;361;p43"/>
          <p:cNvSpPr txBox="1"/>
          <p:nvPr/>
        </p:nvSpPr>
        <p:spPr>
          <a:xfrm>
            <a:off x="6143378" y="1882100"/>
            <a:ext cx="246300" cy="315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700"/>
              <a:buFont typeface="Arial"/>
              <a:buNone/>
            </a:pPr>
            <a:r>
              <a:rPr b="0" i="0" lang="en" sz="1600" u="none" cap="none" strike="noStrike">
                <a:solidFill>
                  <a:schemeClr val="dk1"/>
                </a:solidFill>
                <a:latin typeface="Courgette"/>
                <a:ea typeface="Courgette"/>
                <a:cs typeface="Courgette"/>
                <a:sym typeface="Courgette"/>
              </a:rPr>
              <a:t>l</a:t>
            </a:r>
            <a:endParaRPr b="0" i="0" sz="300" u="none" cap="none" strike="noStrike">
              <a:solidFill>
                <a:schemeClr val="dk1"/>
              </a:solidFill>
              <a:latin typeface="Courgette"/>
              <a:ea typeface="Courgette"/>
              <a:cs typeface="Courgette"/>
              <a:sym typeface="Courgette"/>
            </a:endParaRPr>
          </a:p>
        </p:txBody>
      </p:sp>
      <p:sp>
        <p:nvSpPr>
          <p:cNvPr id="362" name="Google Shape;362;p43"/>
          <p:cNvSpPr txBox="1"/>
          <p:nvPr/>
        </p:nvSpPr>
        <p:spPr>
          <a:xfrm>
            <a:off x="5931478" y="1441975"/>
            <a:ext cx="862200" cy="315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700"/>
              <a:buFont typeface="Arial"/>
              <a:buNone/>
            </a:pPr>
            <a:r>
              <a:rPr b="0" i="0" lang="en" sz="1600" u="none" cap="none" strike="noStrike">
                <a:solidFill>
                  <a:schemeClr val="dk1"/>
                </a:solidFill>
                <a:latin typeface="Courgette"/>
                <a:ea typeface="Courgette"/>
                <a:cs typeface="Courgette"/>
                <a:sym typeface="Courgette"/>
              </a:rPr>
              <a:t>mid1</a:t>
            </a:r>
            <a:endParaRPr b="0" i="0" sz="300" u="none" cap="none" strike="noStrike">
              <a:solidFill>
                <a:schemeClr val="dk1"/>
              </a:solidFill>
              <a:latin typeface="Courgette"/>
              <a:ea typeface="Courgette"/>
              <a:cs typeface="Courgette"/>
              <a:sym typeface="Courgette"/>
            </a:endParaRPr>
          </a:p>
        </p:txBody>
      </p:sp>
      <p:sp>
        <p:nvSpPr>
          <p:cNvPr id="363" name="Google Shape;363;p43"/>
          <p:cNvSpPr txBox="1"/>
          <p:nvPr/>
        </p:nvSpPr>
        <p:spPr>
          <a:xfrm>
            <a:off x="7284351" y="1453900"/>
            <a:ext cx="1047000" cy="315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700"/>
              <a:buFont typeface="Arial"/>
              <a:buNone/>
            </a:pPr>
            <a:r>
              <a:rPr b="0" i="0" lang="en" sz="1600" u="none" cap="none" strike="noStrike">
                <a:solidFill>
                  <a:schemeClr val="dk1"/>
                </a:solidFill>
                <a:latin typeface="Courgette"/>
                <a:ea typeface="Courgette"/>
                <a:cs typeface="Courgette"/>
                <a:sym typeface="Courgette"/>
              </a:rPr>
              <a:t>mid2</a:t>
            </a:r>
            <a:endParaRPr b="0" i="0" sz="300" u="none" cap="none" strike="noStrike">
              <a:solidFill>
                <a:schemeClr val="dk1"/>
              </a:solidFill>
              <a:latin typeface="Courgette"/>
              <a:ea typeface="Courgette"/>
              <a:cs typeface="Courgette"/>
              <a:sym typeface="Courgette"/>
            </a:endParaRPr>
          </a:p>
        </p:txBody>
      </p:sp>
      <p:sp>
        <p:nvSpPr>
          <p:cNvPr id="364" name="Google Shape;364;p43"/>
          <p:cNvSpPr/>
          <p:nvPr/>
        </p:nvSpPr>
        <p:spPr>
          <a:xfrm>
            <a:off x="6137463" y="2990535"/>
            <a:ext cx="346800" cy="393000"/>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365" name="Google Shape;365;p43"/>
          <p:cNvSpPr/>
          <p:nvPr/>
        </p:nvSpPr>
        <p:spPr>
          <a:xfrm>
            <a:off x="7468121" y="3000772"/>
            <a:ext cx="346800" cy="393000"/>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366" name="Google Shape;366;p43"/>
          <p:cNvSpPr txBox="1"/>
          <p:nvPr/>
        </p:nvSpPr>
        <p:spPr>
          <a:xfrm>
            <a:off x="6851366" y="1873568"/>
            <a:ext cx="246300" cy="315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700"/>
              <a:buFont typeface="Arial"/>
              <a:buNone/>
            </a:pPr>
            <a:r>
              <a:rPr b="0" i="0" lang="en" sz="1600" u="none" cap="none" strike="noStrike">
                <a:solidFill>
                  <a:schemeClr val="dk1"/>
                </a:solidFill>
                <a:latin typeface="Courgette"/>
                <a:ea typeface="Courgette"/>
                <a:cs typeface="Courgette"/>
                <a:sym typeface="Courgette"/>
              </a:rPr>
              <a:t>l</a:t>
            </a:r>
            <a:endParaRPr b="0" i="0" sz="300" u="none" cap="none" strike="noStrike">
              <a:solidFill>
                <a:schemeClr val="dk1"/>
              </a:solidFill>
              <a:latin typeface="Courgette"/>
              <a:ea typeface="Courgette"/>
              <a:cs typeface="Courgette"/>
              <a:sym typeface="Courgette"/>
            </a:endParaRPr>
          </a:p>
        </p:txBody>
      </p:sp>
      <p:sp>
        <p:nvSpPr>
          <p:cNvPr id="367" name="Google Shape;367;p43"/>
          <p:cNvSpPr txBox="1"/>
          <p:nvPr/>
        </p:nvSpPr>
        <p:spPr>
          <a:xfrm>
            <a:off x="6876139" y="1512218"/>
            <a:ext cx="246300" cy="315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700"/>
              <a:buFont typeface="Arial"/>
              <a:buNone/>
            </a:pPr>
            <a:r>
              <a:rPr b="0" i="0" lang="en" sz="1600" u="none" cap="none" strike="noStrike">
                <a:solidFill>
                  <a:schemeClr val="dk1"/>
                </a:solidFill>
                <a:latin typeface="Courgette"/>
                <a:ea typeface="Courgette"/>
                <a:cs typeface="Courgette"/>
                <a:sym typeface="Courgette"/>
              </a:rPr>
              <a:t>r</a:t>
            </a:r>
            <a:endParaRPr b="0" i="0" sz="100" u="none" cap="none" strike="noStrike">
              <a:solidFill>
                <a:srgbClr val="000000"/>
              </a:solidFill>
              <a:latin typeface="Arial"/>
              <a:ea typeface="Arial"/>
              <a:cs typeface="Arial"/>
              <a:sym typeface="Arial"/>
            </a:endParaRPr>
          </a:p>
        </p:txBody>
      </p:sp>
      <p:sp>
        <p:nvSpPr>
          <p:cNvPr id="368" name="Google Shape;368;p43"/>
          <p:cNvSpPr txBox="1"/>
          <p:nvPr/>
        </p:nvSpPr>
        <p:spPr>
          <a:xfrm>
            <a:off x="6629227" y="1157075"/>
            <a:ext cx="869700" cy="315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700"/>
              <a:buFont typeface="Arial"/>
              <a:buNone/>
            </a:pPr>
            <a:r>
              <a:rPr b="0" i="0" lang="en" sz="1600" u="none" cap="none" strike="noStrike">
                <a:solidFill>
                  <a:schemeClr val="dk1"/>
                </a:solidFill>
                <a:latin typeface="Courgette"/>
                <a:ea typeface="Courgette"/>
                <a:cs typeface="Courgette"/>
                <a:sym typeface="Courgette"/>
              </a:rPr>
              <a:t>mid1</a:t>
            </a:r>
            <a:endParaRPr b="0" i="0" sz="300" u="none" cap="none" strike="noStrike">
              <a:solidFill>
                <a:schemeClr val="dk1"/>
              </a:solidFill>
              <a:latin typeface="Courgette"/>
              <a:ea typeface="Courgette"/>
              <a:cs typeface="Courgette"/>
              <a:sym typeface="Courgette"/>
            </a:endParaRPr>
          </a:p>
        </p:txBody>
      </p:sp>
      <p:sp>
        <p:nvSpPr>
          <p:cNvPr id="369" name="Google Shape;369;p43"/>
          <p:cNvSpPr txBox="1"/>
          <p:nvPr/>
        </p:nvSpPr>
        <p:spPr>
          <a:xfrm>
            <a:off x="6630951" y="800500"/>
            <a:ext cx="1047000" cy="315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700"/>
              <a:buFont typeface="Arial"/>
              <a:buNone/>
            </a:pPr>
            <a:r>
              <a:rPr b="0" i="0" lang="en" sz="1600" u="none" cap="none" strike="noStrike">
                <a:solidFill>
                  <a:schemeClr val="dk1"/>
                </a:solidFill>
                <a:latin typeface="Courgette"/>
                <a:ea typeface="Courgette"/>
                <a:cs typeface="Courgette"/>
                <a:sym typeface="Courgette"/>
              </a:rPr>
              <a:t>mid2</a:t>
            </a:r>
            <a:endParaRPr b="0" i="0" sz="300" u="none" cap="none" strike="noStrike">
              <a:solidFill>
                <a:schemeClr val="dk1"/>
              </a:solidFill>
              <a:latin typeface="Courgette"/>
              <a:ea typeface="Courgette"/>
              <a:cs typeface="Courgette"/>
              <a:sym typeface="Courgette"/>
            </a:endParaRPr>
          </a:p>
        </p:txBody>
      </p:sp>
      <p:sp>
        <p:nvSpPr>
          <p:cNvPr id="370" name="Google Shape;370;p43"/>
          <p:cNvSpPr txBox="1"/>
          <p:nvPr/>
        </p:nvSpPr>
        <p:spPr>
          <a:xfrm>
            <a:off x="6200563" y="1880714"/>
            <a:ext cx="246300" cy="315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700"/>
              <a:buFont typeface="Arial"/>
              <a:buNone/>
            </a:pPr>
            <a:r>
              <a:rPr b="0" i="0" lang="en" sz="1600" u="none" cap="none" strike="noStrike">
                <a:solidFill>
                  <a:schemeClr val="dk1"/>
                </a:solidFill>
                <a:latin typeface="Courgette"/>
                <a:ea typeface="Courgette"/>
                <a:cs typeface="Courgette"/>
                <a:sym typeface="Courgette"/>
              </a:rPr>
              <a:t>r</a:t>
            </a:r>
            <a:endParaRPr b="0" i="0" sz="100" u="none" cap="none" strike="noStrike">
              <a:solidFill>
                <a:srgbClr val="000000"/>
              </a:solidFill>
              <a:latin typeface="Arial"/>
              <a:ea typeface="Arial"/>
              <a:cs typeface="Arial"/>
              <a:sym typeface="Arial"/>
            </a:endParaRPr>
          </a:p>
        </p:txBody>
      </p:sp>
      <p:sp>
        <p:nvSpPr>
          <p:cNvPr id="371" name="Google Shape;371;p43"/>
          <p:cNvSpPr/>
          <p:nvPr/>
        </p:nvSpPr>
        <p:spPr>
          <a:xfrm>
            <a:off x="6794271" y="3002475"/>
            <a:ext cx="346800" cy="393000"/>
          </a:xfrm>
          <a:prstGeom prst="mathMultiply">
            <a:avLst>
              <a:gd fmla="val 2352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372" name="Google Shape;372;p43"/>
          <p:cNvSpPr txBox="1"/>
          <p:nvPr/>
        </p:nvSpPr>
        <p:spPr>
          <a:xfrm>
            <a:off x="7351361" y="3417884"/>
            <a:ext cx="576300" cy="500100"/>
          </a:xfrm>
          <a:prstGeom prst="rect">
            <a:avLst/>
          </a:prstGeom>
          <a:noFill/>
          <a:ln cap="flat" cmpd="sng" w="9525">
            <a:solidFill>
              <a:schemeClr val="dk1"/>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FF0000"/>
                </a:solidFill>
                <a:latin typeface="Calibri"/>
                <a:ea typeface="Calibri"/>
                <a:cs typeface="Calibri"/>
                <a:sym typeface="Calibri"/>
              </a:rPr>
              <a:t>17&lt;20</a:t>
            </a:r>
            <a:endParaRPr b="1" i="0" sz="1400" u="none" cap="none" strike="noStrike">
              <a:solidFill>
                <a:srgbClr val="FF0000"/>
              </a:solidFill>
              <a:latin typeface="Calibri"/>
              <a:ea typeface="Calibri"/>
              <a:cs typeface="Calibri"/>
              <a:sym typeface="Calibri"/>
            </a:endParaRPr>
          </a:p>
        </p:txBody>
      </p:sp>
      <p:sp>
        <p:nvSpPr>
          <p:cNvPr id="373" name="Google Shape;373;p43"/>
          <p:cNvSpPr/>
          <p:nvPr/>
        </p:nvSpPr>
        <p:spPr>
          <a:xfrm>
            <a:off x="6018663" y="1791268"/>
            <a:ext cx="1125900" cy="542400"/>
          </a:xfrm>
          <a:prstGeom prst="ellipse">
            <a:avLst/>
          </a:prstGeom>
          <a:noFill/>
          <a:ln cap="flat" cmpd="sng" w="28575">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374" name="Google Shape;374;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500"/>
                                        <p:tgtEl>
                                          <p:spTgt spid="338"/>
                                        </p:tgtEl>
                                      </p:cBhvr>
                                    </p:animEffect>
                                  </p:childTnLst>
                                </p:cTn>
                              </p:par>
                              <p:par>
                                <p:cTn fill="hold" nodeType="withEffect" presetClass="entr" presetID="10" presetSubtype="0">
                                  <p:stCondLst>
                                    <p:cond delay="0"/>
                                  </p:stCondLst>
                                  <p:childTnLst>
                                    <p:set>
                                      <p:cBhvr>
                                        <p:cTn dur="1" fill="hold">
                                          <p:stCondLst>
                                            <p:cond delay="0"/>
                                          </p:stCondLst>
                                        </p:cTn>
                                        <p:tgtEl>
                                          <p:spTgt spid="357"/>
                                        </p:tgtEl>
                                        <p:attrNameLst>
                                          <p:attrName>style.visibility</p:attrName>
                                        </p:attrNameLst>
                                      </p:cBhvr>
                                      <p:to>
                                        <p:strVal val="visible"/>
                                      </p:to>
                                    </p:set>
                                    <p:animEffect filter="fade" transition="in">
                                      <p:cBhvr>
                                        <p:cTn dur="500"/>
                                        <p:tgtEl>
                                          <p:spTgt spid="3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500"/>
                                        <p:tgtEl>
                                          <p:spTgt spid="339"/>
                                        </p:tgtEl>
                                      </p:cBhvr>
                                    </p:animEffect>
                                  </p:childTnLst>
                                </p:cTn>
                              </p:par>
                              <p:par>
                                <p:cTn fill="hold" nodeType="with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500"/>
                                        <p:tgtEl>
                                          <p:spTgt spid="3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500"/>
                                        <p:tgtEl>
                                          <p:spTgt spid="3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500"/>
                                        <p:tgtEl>
                                          <p:spTgt spid="3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500"/>
                                        <p:tgtEl>
                                          <p:spTgt spid="340"/>
                                        </p:tgtEl>
                                      </p:cBhvr>
                                    </p:animEffect>
                                  </p:childTnLst>
                                </p:cTn>
                              </p:par>
                              <p:par>
                                <p:cTn fill="hold" nodeType="with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500"/>
                                        <p:tgtEl>
                                          <p:spTgt spid="3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38"/>
                                        </p:tgtEl>
                                      </p:cBhvr>
                                    </p:animEffect>
                                    <p:set>
                                      <p:cBhvr>
                                        <p:cTn dur="1" fill="hold">
                                          <p:stCondLst>
                                            <p:cond delay="500"/>
                                          </p:stCondLst>
                                        </p:cTn>
                                        <p:tgtEl>
                                          <p:spTgt spid="33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61"/>
                                        </p:tgtEl>
                                        <p:attrNameLst>
                                          <p:attrName>style.visibility</p:attrName>
                                        </p:attrNameLst>
                                      </p:cBhvr>
                                      <p:to>
                                        <p:strVal val="visible"/>
                                      </p:to>
                                    </p:set>
                                    <p:animEffect filter="fade" transition="in">
                                      <p:cBhvr>
                                        <p:cTn dur="500"/>
                                        <p:tgtEl>
                                          <p:spTgt spid="3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39"/>
                                        </p:tgtEl>
                                      </p:cBhvr>
                                    </p:animEffect>
                                    <p:set>
                                      <p:cBhvr>
                                        <p:cTn dur="1" fill="hold">
                                          <p:stCondLst>
                                            <p:cond delay="500"/>
                                          </p:stCondLst>
                                        </p:cTn>
                                        <p:tgtEl>
                                          <p:spTgt spid="33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58"/>
                                        </p:tgtEl>
                                      </p:cBhvr>
                                    </p:animEffect>
                                    <p:set>
                                      <p:cBhvr>
                                        <p:cTn dur="1" fill="hold">
                                          <p:stCondLst>
                                            <p:cond delay="500"/>
                                          </p:stCondLst>
                                        </p:cTn>
                                        <p:tgtEl>
                                          <p:spTgt spid="35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40"/>
                                        </p:tgtEl>
                                      </p:cBhvr>
                                    </p:animEffect>
                                    <p:set>
                                      <p:cBhvr>
                                        <p:cTn dur="1" fill="hold">
                                          <p:stCondLst>
                                            <p:cond delay="500"/>
                                          </p:stCondLst>
                                        </p:cTn>
                                        <p:tgtEl>
                                          <p:spTgt spid="34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42"/>
                                        </p:tgtEl>
                                      </p:cBhvr>
                                    </p:animEffect>
                                    <p:set>
                                      <p:cBhvr>
                                        <p:cTn dur="1" fill="hold">
                                          <p:stCondLst>
                                            <p:cond delay="500"/>
                                          </p:stCondLst>
                                        </p:cTn>
                                        <p:tgtEl>
                                          <p:spTgt spid="34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41"/>
                                        </p:tgtEl>
                                      </p:cBhvr>
                                    </p:animEffect>
                                    <p:set>
                                      <p:cBhvr>
                                        <p:cTn dur="1" fill="hold">
                                          <p:stCondLst>
                                            <p:cond delay="500"/>
                                          </p:stCondLst>
                                        </p:cTn>
                                        <p:tgtEl>
                                          <p:spTgt spid="34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43"/>
                                        </p:tgtEl>
                                      </p:cBhvr>
                                    </p:animEffect>
                                    <p:set>
                                      <p:cBhvr>
                                        <p:cTn dur="1" fill="hold">
                                          <p:stCondLst>
                                            <p:cond delay="500"/>
                                          </p:stCondLst>
                                        </p:cTn>
                                        <p:tgtEl>
                                          <p:spTgt spid="34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2"/>
                                        </p:tgtEl>
                                        <p:attrNameLst>
                                          <p:attrName>style.visibility</p:attrName>
                                        </p:attrNameLst>
                                      </p:cBhvr>
                                      <p:to>
                                        <p:strVal val="visible"/>
                                      </p:to>
                                    </p:set>
                                    <p:animEffect filter="fade" transition="in">
                                      <p:cBhvr>
                                        <p:cTn dur="500"/>
                                        <p:tgtEl>
                                          <p:spTgt spid="362"/>
                                        </p:tgtEl>
                                      </p:cBhvr>
                                    </p:animEffect>
                                  </p:childTnLst>
                                </p:cTn>
                              </p:par>
                              <p:par>
                                <p:cTn fill="hold" nodeType="withEffect" presetClass="entr" presetID="10" presetSubtype="0">
                                  <p:stCondLst>
                                    <p:cond delay="0"/>
                                  </p:stCondLst>
                                  <p:childTnLst>
                                    <p:set>
                                      <p:cBhvr>
                                        <p:cTn dur="1" fill="hold">
                                          <p:stCondLst>
                                            <p:cond delay="0"/>
                                          </p:stCondLst>
                                        </p:cTn>
                                        <p:tgtEl>
                                          <p:spTgt spid="363"/>
                                        </p:tgtEl>
                                        <p:attrNameLst>
                                          <p:attrName>style.visibility</p:attrName>
                                        </p:attrNameLst>
                                      </p:cBhvr>
                                      <p:to>
                                        <p:strVal val="visible"/>
                                      </p:to>
                                    </p:set>
                                    <p:animEffect filter="fade" transition="in">
                                      <p:cBhvr>
                                        <p:cTn dur="500"/>
                                        <p:tgtEl>
                                          <p:spTgt spid="3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500"/>
                                        <p:tgtEl>
                                          <p:spTgt spid="3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500"/>
                                        <p:tgtEl>
                                          <p:spTgt spid="3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500"/>
                                        <p:tgtEl>
                                          <p:spTgt spid="336"/>
                                        </p:tgtEl>
                                      </p:cBhvr>
                                    </p:animEffect>
                                  </p:childTnLst>
                                </p:cTn>
                              </p:par>
                              <p:par>
                                <p:cTn fill="hold" nodeType="withEffect" presetClass="entr" presetID="10" presetSubtype="0">
                                  <p:stCondLst>
                                    <p:cond delay="0"/>
                                  </p:stCondLst>
                                  <p:childTnLst>
                                    <p:set>
                                      <p:cBhvr>
                                        <p:cTn dur="1" fill="hold">
                                          <p:stCondLst>
                                            <p:cond delay="0"/>
                                          </p:stCondLst>
                                        </p:cTn>
                                        <p:tgtEl>
                                          <p:spTgt spid="372"/>
                                        </p:tgtEl>
                                        <p:attrNameLst>
                                          <p:attrName>style.visibility</p:attrName>
                                        </p:attrNameLst>
                                      </p:cBhvr>
                                      <p:to>
                                        <p:strVal val="visible"/>
                                      </p:to>
                                    </p:set>
                                    <p:animEffect filter="fade" transition="in">
                                      <p:cBhvr>
                                        <p:cTn dur="500"/>
                                        <p:tgtEl>
                                          <p:spTgt spid="3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61"/>
                                        </p:tgtEl>
                                      </p:cBhvr>
                                    </p:animEffect>
                                    <p:set>
                                      <p:cBhvr>
                                        <p:cTn dur="1" fill="hold">
                                          <p:stCondLst>
                                            <p:cond delay="500"/>
                                          </p:stCondLst>
                                        </p:cTn>
                                        <p:tgtEl>
                                          <p:spTgt spid="36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66"/>
                                        </p:tgtEl>
                                        <p:attrNameLst>
                                          <p:attrName>style.visibility</p:attrName>
                                        </p:attrNameLst>
                                      </p:cBhvr>
                                      <p:to>
                                        <p:strVal val="visible"/>
                                      </p:to>
                                    </p:set>
                                    <p:animEffect filter="fade" transition="in">
                                      <p:cBhvr>
                                        <p:cTn dur="500"/>
                                        <p:tgtEl>
                                          <p:spTgt spid="3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57"/>
                                        </p:tgtEl>
                                      </p:cBhvr>
                                    </p:animEffect>
                                    <p:set>
                                      <p:cBhvr>
                                        <p:cTn dur="1" fill="hold">
                                          <p:stCondLst>
                                            <p:cond delay="500"/>
                                          </p:stCondLst>
                                        </p:cTn>
                                        <p:tgtEl>
                                          <p:spTgt spid="35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67"/>
                                        </p:tgtEl>
                                        <p:attrNameLst>
                                          <p:attrName>style.visibility</p:attrName>
                                        </p:attrNameLst>
                                      </p:cBhvr>
                                      <p:to>
                                        <p:strVal val="visible"/>
                                      </p:to>
                                    </p:set>
                                    <p:animEffect filter="fade" transition="in">
                                      <p:cBhvr>
                                        <p:cTn dur="500"/>
                                        <p:tgtEl>
                                          <p:spTgt spid="3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64"/>
                                        </p:tgtEl>
                                      </p:cBhvr>
                                    </p:animEffect>
                                    <p:set>
                                      <p:cBhvr>
                                        <p:cTn dur="1" fill="hold">
                                          <p:stCondLst>
                                            <p:cond delay="500"/>
                                          </p:stCondLst>
                                        </p:cTn>
                                        <p:tgtEl>
                                          <p:spTgt spid="36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65"/>
                                        </p:tgtEl>
                                      </p:cBhvr>
                                    </p:animEffect>
                                    <p:set>
                                      <p:cBhvr>
                                        <p:cTn dur="1" fill="hold">
                                          <p:stCondLst>
                                            <p:cond delay="500"/>
                                          </p:stCondLst>
                                        </p:cTn>
                                        <p:tgtEl>
                                          <p:spTgt spid="36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36"/>
                                        </p:tgtEl>
                                      </p:cBhvr>
                                    </p:animEffect>
                                    <p:set>
                                      <p:cBhvr>
                                        <p:cTn dur="1" fill="hold">
                                          <p:stCondLst>
                                            <p:cond delay="500"/>
                                          </p:stCondLst>
                                        </p:cTn>
                                        <p:tgtEl>
                                          <p:spTgt spid="33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72"/>
                                        </p:tgtEl>
                                      </p:cBhvr>
                                    </p:animEffect>
                                    <p:set>
                                      <p:cBhvr>
                                        <p:cTn dur="1" fill="hold">
                                          <p:stCondLst>
                                            <p:cond delay="500"/>
                                          </p:stCondLst>
                                        </p:cTn>
                                        <p:tgtEl>
                                          <p:spTgt spid="37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62"/>
                                        </p:tgtEl>
                                      </p:cBhvr>
                                    </p:animEffect>
                                    <p:set>
                                      <p:cBhvr>
                                        <p:cTn dur="1" fill="hold">
                                          <p:stCondLst>
                                            <p:cond delay="500"/>
                                          </p:stCondLst>
                                        </p:cTn>
                                        <p:tgtEl>
                                          <p:spTgt spid="36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63"/>
                                        </p:tgtEl>
                                      </p:cBhvr>
                                    </p:animEffect>
                                    <p:set>
                                      <p:cBhvr>
                                        <p:cTn dur="1" fill="hold">
                                          <p:stCondLst>
                                            <p:cond delay="500"/>
                                          </p:stCondLst>
                                        </p:cTn>
                                        <p:tgtEl>
                                          <p:spTgt spid="36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500"/>
                                        <p:tgtEl>
                                          <p:spTgt spid="368"/>
                                        </p:tgtEl>
                                      </p:cBhvr>
                                    </p:animEffect>
                                  </p:childTnLst>
                                </p:cTn>
                              </p:par>
                              <p:par>
                                <p:cTn fill="hold" nodeType="withEffect" presetClass="entr" presetID="10" presetSubtype="0">
                                  <p:stCondLst>
                                    <p:cond delay="0"/>
                                  </p:stCondLst>
                                  <p:childTnLst>
                                    <p:set>
                                      <p:cBhvr>
                                        <p:cTn dur="1" fill="hold">
                                          <p:stCondLst>
                                            <p:cond delay="0"/>
                                          </p:stCondLst>
                                        </p:cTn>
                                        <p:tgtEl>
                                          <p:spTgt spid="369"/>
                                        </p:tgtEl>
                                        <p:attrNameLst>
                                          <p:attrName>style.visibility</p:attrName>
                                        </p:attrNameLst>
                                      </p:cBhvr>
                                      <p:to>
                                        <p:strVal val="visible"/>
                                      </p:to>
                                    </p:set>
                                    <p:animEffect filter="fade" transition="in">
                                      <p:cBhvr>
                                        <p:cTn dur="500"/>
                                        <p:tgtEl>
                                          <p:spTgt spid="3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500"/>
                                        <p:tgtEl>
                                          <p:spTgt spid="3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500"/>
                                        <p:tgtEl>
                                          <p:spTgt spid="3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67"/>
                                        </p:tgtEl>
                                      </p:cBhvr>
                                    </p:animEffect>
                                    <p:set>
                                      <p:cBhvr>
                                        <p:cTn dur="1" fill="hold">
                                          <p:stCondLst>
                                            <p:cond delay="500"/>
                                          </p:stCondLst>
                                        </p:cTn>
                                        <p:tgtEl>
                                          <p:spTgt spid="36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500"/>
                                        <p:tgtEl>
                                          <p:spTgt spid="3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500"/>
                                        <p:tgtEl>
                                          <p:spTgt spid="3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4"/>
          <p:cNvSpPr txBox="1"/>
          <p:nvPr>
            <p:ph idx="12" type="sldNum"/>
          </p:nvPr>
        </p:nvSpPr>
        <p:spPr>
          <a:xfrm>
            <a:off x="6354344" y="3497413"/>
            <a:ext cx="411600" cy="2952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
              <a:t>Summer 2020</a:t>
            </a:r>
            <a:endParaRPr/>
          </a:p>
        </p:txBody>
      </p:sp>
      <p:sp>
        <p:nvSpPr>
          <p:cNvPr id="380" name="Google Shape;380;p44"/>
          <p:cNvSpPr txBox="1"/>
          <p:nvPr/>
        </p:nvSpPr>
        <p:spPr>
          <a:xfrm>
            <a:off x="623889" y="515634"/>
            <a:ext cx="3780300" cy="5982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chemeClr val="dk1"/>
              </a:buClr>
              <a:buSzPts val="3300"/>
              <a:buFont typeface="Calibri"/>
              <a:buNone/>
            </a:pPr>
            <a:r>
              <a:rPr b="0" i="0" lang="en" sz="3300" u="none" cap="none" strike="noStrike">
                <a:solidFill>
                  <a:schemeClr val="dk1"/>
                </a:solidFill>
                <a:latin typeface="Calibri"/>
                <a:ea typeface="Calibri"/>
                <a:cs typeface="Calibri"/>
                <a:sym typeface="Calibri"/>
              </a:rPr>
              <a:t>Ternary Search</a:t>
            </a:r>
            <a:endParaRPr b="0" i="0" sz="3300" u="none" cap="none" strike="noStrike">
              <a:solidFill>
                <a:schemeClr val="dk1"/>
              </a:solidFill>
              <a:latin typeface="Calibri"/>
              <a:ea typeface="Calibri"/>
              <a:cs typeface="Calibri"/>
              <a:sym typeface="Calibri"/>
            </a:endParaRPr>
          </a:p>
        </p:txBody>
      </p:sp>
      <p:sp>
        <p:nvSpPr>
          <p:cNvPr id="381" name="Google Shape;381;p44"/>
          <p:cNvSpPr txBox="1"/>
          <p:nvPr/>
        </p:nvSpPr>
        <p:spPr>
          <a:xfrm>
            <a:off x="634125" y="944551"/>
            <a:ext cx="3437700" cy="427200"/>
          </a:xfrm>
          <a:prstGeom prst="rect">
            <a:avLst/>
          </a:prstGeom>
          <a:noFill/>
          <a:ln>
            <a:noFill/>
          </a:ln>
        </p:spPr>
        <p:txBody>
          <a:bodyPr anchorCtr="0" anchor="t" bIns="34275" lIns="68575" spcFirstLastPara="1" rIns="68575" wrap="square" tIns="34275">
            <a:noAutofit/>
          </a:bodyPr>
          <a:lstStyle/>
          <a:p>
            <a:pPr indent="-177800" lvl="0" marL="177800" marR="0" rtl="0" algn="l">
              <a:lnSpc>
                <a:spcPct val="90000"/>
              </a:lnSpc>
              <a:spcBef>
                <a:spcPts val="0"/>
              </a:spcBef>
              <a:spcAft>
                <a:spcPts val="0"/>
              </a:spcAft>
              <a:buClr>
                <a:srgbClr val="000000"/>
              </a:buClr>
              <a:buSzPts val="1800"/>
              <a:buFont typeface="Arial"/>
              <a:buNone/>
            </a:pPr>
            <a:r>
              <a:rPr b="0" i="0" lang="en" sz="1800" u="none" cap="none" strike="noStrike">
                <a:solidFill>
                  <a:srgbClr val="7F7F7F"/>
                </a:solidFill>
                <a:latin typeface="Calibri"/>
                <a:ea typeface="Calibri"/>
                <a:cs typeface="Calibri"/>
                <a:sym typeface="Calibri"/>
              </a:rPr>
              <a:t>Time Complexity (Iterative)</a:t>
            </a:r>
            <a:endParaRPr b="0" i="0" sz="1800" u="none" cap="none" strike="noStrike">
              <a:solidFill>
                <a:srgbClr val="7F7F7F"/>
              </a:solidFill>
              <a:latin typeface="Calibri"/>
              <a:ea typeface="Calibri"/>
              <a:cs typeface="Calibri"/>
              <a:sym typeface="Calibri"/>
            </a:endParaRPr>
          </a:p>
        </p:txBody>
      </p:sp>
      <p:sp>
        <p:nvSpPr>
          <p:cNvPr id="382" name="Google Shape;382;p44"/>
          <p:cNvSpPr txBox="1"/>
          <p:nvPr/>
        </p:nvSpPr>
        <p:spPr>
          <a:xfrm>
            <a:off x="696515" y="1328730"/>
            <a:ext cx="2465400" cy="3070800"/>
          </a:xfrm>
          <a:prstGeom prst="rect">
            <a:avLst/>
          </a:prstGeom>
          <a:noFill/>
          <a:ln>
            <a:noFill/>
          </a:ln>
        </p:spPr>
        <p:txBody>
          <a:bodyPr anchorCtr="0" anchor="t" bIns="34275" lIns="68575" spcFirstLastPara="1" rIns="68575" wrap="square" tIns="34275">
            <a:spAutoFit/>
          </a:bodyPr>
          <a:lstStyle/>
          <a:p>
            <a:pPr indent="0" lvl="0" marL="0" marR="0" rtl="0" algn="just">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We have already learnt or at least got a good idea to find the time complexity of divide and conquer problems from the binary search slide. Refer to the algorithm and simulation of ternary search, you must get the concept that this and the binary search are almost the same saving the fact that at each step the problem size (range) is reducing by factor of 3. </a:t>
            </a:r>
            <a:endParaRPr b="0" i="0" sz="1500" u="none" cap="none" strike="noStrike">
              <a:solidFill>
                <a:schemeClr val="dk1"/>
              </a:solidFill>
              <a:latin typeface="Calibri"/>
              <a:ea typeface="Calibri"/>
              <a:cs typeface="Calibri"/>
              <a:sym typeface="Calibri"/>
            </a:endParaRPr>
          </a:p>
        </p:txBody>
      </p:sp>
      <p:sp>
        <p:nvSpPr>
          <p:cNvPr id="383" name="Google Shape;383;p44"/>
          <p:cNvSpPr txBox="1"/>
          <p:nvPr/>
        </p:nvSpPr>
        <p:spPr>
          <a:xfrm>
            <a:off x="3361223" y="1346585"/>
            <a:ext cx="2529000" cy="1685400"/>
          </a:xfrm>
          <a:prstGeom prst="rect">
            <a:avLst/>
          </a:prstGeom>
          <a:noFill/>
          <a:ln>
            <a:noFill/>
          </a:ln>
        </p:spPr>
        <p:txBody>
          <a:bodyPr anchorCtr="0" anchor="t" bIns="34275" lIns="68575" spcFirstLastPara="1" rIns="68575" wrap="square" tIns="34275">
            <a:spAutoFit/>
          </a:bodyPr>
          <a:lstStyle/>
          <a:p>
            <a:pPr indent="0" lvl="0" marL="0" marR="0" rtl="0" algn="just">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Initially the domain of search was the entire array of length </a:t>
            </a:r>
            <a:r>
              <a:rPr b="1" i="1" lang="en" sz="1500" u="none" cap="none" strike="noStrike">
                <a:solidFill>
                  <a:schemeClr val="dk1"/>
                </a:solidFill>
                <a:latin typeface="Calibri"/>
                <a:ea typeface="Calibri"/>
                <a:cs typeface="Calibri"/>
                <a:sym typeface="Calibri"/>
              </a:rPr>
              <a:t>n</a:t>
            </a:r>
            <a:r>
              <a:rPr b="0" i="0" lang="en" sz="1500" u="none" cap="none" strike="noStrike">
                <a:solidFill>
                  <a:schemeClr val="dk1"/>
                </a:solidFill>
                <a:latin typeface="Calibri"/>
                <a:ea typeface="Calibri"/>
                <a:cs typeface="Calibri"/>
                <a:sym typeface="Calibri"/>
              </a:rPr>
              <a:t>. At each step the search space was getting smaller by factor of 3 until 1 or 0. Find the running is same as binary search.</a:t>
            </a:r>
            <a:endParaRPr b="0" i="0" sz="1500" u="none" cap="none" strike="noStrike">
              <a:solidFill>
                <a:schemeClr val="dk1"/>
              </a:solidFill>
              <a:latin typeface="Calibri"/>
              <a:ea typeface="Calibri"/>
              <a:cs typeface="Calibri"/>
              <a:sym typeface="Calibri"/>
            </a:endParaRPr>
          </a:p>
        </p:txBody>
      </p:sp>
      <p:graphicFrame>
        <p:nvGraphicFramePr>
          <p:cNvPr id="384" name="Google Shape;384;p44"/>
          <p:cNvGraphicFramePr/>
          <p:nvPr/>
        </p:nvGraphicFramePr>
        <p:xfrm>
          <a:off x="6129341" y="1429147"/>
          <a:ext cx="3000000" cy="3000000"/>
        </p:xfrm>
        <a:graphic>
          <a:graphicData uri="http://schemas.openxmlformats.org/drawingml/2006/table">
            <a:tbl>
              <a:tblPr bandRow="1" firstRow="1">
                <a:noFill/>
                <a:tableStyleId>{934A7E9F-56BB-4859-B949-D559EEAA48EF}</a:tableStyleId>
              </a:tblPr>
              <a:tblGrid>
                <a:gridCol w="1153700"/>
                <a:gridCol w="1153700"/>
              </a:tblGrid>
              <a:tr h="99440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Problem Size</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Step No.</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0005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n</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0 </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005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n/3</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1</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005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n/9</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2</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005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n/27</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3</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005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005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1</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k</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5"/>
          <p:cNvSpPr txBox="1"/>
          <p:nvPr/>
        </p:nvSpPr>
        <p:spPr>
          <a:xfrm>
            <a:off x="3911213" y="1339446"/>
            <a:ext cx="4329000" cy="2839800"/>
          </a:xfrm>
          <a:prstGeom prst="rect">
            <a:avLst/>
          </a:prstGeom>
          <a:noFill/>
          <a:ln>
            <a:noFill/>
          </a:ln>
        </p:spPr>
        <p:txBody>
          <a:bodyPr anchorCtr="0" anchor="t" bIns="34275" lIns="68575" spcFirstLastPara="1" rIns="68575" wrap="square" tIns="34275">
            <a:spAutoFit/>
          </a:bodyPr>
          <a:lstStyle/>
          <a:p>
            <a:pPr indent="0" lvl="0" marL="0" marR="0" rtl="0" algn="just">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It took </a:t>
            </a:r>
            <a:r>
              <a:rPr b="1" i="1" lang="en" sz="1500" u="none" cap="none" strike="noStrike">
                <a:solidFill>
                  <a:schemeClr val="dk1"/>
                </a:solidFill>
                <a:latin typeface="Calibri"/>
                <a:ea typeface="Calibri"/>
                <a:cs typeface="Calibri"/>
                <a:sym typeface="Calibri"/>
              </a:rPr>
              <a:t>k</a:t>
            </a:r>
            <a:r>
              <a:rPr b="0" i="0" lang="en" sz="1500" u="none" cap="none" strike="noStrike">
                <a:solidFill>
                  <a:schemeClr val="dk1"/>
                </a:solidFill>
                <a:latin typeface="Calibri"/>
                <a:ea typeface="Calibri"/>
                <a:cs typeface="Calibri"/>
                <a:sym typeface="Calibri"/>
              </a:rPr>
              <a:t> steps for the searching to end and work done at each step was constant. We need to find </a:t>
            </a:r>
            <a:r>
              <a:rPr b="1" i="1" lang="en" sz="1500" u="none" cap="none" strike="noStrike">
                <a:solidFill>
                  <a:schemeClr val="dk1"/>
                </a:solidFill>
                <a:latin typeface="Calibri"/>
                <a:ea typeface="Calibri"/>
                <a:cs typeface="Calibri"/>
                <a:sym typeface="Calibri"/>
              </a:rPr>
              <a:t>k</a:t>
            </a:r>
            <a:r>
              <a:rPr b="0" i="0" lang="en" sz="1500" u="none" cap="none" strike="noStrike">
                <a:solidFill>
                  <a:schemeClr val="dk1"/>
                </a:solidFill>
                <a:latin typeface="Calibri"/>
                <a:ea typeface="Calibri"/>
                <a:cs typeface="Calibri"/>
                <a:sym typeface="Calibri"/>
              </a:rPr>
              <a:t> in terms of </a:t>
            </a:r>
            <a:r>
              <a:rPr b="1" i="1" lang="en" sz="1500" u="none" cap="none" strike="noStrike">
                <a:solidFill>
                  <a:schemeClr val="dk1"/>
                </a:solidFill>
                <a:latin typeface="Calibri"/>
                <a:ea typeface="Calibri"/>
                <a:cs typeface="Calibri"/>
                <a:sym typeface="Calibri"/>
              </a:rPr>
              <a:t>n. </a:t>
            </a:r>
            <a:r>
              <a:rPr b="0" i="0" lang="en" sz="1500" u="none" cap="none" strike="noStrike">
                <a:solidFill>
                  <a:schemeClr val="dk1"/>
                </a:solidFill>
                <a:latin typeface="Calibri"/>
                <a:ea typeface="Calibri"/>
                <a:cs typeface="Calibri"/>
                <a:sym typeface="Calibri"/>
              </a:rPr>
              <a:t>If you notice the divisors of the problem size </a:t>
            </a:r>
            <a:r>
              <a:rPr b="0" i="0" lang="en" sz="1500" u="none" cap="none" strike="noStrike">
                <a:solidFill>
                  <a:srgbClr val="FF0000"/>
                </a:solidFill>
                <a:latin typeface="Calibri"/>
                <a:ea typeface="Calibri"/>
                <a:cs typeface="Calibri"/>
                <a:sym typeface="Calibri"/>
              </a:rPr>
              <a:t>(marked red)</a:t>
            </a:r>
            <a:r>
              <a:rPr b="0" i="0" lang="en" sz="1500" u="none" cap="none" strike="noStrike">
                <a:solidFill>
                  <a:schemeClr val="dk1"/>
                </a:solidFill>
                <a:latin typeface="Calibri"/>
                <a:ea typeface="Calibri"/>
                <a:cs typeface="Calibri"/>
                <a:sym typeface="Calibri"/>
              </a:rPr>
              <a:t> are all powers of 3 and we can use the step numbers as exponents. Therefore each problem size can  be written as, </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500"/>
              <a:buFont typeface="Arial"/>
              <a:buNone/>
            </a:pPr>
            <a:r>
              <a:rPr b="1" i="1" lang="en" sz="1500" u="none" cap="none" strike="noStrike">
                <a:solidFill>
                  <a:schemeClr val="dk1"/>
                </a:solidFill>
                <a:latin typeface="Calibri"/>
                <a:ea typeface="Calibri"/>
                <a:cs typeface="Calibri"/>
                <a:sym typeface="Calibri"/>
              </a:rPr>
              <a:t>n/3^(step no.)</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The last line can be written an, </a:t>
            </a:r>
            <a:r>
              <a:rPr b="1" i="1" lang="en" sz="1500" u="none" cap="none" strike="noStrike">
                <a:solidFill>
                  <a:schemeClr val="dk1"/>
                </a:solidFill>
                <a:latin typeface="Calibri"/>
                <a:ea typeface="Calibri"/>
                <a:cs typeface="Calibri"/>
                <a:sym typeface="Calibri"/>
              </a:rPr>
              <a:t>1 = n/3^k</a:t>
            </a:r>
            <a:r>
              <a:rPr b="0" i="0" lang="en" sz="1500" u="none" cap="none" strike="noStrike">
                <a:solidFill>
                  <a:schemeClr val="dk1"/>
                </a:solidFill>
                <a:latin typeface="Calibri"/>
                <a:ea typeface="Calibri"/>
                <a:cs typeface="Calibri"/>
                <a:sym typeface="Calibri"/>
              </a:rPr>
              <a:t>.</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If we solve it, we will find that </a:t>
            </a:r>
            <a:r>
              <a:rPr b="1" i="1" lang="en" sz="1500" u="none" cap="none" strike="noStrike">
                <a:solidFill>
                  <a:schemeClr val="dk1"/>
                </a:solidFill>
                <a:latin typeface="Calibri"/>
                <a:ea typeface="Calibri"/>
                <a:cs typeface="Calibri"/>
                <a:sym typeface="Calibri"/>
              </a:rPr>
              <a:t>k = log</a:t>
            </a:r>
            <a:r>
              <a:rPr b="1" baseline="-25000" i="1" lang="en" sz="1500" u="none" cap="none" strike="noStrike">
                <a:solidFill>
                  <a:schemeClr val="dk1"/>
                </a:solidFill>
                <a:latin typeface="Calibri"/>
                <a:ea typeface="Calibri"/>
                <a:cs typeface="Calibri"/>
                <a:sym typeface="Calibri"/>
              </a:rPr>
              <a:t>3</a:t>
            </a:r>
            <a:r>
              <a:rPr b="1" i="1" lang="en" sz="1500" u="none" cap="none" strike="noStrike">
                <a:solidFill>
                  <a:schemeClr val="dk1"/>
                </a:solidFill>
                <a:latin typeface="Calibri"/>
                <a:ea typeface="Calibri"/>
                <a:cs typeface="Calibri"/>
                <a:sym typeface="Calibri"/>
              </a:rPr>
              <a:t>n</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alibri"/>
                <a:ea typeface="Calibri"/>
                <a:cs typeface="Calibri"/>
                <a:sym typeface="Calibri"/>
              </a:rPr>
              <a:t>Therefore the time complexity is </a:t>
            </a:r>
            <a:r>
              <a:rPr b="1" i="1" lang="en" sz="1500" u="none" cap="none" strike="noStrike">
                <a:solidFill>
                  <a:schemeClr val="dk1"/>
                </a:solidFill>
                <a:latin typeface="Calibri"/>
                <a:ea typeface="Calibri"/>
                <a:cs typeface="Calibri"/>
                <a:sym typeface="Calibri"/>
              </a:rPr>
              <a:t>log</a:t>
            </a:r>
            <a:r>
              <a:rPr b="1" baseline="-25000" i="1" lang="en" sz="1500" u="none" cap="none" strike="noStrike">
                <a:solidFill>
                  <a:schemeClr val="dk1"/>
                </a:solidFill>
                <a:latin typeface="Calibri"/>
                <a:ea typeface="Calibri"/>
                <a:cs typeface="Calibri"/>
                <a:sym typeface="Calibri"/>
              </a:rPr>
              <a:t>3</a:t>
            </a:r>
            <a:r>
              <a:rPr b="1" i="1" lang="en" sz="1500" u="none" cap="none" strike="noStrike">
                <a:solidFill>
                  <a:schemeClr val="dk1"/>
                </a:solidFill>
                <a:latin typeface="Calibri"/>
                <a:ea typeface="Calibri"/>
                <a:cs typeface="Calibri"/>
                <a:sym typeface="Calibri"/>
              </a:rPr>
              <a:t>n </a:t>
            </a:r>
            <a:r>
              <a:rPr b="0" i="0" lang="en" sz="1500" u="none" cap="none" strike="noStrike">
                <a:solidFill>
                  <a:schemeClr val="dk1"/>
                </a:solidFill>
                <a:latin typeface="Calibri"/>
                <a:ea typeface="Calibri"/>
                <a:cs typeface="Calibri"/>
                <a:sym typeface="Calibri"/>
              </a:rPr>
              <a:t>x </a:t>
            </a:r>
            <a:r>
              <a:rPr b="1" i="1" lang="en" sz="1500" u="none" cap="none" strike="noStrike">
                <a:solidFill>
                  <a:schemeClr val="dk1"/>
                </a:solidFill>
                <a:latin typeface="Calibri"/>
                <a:ea typeface="Calibri"/>
                <a:cs typeface="Calibri"/>
                <a:sym typeface="Calibri"/>
              </a:rPr>
              <a:t>1</a:t>
            </a:r>
            <a:r>
              <a:rPr b="0" i="0" lang="en" sz="1500" u="none" cap="none" strike="noStrike">
                <a:solidFill>
                  <a:schemeClr val="dk1"/>
                </a:solidFill>
                <a:latin typeface="Calibri"/>
                <a:ea typeface="Calibri"/>
                <a:cs typeface="Calibri"/>
                <a:sym typeface="Calibri"/>
              </a:rPr>
              <a:t>, which eventually is O(</a:t>
            </a:r>
            <a:r>
              <a:rPr b="1" i="1" lang="en" sz="1500" u="none" cap="none" strike="noStrike">
                <a:solidFill>
                  <a:schemeClr val="dk1"/>
                </a:solidFill>
                <a:latin typeface="Calibri"/>
                <a:ea typeface="Calibri"/>
                <a:cs typeface="Calibri"/>
                <a:sym typeface="Calibri"/>
              </a:rPr>
              <a:t>log</a:t>
            </a:r>
            <a:r>
              <a:rPr b="1" baseline="-25000" i="1" lang="en" sz="1500" u="none" cap="none" strike="noStrike">
                <a:solidFill>
                  <a:schemeClr val="dk1"/>
                </a:solidFill>
                <a:latin typeface="Calibri"/>
                <a:ea typeface="Calibri"/>
                <a:cs typeface="Calibri"/>
                <a:sym typeface="Calibri"/>
              </a:rPr>
              <a:t>3</a:t>
            </a:r>
            <a:r>
              <a:rPr b="1" i="1" lang="en" sz="1500" u="none" cap="none" strike="noStrike">
                <a:solidFill>
                  <a:schemeClr val="dk1"/>
                </a:solidFill>
                <a:latin typeface="Calibri"/>
                <a:ea typeface="Calibri"/>
                <a:cs typeface="Calibri"/>
                <a:sym typeface="Calibri"/>
              </a:rPr>
              <a:t>n</a:t>
            </a:r>
            <a:r>
              <a:rPr b="0" i="0" lang="en" sz="1500" u="none" cap="none" strike="noStrike">
                <a:solidFill>
                  <a:schemeClr val="dk1"/>
                </a:solidFill>
                <a:latin typeface="Calibri"/>
                <a:ea typeface="Calibri"/>
                <a:cs typeface="Calibri"/>
                <a:sym typeface="Calibri"/>
              </a:rPr>
              <a:t>)</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p:txBody>
      </p:sp>
      <p:sp>
        <p:nvSpPr>
          <p:cNvPr id="390" name="Google Shape;390;p45"/>
          <p:cNvSpPr txBox="1"/>
          <p:nvPr/>
        </p:nvSpPr>
        <p:spPr>
          <a:xfrm>
            <a:off x="623889" y="515634"/>
            <a:ext cx="3780300" cy="5982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chemeClr val="dk1"/>
              </a:buClr>
              <a:buSzPts val="3300"/>
              <a:buFont typeface="Calibri"/>
              <a:buNone/>
            </a:pPr>
            <a:r>
              <a:rPr lang="en" sz="3300">
                <a:solidFill>
                  <a:schemeClr val="dk1"/>
                </a:solidFill>
                <a:latin typeface="Calibri"/>
                <a:ea typeface="Calibri"/>
                <a:cs typeface="Calibri"/>
                <a:sym typeface="Calibri"/>
              </a:rPr>
              <a:t>Ternary </a:t>
            </a:r>
            <a:r>
              <a:rPr b="0" i="0" lang="en" sz="3300" u="none" cap="none" strike="noStrike">
                <a:solidFill>
                  <a:schemeClr val="dk1"/>
                </a:solidFill>
                <a:latin typeface="Calibri"/>
                <a:ea typeface="Calibri"/>
                <a:cs typeface="Calibri"/>
                <a:sym typeface="Calibri"/>
              </a:rPr>
              <a:t>Search</a:t>
            </a:r>
            <a:endParaRPr b="0" i="0" sz="3300" u="none" cap="none" strike="noStrike">
              <a:solidFill>
                <a:schemeClr val="dk1"/>
              </a:solidFill>
              <a:latin typeface="Calibri"/>
              <a:ea typeface="Calibri"/>
              <a:cs typeface="Calibri"/>
              <a:sym typeface="Calibri"/>
            </a:endParaRPr>
          </a:p>
        </p:txBody>
      </p:sp>
      <p:sp>
        <p:nvSpPr>
          <p:cNvPr id="391" name="Google Shape;391;p45"/>
          <p:cNvSpPr txBox="1"/>
          <p:nvPr/>
        </p:nvSpPr>
        <p:spPr>
          <a:xfrm>
            <a:off x="634125" y="944551"/>
            <a:ext cx="3437700" cy="427200"/>
          </a:xfrm>
          <a:prstGeom prst="rect">
            <a:avLst/>
          </a:prstGeom>
          <a:noFill/>
          <a:ln>
            <a:noFill/>
          </a:ln>
        </p:spPr>
        <p:txBody>
          <a:bodyPr anchorCtr="0" anchor="t" bIns="34275" lIns="68575" spcFirstLastPara="1" rIns="68575" wrap="square" tIns="34275">
            <a:noAutofit/>
          </a:bodyPr>
          <a:lstStyle/>
          <a:p>
            <a:pPr indent="-177800" lvl="0" marL="177800" marR="0" rtl="0" algn="l">
              <a:lnSpc>
                <a:spcPct val="90000"/>
              </a:lnSpc>
              <a:spcBef>
                <a:spcPts val="0"/>
              </a:spcBef>
              <a:spcAft>
                <a:spcPts val="0"/>
              </a:spcAft>
              <a:buClr>
                <a:srgbClr val="000000"/>
              </a:buClr>
              <a:buSzPts val="1800"/>
              <a:buFont typeface="Arial"/>
              <a:buNone/>
            </a:pPr>
            <a:r>
              <a:rPr b="0" i="0" lang="en" sz="1800" u="none" cap="none" strike="noStrike">
                <a:solidFill>
                  <a:srgbClr val="7F7F7F"/>
                </a:solidFill>
                <a:latin typeface="Calibri"/>
                <a:ea typeface="Calibri"/>
                <a:cs typeface="Calibri"/>
                <a:sym typeface="Calibri"/>
              </a:rPr>
              <a:t>Time Complexity (Iterative) Contd.</a:t>
            </a:r>
            <a:endParaRPr b="0" i="0" sz="1800" u="none" cap="none" strike="noStrike">
              <a:solidFill>
                <a:srgbClr val="7F7F7F"/>
              </a:solidFill>
              <a:latin typeface="Calibri"/>
              <a:ea typeface="Calibri"/>
              <a:cs typeface="Calibri"/>
              <a:sym typeface="Calibri"/>
            </a:endParaRPr>
          </a:p>
        </p:txBody>
      </p:sp>
      <p:graphicFrame>
        <p:nvGraphicFramePr>
          <p:cNvPr id="392" name="Google Shape;392;p45"/>
          <p:cNvGraphicFramePr/>
          <p:nvPr/>
        </p:nvGraphicFramePr>
        <p:xfrm>
          <a:off x="728663" y="1391689"/>
          <a:ext cx="3000000" cy="3000000"/>
        </p:xfrm>
        <a:graphic>
          <a:graphicData uri="http://schemas.openxmlformats.org/drawingml/2006/table">
            <a:tbl>
              <a:tblPr bandRow="1" firstRow="1">
                <a:noFill/>
                <a:tableStyleId>{934A7E9F-56BB-4859-B949-D559EEAA48EF}</a:tableStyleId>
              </a:tblPr>
              <a:tblGrid>
                <a:gridCol w="1009675"/>
                <a:gridCol w="987850"/>
                <a:gridCol w="987850"/>
              </a:tblGrid>
              <a:tr h="92585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Problem Size</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Step No.</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Work done at each step</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5075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n</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0 </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1</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5075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n/</a:t>
                      </a:r>
                      <a:r>
                        <a:rPr lang="en" sz="1500" u="none" cap="none" strike="noStrike">
                          <a:solidFill>
                            <a:srgbClr val="FF0000"/>
                          </a:solidFill>
                        </a:rPr>
                        <a:t>3</a:t>
                      </a:r>
                      <a:endParaRPr sz="1500" u="none" cap="none" strike="noStrike">
                        <a:solidFill>
                          <a:srgbClr val="FF0000"/>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1</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1</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5075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n/</a:t>
                      </a:r>
                      <a:r>
                        <a:rPr lang="en" sz="1500" u="none" cap="none" strike="noStrike">
                          <a:solidFill>
                            <a:srgbClr val="FF0000"/>
                          </a:solidFill>
                        </a:rPr>
                        <a:t>9</a:t>
                      </a:r>
                      <a:endParaRPr sz="1500" u="none" cap="none" strike="noStrike">
                        <a:solidFill>
                          <a:srgbClr val="FF0000"/>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2</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1</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5075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n/</a:t>
                      </a:r>
                      <a:r>
                        <a:rPr lang="en" sz="1500" u="none" cap="none" strike="noStrike">
                          <a:solidFill>
                            <a:srgbClr val="FF0000"/>
                          </a:solidFill>
                        </a:rPr>
                        <a:t>27</a:t>
                      </a:r>
                      <a:endParaRPr sz="1500" u="none" cap="none" strike="noStrike">
                        <a:solidFill>
                          <a:srgbClr val="FF0000"/>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3</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1</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5075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1</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5075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1</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k</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dk1"/>
                          </a:solidFill>
                        </a:rPr>
                        <a:t>1</a:t>
                      </a:r>
                      <a:endParaRPr sz="1500" u="none" cap="none" strike="noStrike">
                        <a:solidFill>
                          <a:schemeClr val="dk1"/>
                        </a:solidFill>
                      </a:endParaRPr>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393" name="Google Shape;393;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