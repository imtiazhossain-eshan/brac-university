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1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7010400" cy="9296400"/>
  <p:embeddedFontLst>
    <p:embeddedFont>
      <p:font typeface="Tahoma" panose="020B0604030504040204" pitchFamily="34" charset="0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45">
          <p15:clr>
            <a:srgbClr val="A4A3A4"/>
          </p15:clr>
        </p15:guide>
        <p15:guide id="2" orient="horz" pos="2209">
          <p15:clr>
            <a:srgbClr val="A4A3A4"/>
          </p15:clr>
        </p15:guide>
        <p15:guide id="3" orient="horz" pos="3288">
          <p15:clr>
            <a:srgbClr val="A4A3A4"/>
          </p15:clr>
        </p15:guide>
        <p15:guide id="4" orient="horz" pos="2746">
          <p15:clr>
            <a:srgbClr val="A4A3A4"/>
          </p15:clr>
        </p15:guide>
        <p15:guide id="5" orient="horz" pos="3823">
          <p15:clr>
            <a:srgbClr val="A4A3A4"/>
          </p15:clr>
        </p15:guide>
        <p15:guide id="6" pos="7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htxtpRo2SEIkC/ngwXHu4J59Zb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1245"/>
        <p:guide orient="horz" pos="2209"/>
        <p:guide orient="horz" pos="3288"/>
        <p:guide orient="horz" pos="2746"/>
        <p:guide orient="horz" pos="3823"/>
        <p:guide pos="7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5:26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3532 13810 0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4:56.6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4427 7726 0,'0'-18'47,"-17"18"-31,17 35 62,0-17-63,0 17 17,17 36-1,-17 17 0,0-53 0,0-17 126,0 17-126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4:57.37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4445 8255 0,'0'35'94,"0"18"-78,0-18-1,35 159 16,-35-176-31,0 0 16,0-1 140,-35 19-140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4:58.44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4410 8908 0,'0'17'78,"17"1"-47,-17 0-15,0 105-1,0-88 1,0 18 0,0 35-1,0-52 1,18-19-1,-18 1 126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4:59.1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4463 9596 0,'0'17'62,"0"18"-46,0 1 0,0 52-1,-18-18 1,18 1-1,0-36 1,0-17 0,0 17 15,0 1-15,0-1 77,18-35-77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4:59.69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4516 10407 0,'0'18'63,"17"70"-32,-17-53-31,0-17 0,0 193 31,0-87-15,0-107 15,0 19 110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0.1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4533 11201 0,'0'35'31,"0"-17"-16,0-1-15,0 54 16,18 17 0,-1 124 15,-17-177-15,0-17-1,0-1 79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2.00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6332 7832 0,'0'70'78,"0"36"-62,0 88 15,-17-35 0,17-142-15,0 1 78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2.52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6332 8837 0,'0'18'62,"18"-1"-46,-18 107-1,0-36 1,0 0 0,0-35-1,0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3.53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6438 10477 0,'0'18'47,"0"106"-16,0-107-31,0 213 31,0-125-15,0-16 15,0-54 63,0-18-63,0 1-31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4.02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6403 11518 0,'0'18'31,"0"35"0,0-36-15,18 1 0,-18 35-1,0-35 1,0-1 0,17 36-1,-17 35 1,0-52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5.22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8237 7726 0,'0'70'63,"0"-17"-48,0 106 1,0 0 0,0 0-1,-17-124 1,17 0 62,-18-35-62,18 53-1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5.72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8255 8661 0,'18'0'15,"-18"17"1,0 1 0,0 35-1,17 0 1,19 176 15,-36-141-15,0-17 15,-18-18-15,0-53-16,18 17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6.28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8237 9578 0,'18'35'78,"0"18"-62,-18 106 15,0-71-16,0-35 1,0-18 15,0-17 16,0 0-47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6.73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8308 10442 0,'-18'35'31,"-17"124"0,35 35 0,0-106-15,0-52 0,0 52 15,-18-70 0,18-1-15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7.21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8202 11571 0,'0'18'47,"0"-1"-16,0 36 1,0-35-17,0 0-15,0 34 16,0 37 0,0-36-1,0-18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8.23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10178 7885 0,'0'17'78,"0"71"-31,0-70-47,0 141 31,0 35 0,0-124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8.72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10178 8943 0,'17'35'62,"-17"0"-46,36 195 15,-36-142-15,17 18 15,-17-71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9.30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10248 9913 0,'0'35'47,"-35"177"-32,35-194 1,-18 140 0,18-140-1,-17-18-15,17 53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09.77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10231 10777 0,'0'36'46,"0"-1"-30,0 53 0,0 88-1,0-158-15,0 88 16,0-88-16,0 17 16,0 53-1,0-53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0.19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10160 11800 0,'0'18'31,"0"17"0,0 36-15,0-53-16,18 158 31,-18-158-15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1.1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12065 7990 0,'0'36'94,"0"105"-63,0-124-31,0 125 32,0-107-17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1.59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12136 8890 0,'0'18'32,"0"-1"-17,0 54 1,17-36-1,-17-17-15,0 52 16,0 18 0,0 18-1,0-88 1,0 0 0,0-1 15,0 19-16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1.99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12171 9913 0,'0'18'63,"17"35"-32,-17-18-15,0-17-16,0 52 15,0 18 1,0-52 0,0 105-1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2.05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12188 10407 0,'0'18'15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2.1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12171 10442 0,'0'18'16,"0"-1"0,0 1-1,-18 70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2.40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12153 10707 0,'0'35'16,"0"-17"-1,0-1 16,0 1-15,0 53 0,0 70 15,0-71-15,0-35-1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2.63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12153 11148 0,'0'35'47,"0"53"-16,0 18 1,0-53-17,0-35-15,0 17 16,0-17-16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2.82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12188 11712 0,'0'0'0,"18"35"16,0-35 0,-18 36-1,0 52 17,0-53-17,0-17-15,0 35 31,0-18-15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3.71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14023 7920 0,'0'17'31,"0"1"-15,0 17 0,0 1-1,0-19-15,0 124 16,0-70-1,0 17 1,0 36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4.03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14076 8714 0,'0'17'16,"0"19"15,0 16-16,0 1 1,17 36 0,-17-72-16,0 160 15,0-125 1,0 37 0,0-54-1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4.3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14093 9384 0,'0'18'16,"0"-1"0,-17 142 15,17-53-15,0-53-1,0 17 1,0-52-16,0-1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4.54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14076 10107 0,'0'0'0,"0"18"16,0 17 0,0 0 15,0 1-15,0 16-1,0 54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4.79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14058 10760 0,'0'123'31,"0"-105"-15,18 35 0,-18 88 15,0 88 0,-18-211-31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5.00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14005 11501 0,'0'52'31,"18"-16"0,-18-19-15,0 72 15,0-19-15,0-52-16,-18 17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5.19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14005 11977 0,'0'17'31,"0"54"1,0 17-1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5.85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15946 7885 0,'0'35'63,"0"0"-48,0-17-15,0 158 16,0-52-1,0-36 1,0 0 0,0-53-16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6.08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15998 8731 0,'0'18'15,"0"0"1,0 193 15,0-123-15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6.36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15998 9578 0,'0'0'15,"0"53"17,0-18-1,0 71 0,-17 141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6.58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15946 10248 0,'0'53'31,"0"-35"-31,17-1 16,1 124 15,-18-123-31,0 0 0,0 105 31,0-35-15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6.84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15981 11165 0,'0'124'31,"0"-89"-15,0 36 15,0 87 0,0-140-15,0 0-16,-18 88 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7.04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15928 11783 0,'0'17'0,"0"-34"0,0 52 47,0-17-31,0 17 0,0 36-1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7.90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17727 7902 0,'0'18'63,"35"246"-32,-35-246-31,0 0 0,0 123 16,0 123-1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8.22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17780 8837 0,'0'18'0,"0"-1"0,0-52 0,18 123 16,-1-35-1,-17 18 1,0 17-1,0-70 1,0 34 0,0 1-16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8.48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17886 9560 0,'0'0'0,"0"18"16,0 35-1,17-18 1,-17 18 15,0-18-15,0 89-1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8.71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17903 10142 0,'0'0'0,"0"53"31,0-17-15,0 52 15,0 0-16,0-70-15,0-1 0,0 54 16,0 17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8.94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17903 10813 0,'0'0'0,"0"35"15,0-17 17,0-1-1,0 1-31,0 35 16,0 0-1,0 35 1,0 35-1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9.13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17868 11324 0,'0'35'15,"0"-17"16,0 17-15,0 18 0,0 35-1,-17-17 1,17 0-16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19.31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17833 11783 0,'0'17'31,"0"-34"-31,0 70 78,0-18-78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0.16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19844 7867 0,'0'18'15,"0"-1"1,0 54 0,0 88-1,0-107 1,0 54 0,0-88-16,0 52 15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0.38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19967 8572 0,'0'18'0,"0"-36"0,18 71 31,-1-53-16,-17 71 17,0-36-17,0 53 1,-17 71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0.6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19985 9296 0,'0'17'16,"0"1"15,0 35 0,0-18-15,0 159 15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0.94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19985 9913 0,'0'0'0,"0"71"31,0-54-31,35 124 32,0 18-1,-35-124-15,18 18-1,0 18 16,-18-54-31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1.32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19985 10866 0,'0'35'16,"-18"-35"-16,18 17 0,0 72 31,0 16 0,0-16 1,0-36-17,0 0 16,0-18-15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1.52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19967 11377 0,'-17'53'15,"17"-35"-15,0 176 31,0-177-31,0 142 32,0-106-1,0-35-31,0 17 16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2.2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21978 7990 0,'-18'0'16,"1"0"15,17 18 0,0 0-15,0 140 15,-18-34-15,1 17-1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2.49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21890 8696 0,'0'53'15,"18"-18"1,-18 0-1,0 18 17,0 18-17,0-53-15,0 70 16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2.71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21766 9472 0,'18'35'31,"17"1"1,-35 52-1,0 18-16,0 35 1,-17-71-16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2.9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21784 10195 0,'0'36'15,"53"105"17,-35-18-1,-18-105-31,17 193 31,19-69-15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3.10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21943 11024 0,'0'18'16,"17"17"15,19 36 0,-36-54-31,0 107 32,0 17-17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3.26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21996 11606 0,'0'18'31,"0"0"0,0 35 1,0-18-32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4.43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23760 7902 0,'17'71'79,"1"246"-64,-18-299 1,0 194-1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4.66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8572 0,'0'0'0,"18"36"15,0-36-15,-18 53 16,17-18 0,-17-17-1,18-18 1,-18 88 0,0-35-1,0-36-15,0 19 0,-18 105 16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4.85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23848 9296 0,'0'0'0,"0"53"16,0-36-16,0 19 31,0 87 0,0-70-15,-18 70-1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5.05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9790 0,'0'35'31,"0"-18"-15,18 19 0,0 52 15,-18 88 0,0-52-15,0-71-1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5.25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23848 10425 0,'0'0'0,"0"17"32,0 1-32,0 17 46,0 124-14,-36-71-17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5.58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10813 0,'0'17'16,"0"19"15,0-19-15,18 36 15,0 35-15,-18 159 15,0-106-16,0-52 17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5.78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23848 11501 0,'0'17'15,"0"1"1,17-18-16,-17 35 15,18-35 1,-18 18 31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29.96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4463 12665 0,'0'35'94,"0"-17"-79,0-1-15,0 71 16,0-17 15,0-53-15,17 52 0,-17-52-1,0 70 1,0-70-1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0.52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4427 13335 0,'0'18'31,"0"-1"-15,0 1-16,0 176 31,0-124-15,0 19-1,0-1 16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1.05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4463 14076 0,'0'17'47,"17"107"-15,-17-89-17,0 36 1,0-54-16,0 36 31,0-35-15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1.57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4498 14640 0,'0'141'15,"0"-17"1,0-71 15,0-18 47,0 0-62,18-17 0,-18 17-1,0 1 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2.14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4516 15505 0,'0'70'47,"0"-17"-31,0-35-16,0 158 15,0-158-15,0 70 16,0-70 0,0-1 109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2.54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4516 16651 0,'0'53'31,"0"-35"-31,0 87 31,0-34 0,0-53 16,0 17-31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3.6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6438 12735 0,'0'18'0,"0"35"16,0 0 15,0-36-15,0 1-1,0 53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4.20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6368 13370 0,'0'18'47,"17"70"-32,-17 0 1,0 89 0,0-160-16,0 54 15,0-1 1,0-52 15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4.69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6438 14270 0,'0'35'62,"-35"230"-31,35-159-15,0-36 0,0-52-16,0 70 31,0-70-16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5.16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6368 15346 0,'0'17'16,"0"1"15,0 17 0,0-17-15,0 0-16,17 52 16,1 142-1,-18-177 1,35 36 0,-35-36-1,0 0 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5.53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6403 16510 0,'0'18'15,"0"-1"17,0 1-17,0 17 1,0-17 0,0 17-1,0 0-15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6.39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8255 12806 0,'0'17'78,"0"54"-62,0 88 15,18-71-15,-1-17 0,1-54-16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6.94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8290 13494 0,'0'35'46,"0"-17"-30,0 70 0,0 176-1,0-246-15,0 0 16,0 123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7.44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8237 14570 0,'0'17'16,"0"1"0,0 35-1,0 88 16,0-123-31,0 35 16,-17 35 0,17-71-16,0 177 31,-18-158-15,18-19-1,0 1 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7.79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8202 15575 0,'18'0'78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8.07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8237 15540 0,'0'70'16,"0"-52"-1,0 106 1,0-1-1,0-105-15,0-1 0,0 213 16,0-213 0,0 89-1,0-88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8.52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8237 16598 0,'0'18'16,"0"17"15,0 18-15,0 106 15,0-53-15,0-89-1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9.30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10178 12823 0,'-18'18'31,"18"0"-15,0 123 15,0-71-15,-18 72 15,1-90-31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39.72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10213 13617 0,'0'18'31,"35"70"-15,-35-35-1,0 35 1,0 18 0,0-88-16,0 35 15,0 35 1,0-53 15,0-17-15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40.21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10213 14764 0,'0'53'62,"0"70"-46,0-35 0,-18 247 15,18-317-31,0 17 16,-17-17-1,17 0 32,0-1-31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40.71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10178 15593 0,'0'17'47,"0"19"-32,17 105 17,-17-71-17,0-52-15,0 88 32,18-106-32,-18 53 15,18 35 16,-1-53 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41.05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10336 16510 0,'0'18'31,"0"52"1,0 107-17,0-160 1,18 142 0,17-88 15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41.98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12171 12876 0,'35'36'31,"-17"17"-15,-18-18 0,0 53-1,0 71 1,0-53-1,0-71 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44.06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12083 14182 0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54.90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12171 13829 0,'35'35'62,"-35"-17"-46,18 35 0,-1 0-1,-17 52 1,0-69-1,0-19-15,0 36 16,0 0 0,0-18-1,0-17 17,0 0-17,0-1 1,0 1 78,0 0-79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55.4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12224 14658 0,'0'18'47,"0"52"-16,0-52-31,17 35 16,-17-18-1,0-17 1,36 105 15,-36-105-15,0 52 15,0-34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55.8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12241 15328 0,'0'18'16,"0"17"-1,0 36 16,0-18-15,0 35 15,0-71-31,0 19 16,0-1 0,0 0 15,0-17-31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56.16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12241 16122 0,'18'53'16,"-18"-36"0,0 1-1,18 53 1,-18-54-16,17 89 31,-17-88-15,0 105-1,0-105 1,0 17 0,0-17 15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56.42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12294 16845 0,'0'18'0,"0"70"16,0-70 0,0 35-1,0-36 1,0 1 0,0-1-1,0 19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58.49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14041 12577 0,'0'35'94,"0"53"-78,0-35-1,0 17 17,0-34-17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58.83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14076 13300 0,'17'35'62,"1"36"-30,-18 70-17,0-124 1,0 124-1,0-105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59.10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14111 13882 0,'0'17'0,"0"19"31,0-1 1,18 106-1,-18-70-16,0 52 1,0-35 0,0-70-16,0 53 15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59.30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14129 14658 0,'35'106'15,"-70"-212"-15,88 229 16,-36-105 0,-17 0 15,0-1-15,0 54-1,0 70 16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59.6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14199 15646 0,'0'17'16,"0"-34"-16,0 140 15,0-52 16,18-54-15,-18 1 0,0 70 15,0-70-31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5:59.86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14217 16210 0,'0'18'0,"0"-36"0,0 71 16,0 71 15,0-89-15,0 18-1,0 17 1,0-52-16,0 88 31,0-89-31,0 19 16,-18 52-1,1-71-15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0.09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14164 16986 0,'0'36'15,"35"34"17,-17 1-1,0 17-15,-18 88-1,0-158 1,17 35-1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1.06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16087 13123 0,'0'36'78,"-53"211"-47,53-230-31,-18 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1.42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16034 13582 0,'53'35'31,"-106"-70"-31,123 88 31,-70-36 48,36 72-48,-36-72-31,17 177 31,1 53 0,-18-176-15,0-18 15,0-18-15,0-17-16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1.62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16157 14587 0,'0'18'0,"0"17"31,0 1-16,0 105 17,0-71-17,0 18 1,0-17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1.86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16140 15258 0,'0'35'32,"0"-70"-32,17 70 31,-17 0 0,0 71-15,0-88-16,0-1 15,0 1-15,0 0 0,0 34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2.05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16140 15699 0,'17'53'16,"1"-1"0,-18-34-16,17 35 15,1 0 1,-18-35 0,0 17-1,0-18-15,-18 125 31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2.25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16175 16263 0,'0'212'32,"17"-212"-32,-17 17 0,0 19 15,18 158 16,-18-159-15,0-17-16,0-1 16,-18 89 15,18-88-31,0-1 16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2.44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16175 17004 0,'0'70'32,"0"-140"-32,0 387 31,0-299-31,0 88 31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3.08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17851 13159 0,'0'17'63,"0"107"-32,0 87 0,0-193-31,0 35 16,0-35-16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3.31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17868 13970 0,'18'18'0,"-36"-36"0,36 71 16,-1-35 0,-17 34 31,0-16-32,-17 140 16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3.52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17868 14605 0,'18'88'16,"-18"-70"-1,35 17 1,-35-17 0,0 35 15,18 17-15,-18 1-1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3.76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17921 15434 0,'0'53'16,"0"-35"31,0 87-16,0-16-15,0-1-1,-35 88 17,17-176-32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3.95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17851 16175 0,'0'0'0,"0"35"16,0-17-16,0 17 31,0 0-15,17 18 15,-17 35-15,0 1-1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4.1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17851 16739 0,'0'18'0,"0"0"0,0-54 0,0 89 16,0-35-16,0-1 0,0 36 15,0 71 1,0-106-1,0 52 1,0 18 15,0-70-15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4.85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19932 12894 0,'0'35'78,"0"1"-63,0-19-15,0 18 16,0 54 0,18 52-1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5.14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19967 13652 0,'0'53'31,"0"-35"-31,0-89 0,0 177 15,0-70 1,18 17 0,-18 70 15,0 18-15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5.36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19985 14252 0,'0'71'15,"0"-142"-15,17 230 16,-17-124 0,18 1-1,-18 87 16,0 0 1,0-87-17,0-19-15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5.55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20020 14834 0,'0'106'31,"0"-212"-31,0 265 16,0-141 0,0 105 15,0-105-31,0 158 31,18-158-31,-18-1 0,17 54 16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5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20055 15575 0,'0'0'16,"0"18"-16,0 88 16,0-18 15,0 35 0,0-105-15,0 52-1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5.90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20055 16157 0,'0'18'0,"0"-36"0,0 177 15,0-124 1,0 1 0,0-1-1,0-18 1,0 19 0,0-19-16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6.08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20055 16616 0,'0'17'0,"0"-34"0,0 70 16,0 0-1,0-18 1,0-17 0,0 34-1,18-52-15,0 89 16,17 17-1,-17-54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7.01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21978 12682 0,'0'18'78,"0"17"-62,0 142 15,0-89-15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7.22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22013 13212 0,'18'0'16,"-36"0"-16,54 70 31,-19-52 16,-17 211-16,0-211-31,0-1 0,0 1 16,0 0-16,-17 17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7.40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22049 13776 0,'0'53'31,"0"-35"-15,0-1 0,0 54 31,0 123-32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7.60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22031 14358 0,'0'35'32,"0"18"-1,0 0-16,0 35 1,0 159 15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7.78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22013 15311 0,'0'17'0,"0"1"0,0-1 16,0 1 0,18 35-1,-18 35 17,18-70-1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7.99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22049 15734 0,'0'18'0,"0"-36"0,0 124 16,0-89-16,0 124 15,17-141 1,-17 159-1,0-141 1,0 158 15,0-140-31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8.14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22066 16439 0,'18'0'46,"-18"36"-30,18 34 15,-1-52-15,-17 52 0,18 1-1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8.88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23883 12929 0,'-18'0'31,"18"36"31,0 140-30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9.07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23830 13529 0,'0'0'0,"0"35"93,0 18-77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9.28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23830 13917 0,'0'18'15,"0"17"16,18 71 1,-18-89-32,17 213 31,-17-1 0,0-211-31,0-1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9.44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23865 14834 0,'0'18'78,"0"194"-47,0-54-15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9.64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23865 15575 0,'0'18'0,"0"-36"0,18 142 31,-18-107-31,18 19 31,-18 34 0,0 18-15,0 89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9.8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23865 16457 0,'0'18'31,"0"17"1,0-17-17,0 70 1,-17 18-1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09.99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17092 0,'0'106'16,"0"-212"-16,18 247 15,17-123 16,-52 17 32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7:16.81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4533 10601 0,'35'0'78,"36"0"-63,-18 0 1,229 0 15,-264 0-31,70 0 32,-35 0-17,-35 0-15,70 0 31,-35 0-15,-36 0 15,1 0 32,0 0-32,-1 0 32,1 0-32,-36 0 234,1 0-249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32.88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3634 8431 0,'17'0'141,"71"0"-110,-52 0-15,52-17-1,-18 17 1,-52 0-16,35-18 16,0 0-1,-35 18-15,70 0 31,-71 18-15,19-18 0,-1 0-1,0 0 17,-17 0-1,0 0-16,-1 0 48,1 0-47,-1 0-16,1 0 15,-36 0 79,-34 0-78,-1 0-1,-159 0 16,124 0-15,52 0 0,19 0-16,-1 0 0,-88 0 31,71 0-15,-18 0 15,18 0 0,0 0 32,17 0-48,0 0 16,1 0 48,70 0 61,88-18-124,-71 18 15,107 18 0,-160-18-31,1 0 0,88 0 32,-89 0-32,19 0 15,-1 0 32,-17 0-16,-1 0 1,19 0-1,-19 0 0,1 0 0,17 0-15,0 0 15,-88 0 79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50.83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4427 8414 0,'-17'70'125,"-1"107"-94,18-54 0,0-88-15,0 71 15,0-70-15,0 34-1,0 1 1,0 17 15,0-71-15,0 1-16,0 53 16,0 35 15,0-89-16,0 71 1,0-70 0,0 70 15,0-70-15,0 105-1,0-105 1,0 88-1,0-36 17,0-52-17,0 70 1,0-70 0,0 35-1,0-36 1,0 1-1,0 17 1,0 36 0,0-18-1,0-36 1,0 1 0,0 0 15,0-1-16,0 1 1,18 105 15,-18-105-15,0 0 0,0-1 15,17 19-16,1-36 142,-36-36-48,-17 1-93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6:51.44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4392 8555 0,'0'-18'171,"18"1"-155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7:46.30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4551 10724 0,'17'0'47,"89"0"-32,-88 0-15,0 0 0,123 0 16,-106 0-16,282 0 31,-52-17 1,-89-18-1,-87 35 0,34 0 0,36 0 1,-36 0-1,-52 0-16,-53 0-15,70-18 32,-71 18-1,-52 0 203,-18 0-218,36 0-16,-72 0 16,-122 0-1,175 0 1,-246 0-1,247 0-15,-177 0 16,106 0 0,89 0-16,-1 0 0,-52 0 15,34 0 1,19 0 46,-1 0-46,0 0 0,-17 0 15,0 0-15,-106 0-1,123 0 1,-17 0-1,-1 0 1,1 0 0,18 0-1,-1 0 1,0 0 140,-17 0-140,-18 0-1,18 0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7:48.23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6368 8361 0,'17'0'47,"230"0"-16,-141 0-15,-35 0 0,34 0 15,-34 0-16,-53 0-15,35 0 16,-1-18 0,-16 18-1,52-17 1,-70 17-16,-1 0 16,-17-18 15,-53 18 250,-123 0-250,158 0-31,-176 18 16,177-18 0,-72 17-1,72-17 1,-89 0-1,53 0 17,35 0-17,1 0 17,-1 0-1,-17 0 0,0 0-15,17 0-1,0 0 1,18 18 218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7:48.64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6350 8361 0,'0'17'93,"0"54"-61,0-53-17,-18-1 95,1-17-110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7:50.74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6421 10566 0,'0'-36'78,"0"-140"-47,0 53-15,0 17 0,0 88-16,17-229 31,1 88-15,-1 36-1,-17 52 1,0 1 15,0 35-15,0-18-1,0 17 1,0-87 15,0 52-15,-17-87 15,-1 87 0,1 18 1,17-17-1,0 52-16,-18-53 17,0 18-17,18 0 17,0 36-17,-17-54 1,-1 54-1,18-1 1,0-35 15,18 53 32,17 106-32,-35-88-31,0 52 16,0 18-1,0-70-15,0 194 32,0-89-17,0-35 1,18 142 15,-18-142-15,0-18-1,0 89 17,0-71-17,0-70-15,0 141 31,0-71-15,0-18 0,0 89 15,0-88-15,0-18-1,0 17 16,0 1-15,0-1 0,0-34-1,0-1 17,0 0-17,0-17 1,0-53 156,-18-18-157,0-36 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7:52.34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7108 8255 0,'36'0'78,"-1"0"-62,53 0 15,-35 18-15,-35-18-16,17 0 15,0 0 16,-35 17 110,-88 1-110,0 17 1,0-17-17,17 17 1,54-35-1,-1 0 17,0 0-17,54 0 110,-19 0-109,36 0 0,88 0-1,-106 0 16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7:58.47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7232 8361 0,'35'0'78,"71"0"-47,-18 0-15,-52 0-1,52 0 1,-71 0-16,107 0 16,-89 0-1,0 0 1,18 0 0,-17 17 15,-19-17 31,18 0-30,18 0-1,-35 0-16,17 0 1,106 0 15,-123 0-15,0 0 62,-71 0 16,-177 36-63,213-36-31,-265 17 31,-18-17 1,212 0-17,-1 0 1,1-17 15,18 17 0,52 0-31,0 0 32,18-18 30,18 18 16,70 0-47,-53 0-15,142 0 0,-142 0-1,18 0 1,18 0 0,-54 0-16,177 0 15,-141 0 1,35 0-1,-70 0 1,0 0 0,-1 0-1,36 0 17,0 0-17,0 0 1,-35 0-1,17 0 17,-17 18-17,-1-18 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8:03.66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8237 8343 0,'0'18'313,"-17"70"-282,17-70-15,0-1-16,0 36 15,0 18 1,0 176 15,0-230-31,0 72 16,0-1 0,0 0 15,17-88 109,1-35-93,35-54-31,-53 72-16,18-177 31,-18 159-31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8:10.12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8220 8467 0,'0'17'141,"0"107"-110,0-107-31,0 89 16,0 18 0,0 158 15,0-194-16,0-53 1,-18 124 15,18-88-15,0-1 0,0 71 15,0-88-16,0-35-15,0 52 16,0-52-16,0 123 31,0 0 1,0-52-1,0-37-16,0-34 1,0 0 0,-18-1 15,18 1 16,0 0-16,-17 17 47,17 88-47,-18-105-15,18 0 1000,18-18-860,-1 0-140,19 0-1,-19 0 1,1 0-16,0 0 15,17 0 1,35 0 0,-52 0 46,0 0-46,-1 0-16,1 0 15,53 0 17,-54 0-17,18 0 1,-17 0 0,106 0 15,-71 0-16,-36 0 1,54 0 15,-36 0 1,36 0-1,-54 0-16,36 0 17,-35 0-1,-1 0-15,19 0 15,-1 0 0,-17 0-15,-1 0-1,1 0 17,-1 0-1,1 0 0,0 0 0,-36 0 235,0 0-219,18-18 125,0-35-141,-17 0-15,-1-17 15,18-54 0,0 107-15,0-107-1,0 36 17,0 70-17,0-17 1,0-18-1,0 18 1,0-53 0,18 52-1,-18-17 1,0 36-16,0-36 16,17-71-1,-17 89 1,18-18-1,0-17 1,-18-107 15,17 107 1,-17 34-17,0 19-15,18-71 31,-18 70-31,18-70 32,-18 17-17,0 54-15,0-36 32,0 0-1,0 17-16,0 1 17,0 17-17,0 1 1,0-18 15,0 17-31,0 0 31,0 1 32,17-19-32,-17 19-15,18 17-1,-18-18 48,0 0-47,18 18 46,-1 53-31,-17-35-15,0 88 0,18 0 15,-18-89-16,0 107 1,0-36 0,0-70-16,0-1 0,0 19 15,0 52 1,0-35 0,0-36-16,0 36 15,-18-35 1,18-1-16,0 19 15,0-19-15,0 19 16,-17 105 15,17-88-15,0 0 0,0 105 15,0 19 0,0-36 0,0-106-15,-18 0 0,18 18-1,0 18 1,0 17-1,0-35 1,0 53 15,0-89-31,-18 54 32,18-53-17,0 35 16,0-36 1,0-34 77,-35-195-78,35 194-31,-18-176 32,18 71-1,0 70-16,0-71 1,0 107 0,18-54-1,-18 18 17,0 18-17,18-18 1,-1 18-1,-17 0 1,0 17 0,0-17 31,0 17 15,0 0-46,0-87 15,0 69-15,0-87-1,0 87 1,0 19-1,0-1 32,0 1-31,0-72 15,0 54-15,0 17-1,0-34 1,0-72 15,0 89 110,0 0-125,0-36 15,0 0 0,18 36 0,-18-53 1,0 70 61,0-17-77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8:11.66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9331 8396 0,'18'0'47,"-1"0"-32,36 0 17,-35 0-17,35 0 1,0 0 0,-36 0-16,1 0 0,70 0 15,-70 0 1,17 0-1,0 0 1,18 0 0,-35 0 15,-1 0-15,19 0-1,-19 0 1,1 0 15,0 0-15,-1 0 31,19 0-16,-19 0-16,1 0 32,17 0 78,18 0-109,18 0 15,-54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8:29.83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10178 8414 0,'0'17'125,"17"124"-94,1-88-15,17 141 15,-17-123-16,-18 0 1,0-54-16,17 54 16,-17-54-1,0 1-15,18 17 16,0 18 15,-18 71 0,0-1 1,0-70-17,0 71 17,0-19-1,-18 19-16,18-89 1,0-17 0,0 17-1,0 0 1,0 18 0,0 0-1,0-18 1,0 1-1,0-19 1,-18 36 0,18 18-1,0-18 1,0-18 0,0-17-16,0-1 31,-17 19 16,17-19-32,0 1 48,0-1-48,-18-17 32,18-35 31,0 0-62,0-177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8:31.23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10160 8555 0,'18'35'62,"-1"0"-46,-17-17-16,0 17 15,36 230 17,-36-247-32,0 87 15,0 1 1,0-88-16,0 35 16,0 176 15,0-158-16,0 17 1,0 0 15,0 88 1,0 18-1,0-88 0,0-18 0,0 18 1,0-88-32,0 0 15,-18 17 251,18 18-251,-18 0 17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8:32.55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10178 10513 0,'0'-18'63,"17"18"-48,19 0 1,105 0 15,-124 0-31,36 0 16,18 0-1,70 18 17,-71-1-17,19-17 1,-54 0 0,-17 0-16,140 18 31,-105-18-16,-35 0-15,-1 0 16,195 18 15,-194-1-15,-1-17 0,36 0 15,0 0-16,-35 0-15,17 18 32,-17-18-1,17 0 0,18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8:39.75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10901 10636 0,'0'-17'46,"53"17"-14,-18-18-17,36 18 1,52 0 15,-52 0-15,-54 0-16,1 0 0,176 0 15,-176 0 1,70 0 0,-35 0 15,-18 0-15,0 0-1,18 0 1,0 0 15,-18 0-15,18 0-1,-35-18 1,0 18 0,-1 0-1,1-17 1,-1 17-1,1 0 1,0 0 0,-1 0 156,54 0-141,-53 0 47,-1 0-62,-34 0 109,17-18-94,-18-70 0,18 53-15,0 17-16,-18-35 15,18-18 1,0-17 0,0 53-1,0-18 1,0-70-1,0 105-15,-17-194 32,17 142-17,0 52 1,-18-17 0,18-18-1,0 18 1,-18 35-16,1-89 15,17 72-15,0-18 16,-18-18 0,18-89 15,0 54-15,0-35 15,0 70-16,0 35 1,0-70 15,0 53-15,0 0 0,0-1 15,18 19-16,-18-36 1,17 0 0,19-88 15,-36 123-15,17 18 155,19 0-155,-1 0 0,53-35 15,-70 35-31,-1 0 0,1 0 16,88 0 15,35-18 0,-53 18-15,-35-18-1,53 18 17,-89 0-17,19 0 16,-19 0 16,36 0-15,-53-17-32,53 17 15,0-18 16,-35 18 1,-1 0 30,19 0-46,-19 0 15,-34 0 63,-1 0-47,18 18-16,-18-18 0,1 0-15,-19 0-1,-69 0 1,34 17 15,36-17-15,-71 18 0,88-18-1,1 0-15,-36 53 16,18-53-1,-1 0 1,19 0 0,-19 0-1,-52 0 1,70 0 0,-70 0-1,71 0-15,-1 0 16,-17 0-1,-1 0 1,1 0 15,18 0 16,-1 0 78,0 0-78,1 53 0,-1 70-31,0 36 15,18-18 0,0-17 0,0-71 1,0 17-17,0 71 16,0-88-15,0 35 0,0 18 15,0-53-15,0 35 15,0-35 0,0 0-15,0 106 15,0-88-15,0-19 15,0-16-16,18 52 17,-18-18-17,0-52 17,0 0 30,18 17-31,-18 0 1,0-17-1,0 0 109,0-1-108,0 1-32,0-1 15,0 1 1,0 17 15,-36-35 157,19 18-173,-1-18 1,-123 35 15,106-17-15,17-18-1,-53 18 17,-17-1-17,35-17 1,18 0 0,-53 0-1,-141 18 16,123 17-15,-18-35 15,71 0 1,36 0-1,-1 0-31,-35 0 31,36 0-15,-19-17 15,19 17-15,-1 0-1,-17-18 16,17 18-31,18-18 16,-35 18 0,17 0 15,-17-17-15,0-1 15,-1 18 0,1-18 16,-18 18-31,-53-35 15,89 35 0,-1 0 0,-17 0 47,35-18-46,0 1 93,17 17 78,19 0-188,-19 0 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9:06.10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13282 8520 0,'-35'-53'15,"35"17"1,-18 36 62,18 36-47,18 211 0,-18-36-15,0-193-16,-18 299 31,18-34 1,0-54-1,0-88-16,0-70 1,18 87 15,-18-140-15,0 35 0,0-18-1,0 212 16,17-176-15,-17 35 15,0-89-31,0 36 32,0-35-17,0-1 16,0-52 251,-17-53-267,17 70 1,-18 1 0,1-1 30,34 18 95,1 0-125,-1 0-1,36 0 17,36 0-17,-1 0 1,53 0-1,-124 0-15,142 18 32,-123-18-17,-19 0 1,18 0 15,-17 0-15,0 0 15,35 0 0,-36 0-15,1 0 78,17 0-63,-35-18 125,0-35-140,0 35-16,-17-105 31,-1-18 0,18-71 1,35 0-1,-35 177 0,0-18-15,0-70 15,0 105-15,18-105-1,-18 105 1,17-52-1,-17-36 1,0 70 0,0 19-1,0-1 1,0-70 0,0 70-1,0-17 1,0-18-1,0-17 1,0 52 0,0-17-1,0-1 1,0 19 0,0-36 15,0 35-16,0-17 1,0 17-16,0-17 16,0-36 15,0 54-15,0-1 15,0 0 125,-17-123-125,17 124-31,0-36 16,0 35 0,35 18 218,36 0-218,70 0-1,-53 0 1,-70 0-16,176 0 31,-159 0-15,-17 0 31,17 0-32,0 0 1,-17 0-1,52 0 17,-52 0 77,0 0-31,-1 0 32,1 0-95,-1 0 1,19 0 15,17 0 0,-36 0 16,1-17 328,35 17-359,70 0-1,-105 0 1,17 0 15,1 0-15,105 0 15,-71 0 0,-52 0-15,35 0 0,17 0 15,-34 0 0,-19 0-15,54 0-1,-1 0 17,-52 0-1,17 0 47,-35 17 94,0 1-141,0 35 0,0-18-15,0-17-16,0 35 31,0-36-15,0 18 0,0 54-1,0-72 1,0 36-1,0 0 17,0-18-17,0 1 1,0 70 15,0-54-15,0-16-1,0 52 17,18 0-1,-18-17-15,0-54-1,0 36 1,0 0-1,0 18 1,18 35 0,-18-89-16,0 54 31,17-18-15,-17-18 15,0-17-16,0 34 1,0-16 0,0-1-1,18 0 1,-1 89 15,1-71-15,-18-36-1,0 124 17,0-123-32,18 0 15,-18-1 1,17 19 15,-17-19 0,0 1 1,0 0-17,0-1 63,0 1-46,-17-1 327,17 1-343,0 17 15,17-35 172,36 0-172,18 0 1,52 0-1,18 0 0,-88 0-15,-35 0-1,0 0 17,35 0-1,-18 0-16,-18 0 1,1 0 0,35 18-1,71-18 17,-72 18-1,1-1-16,-17-17 17,-19 0-1,1 0 0,-18 18-15,0-53 140,0 17-140,0-53-1,0 1 1,0-36 0,0-17-1,0-1 1,0 18-1,53-141 17,-53 71-1,35 17 0,-35 89-15,0-54 15,0 89 0,0 0 1,0-36-1,0-52 0,0-1 0,0 54-15,0 34 15,0 19-15,0-36-1,0 17 1,0-16 0,-18 34-1,18 0 1,0 1 15,0-1-15,18 18 218,70-18-218,-52 18-1,16 0 1,-34 0-16,176-35 31,-141 35-15,-35 0 0,17-18-1,36 18 16,-54 0-15,1 0-16,17 0 31,53-17 1,-52 17-17,-19 0 16,1 0 1,-1 0-17,-34 0 142,-1 0-79,1 0-47,-1 0 31,0 0-46,1 0 15,-1 0 1,0 0-17,18 17 32,0 1 31,0 0-62,0 35 15,0 0-15,0-18-1,0 18 1,36 70 15,-19-52-15,-17-54-1,18 54 17,-18-36-17,0 18 1,18-18 15,-18-52 94,17-18-94,-17 17-15,0 0 187,0-35-172,0 18-15,0 17 15,0-34 1,0 16-1,0-34 0,0 52-31,0-17 16,0 17-1,0-52 17,0 34-1,0-17-16,0 36 1,0-1 0,0 53 93,0-17-93,53 88-1,-53-89 1,0 160 0,0-159-16,35 193 31,-35-193-16,18 105 1,-18-105 0,0 0-16,0 34 15,18 1 1,-18-35-16,0 0 0,17 105 16,-17-17-1,0-71 1,0 71-1,0-88-15,0 105 16,0-105-16,0-1 0,0 36 16,0 18-1,0-53-15,0 17 16,0 53 0,0-53-1,0 18 1,0 0-1,-17 53 1,17-88-16,-18-18 0,18 88 31,0-71 1,0 1-17,0 0 1,53-18 374,18 0-374,70 0 15,-88 0-15,-18 0 0,124 0 15,-107 0-16,-16 0 1,-19 0-16,54 17 31,35 1 1,-89-18-32,1 0 15,17 0 32,1 0-31,-19 18-1,1-18 1,-18-18 218,0-17-218,18-265 15,-1 176-15,-17 54-1,0-159 17,0 211-32,0-35 15,0 35-15,0 1 0,18-89 16,17-123 15,-35 176-15,18-36-1,17-34 17,-35 35-17,0 35 1,18 0 0,-18-18 15,0-17 0,0 71-31,17-72 31,-17 54 1,0 17-32,0 1 31,-17-18 0,-1-54 0,0 72 1,18-1-17,-17 18 1,34 0 124,54 0-108,52-18-17,19 1 17,-90 17-1,-34-18-16,53 18 1,-54 0 0,19 0-1,16 0 1,-16 0 15,17 0 0,-18 0-15,-17 0 15,-1 0 32,1 0-32,-1 0 0,1 0 16,-18 18 31,0-1 32,0 19-48,0-19-46,0 54 15,0 88 0,0-142-31,0 195 32,0-36-17,53 36 16,-53-159-15,18-53-16,-18 18 0,17 87 16,1 19-1,-18-106-15,0-1 0,18 71 16,-1 53 0,-17-123-1,0 53 1,18-36 15,-18-17-15,0 17 15,0-17-15,0 17-1,0 18 1,17 0-1,-17-18 1,0-17-16,0 34 31,0-34 1,0 0 14,0 17-30,0-17 15,36-18 188,70 17-188,-106 1-31,17-18 0,1 0 16,88 18 15,-71-1-15,18 1-1,-35-18-15,34 0 32,-34 0-17,0 0-15,17 17 32,53 1-1,-35-18-16,-35 0 1,35 0 15,0 0-15,0 18 0,17-18-1,1 0 16,-1 17 1,1-17-17,52 0 17,-35 0-1,-17 0-16,17 0 17,-17 0-17,-54 0 1,36 0 0,-35 0-1,17 18 1,-17-18-1,17 0 1,-35-18 218,0-17-218,18-35 0,17-54-1,-17 1 1,17-107 0,-35 195-1,18-53 1,-18 35-1,17-88 1,-17 123-16,0-17 16,0-53-1,0 0 1,0-18 0,0 0 15,0 88-16,0-105 1,0 87 0,0-16-1,0-1 1,0-18 0,0 53-1,0-34 1,0 16-1,0-17 1,0 36 0,0-19-1,0 19 1,0-1-16,0-35 16,0 36-1,0-19 1,0 1-1,0-18 1,0 35 0,0 1 62,0-1-47,18 18 1016,35 0-1031,-18 0-1,-17 0-15,35 0 16,-18 0-1,71 0 1,-53 0 0,35 0-1,-18 0 1,36 0 0,-71 18-1,36-18 1,-36 0-1,36 0 1,-53 17 15,34-17 1,-34 0-17,0 0 1,-1 0 31,1 0-32,17 0 17,1 0-1,-36 18 31,-36-18-15,-52 0-16,70 0-31,-34 18 16,-19-18 0,-88 17 15,106-17-15,0 0 15,36 0-16,-1 0 1,0 0 0,-17 0 15,0 0 0,0 0 0,17 0 1,-17 0-17,-1 0 17,1 0-17,18 0 1,-19 0 15,1 0 0,17 0-15,1 0 15,-1-17 0,-17 17 1,52-18 218,89 18-219,-18 0-15,-70 0-16,17 0 15,36 0 1,-36 0-1,71 0 1,-53 0 0,-18 0-1,0 0-15,36 0 16,299 0 15,-317 0-15,-35 0 62,0 0-16,-36 0 376,-70 0-422,53 0-1,-36 0 1,18 18-1,-88-18 1,70 0 0,-17 0-1,0 0 1,17 0 0,54 0-16,-1 0 62,1 0-31,-1 0-15,-17 0 15,17 0 0,-17 0-15,-18 0 15,18 0-15,17 0 78,-17 0-63,-1 0-15,-17 0-1,-17 0 16,70 53 188,0 70-188,0-52-15,0 52 0,0 159 15,0 1 0,0-266-31,0 160 31,0-54 1,0 18-17,-35 0 17,35-123-17,0 88 1,-18 0 15,18-89-15,0 71-1,0-70 1,0 70 0,0-70-1,-18 35 1,18-36 109,0 1-94,-17-18 78,-54 18-77,53-18-17,-105 35 17,52-35-1,54 0-16,-1 0 1,-35 0 0,-88 18 15,71-18-15,52 0-16,-158 0 31,158 0-31,-70 0 31,52 0-15,-34 0 15,-1 0 0,1 0 0,-18 0 1,52 0-17,-52 0 17,35 0-17,36 0 16,-1 0-15,-35 0 0,35 0 15,-17 0 0,0 0 0,0 0 32,17 0-16,0 0-32,-105 0 1,70 0 0,35 0-1,18-18 110,18 0-109,-1 1-16,1-19 31,0-16-15,-18 16-1,0-17 1,0 0 15,0 36-15,0-1 0,0-35 15,0 18 0,0 17-15,0 1-16,0-19 31,0-34 0,0 105 94,0 71-109,0 53-1,0-106 17,17-36-1,-17 19 0,0-19-15,0 18-1,-70-123 142,17-18-142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9:08.15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18997 8396 0,'71'0'62,"123"-18"-30,-124 18-17,1 0 1,-54 0-16,142 0 31,-106-17-15,-35 17 15,-1 0 0,1 0 47,17 0-46,-17 0-32,0 0 15,-18-18-15,35 18 32,-18 0 14,-17 18 95,0 123-110,0-18 1,0-34-1,0-72-31,0 124 31,0-123-31,0 158 16,0-87 15,0 34 0,0-52-15,0-1-1,0-52-15,0 176 16,0-18 15,0-52 1,0-107-17,18 89 1,-18-88-1,0 105 1,0-35 15,0-35 1,0 0-1,18-53-16,-18 18 1,17-18 15,-17 18-15,18 17 0,-18-18-1,0 1-15,18-18 110,-36 0-17,-35 0-61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9:24.30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22860 8449 0,'0'-18'31,"18"1"0,-1-19-15,36 1 15,-53 53 16,0 35 15,-17 317-30,17-352-32,0 17 0,-18 318 15,18-89 16,0-211-15,0 71 0,0-71-1,0-36-15,0 1 0,0 53 16,0-54-16,-18 160 31,1-54-15,17 1 31,0 34-32,0-70 17,0-35-1,0-35-16,0 106 17,-36-124 171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9:26.18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23812 8431 0,'18'0'63,"0"0"-47,17 18-1,36-18 16,-1 0 16,36 0-31,-71 0 0,-17 0-16,35 0 15,0 0 1,0 0-1,-36 0-15,19 0 16,-1 0 0,53 0-1,-53-18 1,18 18 0,-35 0 15,0 0 0,-1 0-15,1 0-1,-1 0 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9:39.17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23089 10583 0,'18'0'94,"123"-17"-63,-123 17-31,-1 0 0,124 0 31,-70 0-15,52-18 15,-34 18-15,-72 0-16,36 0 15,0 0 1,0 0 15,-35 0-15,-36 0 171,-35 0-155,18 0 61,35 18-77,-71-18 15,54 0-15,-36 0-1,0 0 1,35 0-16,1 0 16,-36 0-1,-18 0 1,-105 0 15,123 0-15,-35-18-1,-71 18 17,106 0-17,18 0 1,-18 0 0,-53 0 15,88 0-16,1 0-15,-1 0 32,36 0 61,35-18-61,-36 18-17,18 0 17,-17 0-17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9:41.25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23777 8484 0,'0'18'109,"35"194"-93,-35-177-1,18 194 16,17-52 1,-35-107-17,0 89 17,0-141-32,0 70 15,18-18 1,-18-52-16,0 123 15,18 35 17,-18-158-17,0 70 1,0 71 0,0-124-1,0 1 1,0-19-16,0 36 15,0 18 1,0-36 0,0-17-1,0 17 1,-18-18 0,18 1-16,0 17 31,0-17-16,0 17 1,0-52 172,0-19-173,0 19 1,0-71-1,0-89 1,-18 89 0,18 70-16,-17-70 15,-1 0 1,0-71 0,18 36-1,0-18 1,0 88-1,0-159 17,0 177-17,0-1 1,0-105 15,0 71-15,0 17-1,0-35 17,0 17-1,0 54-15,0-1-16,0-53 31,-17 54-16,17-1 17,0-17-1,0-1 0,0 19-15,0-1 46,0 1 32,0-1-63,17 18-15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29:59.03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12153 8414 0,'88'0'31,"-35"-18"-15,71 0 15,123-34 0,17 52 0,-158 0-15,-35 0 0,-36 0 15,-17 0 94,17 0-94,-17 0 0,-36 17 94,18 18-109,0-17 0,-18 17-1,-17 106 16,35-88-15,-18 53 15,18-18 1,0-70-1,0 53 0,0-18 0,0 35 1,0-18-17,0-17 1,0-35-16,0 52 31,0-34-15,18 52 15,0 35 0,-18-105-31,0 88 31,0 17 1,0-70-17,17 0 1,-17 35 15,0-35-15,0 0 15,0-18-15,0 54 15,0-36-15,0-18 15,0 35 0,0-52 0,0 35 1,0-18-17,0 18 1,0-35 93,0-1-78,0 1-15,18-18 47,0 0-32,17 18 16,-18-18-32,19 0 1,52 17 0,-70-17-1,34 18 1,-16-18-1,70 0 1,-71 0 0,0 0-1,18 0 17,-35 0-17,-1 0 48,1 0-48,17 0 17,-17 0-17,17 0 1,-17 0-1,-1 0-15,72 0 32,-36 18-17,-36-18 48,1 0-48,-18-18 48,0 0-47,-18-35 15,18 18-16,0 0 1,0-18 0,0-71 15,0 72-15,0 16-1,0-17 16,0 18-15,0-18 0,18-70 15,-18 34-15,0 1 15,0-35 0,0 70-15,0-53 15,0 71-15,0-18-1,0 18 1,0-124 15,0 35-15,0 107-1,0-89 1,0-18 15,0 107-15,0-71-1,0 70 1,0-17 0,0-1 15,0 1 0,0 17 47,0-34-46,0 16-17,0 1 1,0 17-1,0 1 1,0-19 0,0 19-1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0:31.87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3581 15522 0,'0'-17'47,"17"17"-16,36 0-15,-35 0-16,0 0 15,211 0 16,-212 0-31,1 0 0,0 0 0,229-18 16,-177 18 15,-34 0 1,-19 0-17,1 0 16,-1 0 32,1 0-47,17 0 124,-35-18-124,36 18 15,-19 0-15,1-17 62,-36 17 0,-17 0-62,0 0-1,-142 0 16,72 17-15,-54-17 15,71 18 1,52-18 46,-17 18-47,18-18-15,0 0-1,17 0 48,1 0-48,-1 0 1,0 0 15,1 0 79,-1 0-79,-17 0 0,17 0-15,0 0 46,36 0 110,88-18-141,53 18 1,-71 0-1,-53 0 0,-17 0 0,17-18 1,-17 18-1,-1 0-16,1-17 17,17 17-17,1 0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2:49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3563 14340 0,'-18'0'47,"18"53"-16,0 18-16,0 17 1,-17 141 15,-1-105-15,18-107-16,0 19 16,0 52 15,0 0-16,0-35 17,0-18 30,0 54-31,0-72 1,18-17-1,-18 18 0,0-36 125,0 1-140,0-54 0,0-282 15,0 194-15,0 142-16,0-18 15,0-54 16,0 72-15,0-19 15,0-34 1,0 52-17,-18 1 16,18-36 1,0 106 140,0 0-157,35 70 16,-35-35-15,0 36 0,0-1-1,0-105-15,-17 158 32,17-105-1,0-54 0,0 19 0,0-1-15,0 0 0,0-17-16,0 35 31,0-18-16,0-17 1,0-1 47,0 1-48,17-18 141,1 0-124,17 0-17,-17 0 17,-18 18-1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2:52.76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4586 15505 0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3:04.05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3545 9437 0,'18'0'140,"0"0"-124,70 0 15,-53 0-15,18 0 0,-18 0-1,106 0 1,-105 0-1,17 0 1,-36 0 0,19 0-1,17 17 1,-36-17 0,1 0-1,52 0 16,-52 18-15,0-18 0,123 18 15,-106-18-15,36 0-1,-54 0-15,107 17 31,-107-17-31,19 0 16,-19 0 0,36 0 15,-35 0-15,-1 0-1,54 0 16,-18 0-15,-35 0 0,87 0 15,-69 0-15,17 0-1,35 0 16,-71 0 1,19 0-17,122-17 17,-87-1-17,-18 18 1,0 0 15,123 0 0,-105 0-15,17 0 0,0 0 15,0 0-16,-52 0 17,-1 0-1,35 0 0,19 0-15,-72 0-1,124 0 1,-52 0 15,-54 0-15,18 0 0,0 0-1,35 0 1,-53 0-1,-17 0-15,17 0 16,0 0 0,89 0-1,-71 0 1,35 0 0,18 0-1,0 0 1,-71 0-1,-17 0-15,-1 0 16,18 0 0,18 0-1,0 0 1,-17 0 0,16 0-1,37 0 1,-36 0-1,-18 0 1,18 0 0,70-18 15,-70 18-15,-35 0-16,-1-17 15,195 17 16,-194 0-31,52 0 16,1 0 0,70-35 15,-53 17-15,-35 18-1,123 0 16,-158 0-15,17 0 0,106-18 15,-88 18-15,-17 0-1,105 0 16,-88 0-15,-18 0 0,88 0 15,-70 0-15,-35 0-1,141 0 16,-124 0-15,0 0 0,106 0 15,-35 0-15,-70 0-1,175 0 16,-123 0-15,-70 0 0,0 0-16,158 0 31,-88 0-15,-70 0-1,158 0 16,-158 0-31,35 0 16,53 0 0,-89 0-16,124 0 31,-123 0-31,141 0 31,-71 0-15,106 0 15,-141 0-15,-35 0-16,35 0 15,70 0 17,36 0-1,-89 0-16,89 0 17,35 0-1,-176 0-31,193 0 31,-122 0-15,-1 0-1,0 0 1,35 0 15,-70 0-15,0 0 0,177 18 15,-213-18-31,213 18 15,-213-18 1,1 0-16,158 0 16,-158 0-1,176 17 17,0-17-17,-176 0 1,123 0-1,-124 0 1,1 0-16,70 0 16,-35 0 15,-35 0-15,35 0-1,176 0 1,-159 0-1,107 0 1,-160 0-16,107 0 16,70 35-1,-176-35-15,35 0 16,35 0 0,35 0-1,195 0 16,-301 0-31,72 0 16,-54 0 0,194 0 15,-211 0-31,35 0 16,53 0-1,140 0 16,37 0 1,-266-17-32,283 17 31,-106 0 0,-176 0-31,211 0 31,-52 0 1,-107 0-17,71 0 17,-123 0-32,193 0 31,-87 0-16,-106 0-15,176 0 32,-71 0-17,159 0 17,-52 0-1,-213 0-31,177 0 31,89 0 0,-160 0-15,-17 0 0,70 0 15,89 0 0,-248 0-31,1 0 0,176 0 16,-176 0-1,-1 0-15,160 0 16,-160 0-16,1 0 16,229 0-1,-229 0 1,193 0-1,-193 0 1,176 0 0,-106 0-1,71 0 1,-18 0 0,-18 0-1,142 0 1,-212 0-1,53-18 1,17 18 0,-105 0-16,247-17 15,-213 17 1,37 0 0,-54 0-1,177 0 16,-160 0-15,37-18 0,69 18 15,-87 0-15,-53 0-16,17 0 15,141 0 16,-123 0-15,0 0 0,-35 0-16,123 0 31,-88 0-15,-36 0-1,1 0 1,0 0 15,17 0-15,36 0 15,-54 0-15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3:38.5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4480 14323 0,'0'35'109,"0"0"-93,0 18-1,0 124 16,-17-142-15,17 35 0,0 72 15,0-90-15,0-34-1,0 35 16,0-18-15,0 18 0,0 18 15,0-18-15,0-36-1,0 89 16,0-88-15,0 17 15,0 0 1,0-17-17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3:39.8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4498 13229 0,'0'18'109,"0"17"-93,0-17-16,-18 17 16,1 141 15,17-158-15,0 35-1,0-35-15,0 158 31,0-123-15,0-35-16,0-1 16,0 107 15,0-107-15,0 1-1,0 35 16,0-36-15,0 1-16,0 70 31,0-35 1,0-35-32,0-1 15,0 1 16,17-18 48,-17-35-33,-17-36-46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3:40.5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4498 13212 0,'0'35'63,"-18"0"-47,18 18-1,0 123 16,0-140-15,-17 17 0,17 52-1,0-52 1,0-35 0,0 0-1,0-1-15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3:43.9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4498 13229 0,'18'0'266,"-1"0"-235,1-17 0,-1 17-15,19 0 15,17-18 0,-36 18 1,1 0-1,17 0 0,18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3:45.9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4516 13247 0,'17'0'125,"36"-18"-94,-35 18-31,35 0 31,-36 0 0,19 0 1,-1 0-17,0 0 17,-17 0 46,-1 0-63,1 0 17,53 0-1,-36 0-16,0 0 1,0 0 15,-17 0 1,53 0-1,-36 0 0,18 0 0,-18 18-15,36-18 15,-54 0 0,1 0 32,0 0-47,-1 0 15,1 0-16,52 0 1,1 0 0,-53 0-16,105 0 31,-105 0-15,17 0-1,36 0 1,-54 0-1,54 0 1,-36 0 0,18 0-1,-35 0 17,-1 0-17,71 0 16,-52 0-15,-19 0-16,19 17 31,-19-17 1,1 0-32,17 0 31,36 0 0,-18 0 0,-18 0 1,-17 0 46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3:47.3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4427 13282 0,'18'0'94,"0"0"-79,52 0 17,1 0-1,-54 0-16,19 0 1,17 0 15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3:50.6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6403 13229 0,'0'35'109,"0"1"-93,0 17-1,0 17 1,0 36 15,0-88-15,0 17-1,0 0 1,0 18 15,0-18-15,18-35-16,-18 53 16,0-35-1,0 53 1,0-54-1,17 107 17,1-19-17,-18-16 17,0-54-17,0-17 1,17 17-1,-17 0 1,0 0 0,0 18-1,18-17 17,-18-19-17,0 19 16,0-19-15,0 1-16,0 35 16,0 141-1,0-177-15,-18-17 0,18 36 16,0-1 0,0 0 15,0-17-16,0-1 17,0 19-1,0 17 0,0 53 0,0-71-15,0 18 0,0 0-1,0-36 1,0 1 46,0 0-46,0-1 187,0 18-172,0 1-15,0-1 0,0-17-16,0 35 31,0-89 78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3:51.9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6421 13317 0,'-18'0'31,"18"18"0,0 0-15,0 193 0,0-193-1,0 0-15,18 299 16,-1-299-1,18 282 1,-35-283-16,18 195 31,-18-194-15,0-1-16,18 107 16,-18-107-1,0 19 1,0 16-1,0 1 1,0-35-16,17 35 16,-17-35-16,0 140 15,0-69 17,0-72-17,0 36 16,0 0-15,0-35 0,0 17-1,0-17 17,0-1 30,0 54-31,0-54-15,0 1 0,0 35 15,0-35 109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3:54.1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6421 15505 0,'52'0'110,"90"-18"-79,-125 18-31,36 0 16,-35 0-16,52 0 15,71 0 17,-105 0-1,-19 0-16,1 0 17,0 0-17,-18 18-15,35-18 32,18 0-1,-18 0-16,0 0 17,1 0-1,17 17 0,-36-17 0,18 0 1,-17 0-1,0 0-15,-36 18 202,-17-18-202,0 0 0,-124 0 15,124 0-16,-1 0 1,19 0-16,-19 0 16,-69 0 15,87 0-15,0 0-1,-52 0 16,34 0-15,1 0 0,0 0 15,17 0-31,1 0 31,-1 0 79,0 0-64,1 0-14,-1 0 140,0 0-94,-35 0-47,36 0 0,-1-18 172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5:59.7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7444 15557 0,'0'-17'78,"17"-36"-47,-17 35-31,18-52 31,0 34-15,-1 1-1,-17 0 1,18 17 15,-18 1-15,0-19 0,17 1 15,-17-53 0,0 70-15,0 1-16,18-19 15,-18 1 1,0-18 0,0 35 15,0-17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6:03.6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7497 15557 0,'0'-35'62,"0"0"-46,0-53-1,0 17 1,0 54-16,-18-107 16,18 89-1,0-18 1,0 35 0,0-17-1,0 0 1,-18-36 15,18 53-15,0-52-1,0 17 1,0-18 0,0-52-1,0 88 1,0-18-1,0 35-15,0-17 16,0 17-16,0-88 16,0 71-1,0 17-15,0-34 16,0-19 0,0 53-16,0-70 15,0 35 1,0 0-1,0-17 1,0-18 0,0 52-1,0 19 1,0-1 0,0 0-16,0-17 46,0 17-30,0-34 0,-17 16-1,17 19-15,0-1 16,0-17 0,0-18-1,0 35 1,0 1 15,0-1 0,0 0 79,0-35-95,-18 53-15,18-17 16,0-1 15,-18 0 32,18-17-32,18 35 360,0 0-360,17 0 0,53 0 0,36-17 1,17-1-1,-124 18-31,36 0 31,-35 0-15,17 0-1,89 0 17,-54 0-1,-17 18 0,0-18-15,-18 0 15,1 0 0,-19 0-31,18 17 16,-52-17 218,17 18-203,-18-18-15,-17 0 0,17 0 15,1 0-15,-19 0-1,-17 17 16,-70-17 1,70 0-17,-35 0 1,70 0-16,1 0 16,-36 0 15,35 0-31,-17 0 31,-18 0 0,35 0-15,-52 0 15,-19 0 0,72 0-15,-71 0 15,70 18-15,0-18 0,-35 0 15,36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6:06.3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8273 13194 0,'0'18'157,"0"34"-142,0-34 1,0 0 0,0 88 15,0-54-16,0-34 1,0 70 15,0-70 1,0 0-1,0 34 0,-18-16-15,18 17 15,0-18-15,0 0-1,0 71 16,-18-18 1,18 0-1,-17 1 0,17-36-15,-18 17-1,18-52 1,0 17 15,0 36-15,0-54 0,0 1-16,0 17 15,0 18 1,0 0-1,0 0 1,0-35 0,0-1-16,0 1 15,0-1-15,0 36 16,0 0 0,0-35-1,0 35 1,0-18-1,0 0 1,0 36 0,0-53-1,0-1-15,0 19 16,0 16 0,0 19-1,0-53 1,0 52-1,0 18 1,0 1 0,0-72-1,18-17 454,-1 18-453,19-18-1,-19 0 1,1 17 0,0-17-16,176 18 31,-106-18-16,-35 18 1,88-1 15,-106-17-15,89 18 15,-107-18-31,107 18 31,-89-18-15,-17 0 31,17 0-16,0 0 0,-17 0 16,-54 0 110,-16 0-142,34 0 1,-17 0-16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6:08.3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8202 15540 0,'18'0'47,"17"0"-31,-17 0-16,17 0 16,318 0 15,-336 0-31,89 0 31,53 0 0,-141 0-31,123 0 32,-106 0-17,18 0 282,-18 0-266,-17 0-15,-1 0 0,1 0 30,-18 17 48,-35-17-78,-18 53-1,-88-17 1,123-36 0,-211 0-1,211 0 1,-88 0 0,53 0 15,18 0 0,-53 0 0,70 0-15,-17 0 0,53 0 312,-1 0-281,36 0-16,0-18-16,53 18 17,-88 0-32,-1 0 0,160 0 31,-124 0-15,88 0 15,-106 0-16,-17 0 17,34 0-1,-34 0-15,17 0-1,1 0 16,-19 0 63,-17-18-31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6:11.2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8467 15557 0,'-18'0'94,"53"0"-31,265-70-32,-265 70-31,-17 0 0,70-35 15,212-36 17,-282 71-1,17 0 16,-17 0-32,-18-35 298,0-177-282,17 212-31,1-264 31,17-1 1,-17 247-32,-18-176 31,18 141-15,-18 18-1,0-18 16,0 36-31,17-89 32,-17 18-17,0-36 17,0 71-1,0-17 0,0 17 0,0-18-15,0 53 0,-17-70-1,17 35 16,0 36-15,0-1 0,0-17 15,0 17-15,0-17-1,0 17 1,0 1-1,0-19 1,0 1 15,0 17 94,52 18 0,-34-17-109,88 17 0,-18 0-1,-70 0-15,105 0 31,-105 0-15,105 0 0,-87 0-1,-19 0-15,19 0 16,-1 0 0,-18 0-1,1 0 16,0 0-15,-1 0 0,1 0-1,17 0 1,36 17 15,-71 1 32,-35-18-48,17 0 1,-35 0 0,35 0-16,-193 0 31,140 0-16,-52 0 17,-1 0-1,107 0-15,-54 0 15,36 0 0,17 0-15,-17 0 15,0-18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6:22.7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10283 13264 0,'-17'18'31,"-1"17"-15,1 54 15,17-37-16,0-16 1,0 105 15,0-71-15,0 1 0,0 70 15,0 0 0,0-88-15,0 53 15,0-53-15,0 35-1,0 53 16,0-53-15,0 36 15,0 17 1,0-106-17,0 18 1,0 53 15,0 35 0,0-17 1,0-36-1,17-53-16,-17 18 17,0-71 140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6:27.5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10319 15540 0,'35'0'94,"18"0"-63,-35 0-15,17 0 0,35 0-1,-34 0 1,70 0 0,-89 0-1,36 0 1,-35 0-1,52 0 1,-34 0 0,-1 0-1,0 0 1,-17 0-16,35 0 16,-36 0-1,1 0 1,0 0-16,17 0 15,53 0 1,-53 0 0,1 0 15,-19 0-15,1 0-1,52 0 1,-52 0-1,0 0 1,35 0 0,0 0 15,-18 0-15,-18 0-1,1-18 1,17 18 15,1 0 0,-19-17 1,1 17-1,0 0 0,-1 0 0,1 0-15,-1-18 0,1 18 46,0 0-31,-1 0 1,1 0 1264,0 0-1280,-1 0 0,1 0-1,0 0 1,35 0 0,-36 0 15,1 0 109,-1 0-124,1 0 15,17 0 1,1 0-17,-19 0 16,1 0 16,0 0-15,-1 0 327,1 0-297,-1 0-46,1 0 0,17 0 15,-17 0 31,0 0 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6:33.5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12347 15505 0,'0'-36'125,"0"19"-110,0-19 1,0-17-1,0-52 1,-17 69 0,17 19-16,0-36 15,0 0 1,0-71 0,0 107-16,0-19 15,0-34 1,0 17-1,0 35-15,0 1 0,0-195 32,0 159-17,0 0 1,-18-53 15,0 1 0,1-19 1,17 54-17,0-19 1,-18-34 15,0 35 0,18 35 1,-17 0-17,17 18 1,-18-107 15,18 37 0,0 52-15,0 17 15,0 19 1,18 17 93,70 0-94,0 0-16,-17 0 1,-54 0-16,124 17 31,-123-17-31,0 0 0,17 0 16,53 36 0,124-36 15,-124 0 0,-35 35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6:46.6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12594 13264 0,'18'0'47,"17"0"-16,124 0-16,-142 0 1,89 0 0,0 0 15,-35 0-15,17 0-1,35 0 1,-105 0-16,53 0 15,70 0 17,-106 0-1,-17 0-15,17 0-1,18 0 1,53 0 15,-53 0-15,-18 0-1,-18 0 1,19 0 15,-19 0-15,1 0-1,17 0 32,1 0-15,-19 0-32,-34 0 375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7:10.7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14164 13212 0,'-18'0'110,"1"52"-79,-1 1 0,0 18-15,1 246 15,17-158-15,0 18 15,0-1 0,0 0 0,17-52 1,-17-1-1,18 18 0,0 71 0,-1-71 1,-17-53-1,18-88-15,-18 18-16,18 35 31,-18 17 0,0-52-31,17 17 16,-17-17-1,18-18 126,-18 35-125,18 1-1,-18-19 1,0-34 62,0-125-62,-18 125-16,18-1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7:11.7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14076 13317 0,'0'36'78,"0"158"-47,0-177-31,0 71 16,0 142-1,17-230-15,-17 17 0,0 1 0,71 388 32,-71-389-32,0 36 15,18 0 1,-18-35-16,35 123 31,-35-88-15,0-35-16,0-1 15,18 212 17,-1-211-32,-17 70 15,0 1 1,18-89-16,-1 70 31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7:18.4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14146 14958 0,'0'17'47,"0"36"-32,0 18 1,0 17-1,0-70-15,0 88 16,18-71 0,-18 0-1,0-17 1,0 17 15,18-35 63,140 0-63,-52 0-15,18 0-1,87 0 17,-158 0-17,0 0 1,-18 0 15,36 0 0,-18 0-15,0 0 15,-35 18 1,-1-18-1,-34 17 31,-1-17-15,0 0 31,18-17-31,0-19-31,0-69 31,-17 52-32,-1-53 1,18 88 0,0-52-1,0 17 16,0 35-15,-18-53 0,1 1 15,17 52-15,0-17-1,0 0 1,0-18-1,0-53 1,0 71 0,-18-36-1,18 36 1,-18-36 0,18 54-16,0-19 15,0-34 1,0 52-16,0-35 15,0-53 17,0 89-32,0-18 15,0-36 1,0-70 15,0 88-15,18 18-1,-18-18 17,0 17-17,0 19 1,0-54 15,0 36-15,0 17-1,18-87 17,-18 87-17,0 0 17,0 1-17,0-1 16,17 0 63,-17 1-78,18 17 171,0 0-155,-1 0-1,54 0 0,17 0 0,18 0 1,-71 0-17,0 0 16,18 0-15,0 0 0,-35 0-16,70-18 31,-35 18-15,35-18-1,-35 18 16,-35 0 1,17 0-1,0 0-15,-17 0 15,52 0 0,-34 0-15,-19 0 15,-17 18 235,0 0-251,0 52 1,0-52-1,0 70 1,0-70 0,0 52-1,0-52 1,0 35 0,0-36-1,0 54 1,0-53-1,0 35 1,0-36 0,0 19-1,0 16 1,0 37 0,0-54-1,0 0 1,18 18-1,-18 53 1,0 0 15,18-89-15,-18 1-16,0 0 0,17 70 16,-17-70-1,18 87 1,-18-87-1,0 123 1,0-106 0,18-35-16,-18 36 0,0 17 15,17 17 1,-17-52-16,18 88 16,-18-71-1,0 0 1,0 18-1,0-35-15,0 70 16,0-70 0,0-1-16,0 1 15,0 17 1,0 0 0,0-17 15,17 0 47,-17-1-47,18-17 32,-18 18 109,0 35-141,18-53-16,-18 17 17,0 1 15,0 0-16,-36-18 172,-16 0-187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7:22.4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16228 15293 0,'17'35'94,"19"-35"-63,34 18 0,-34-18-15,105 17 15,-141 1-31,17-18 16,1 0-1,141 0 17,-71 0-17,-70 0-15,17 0 16,53 0 15,-53 0-15,18 0-1,0 0 17,-35 0-17,-1 0 32,-52-35 141,17-89-157,1-17 0,17 53-15,0 70-16,0-87 15,0 16 32,0 1-31,0 71 0,0-36-1,0 0 16,0 17-15,0 1 0,0-35-1,0-19 1,17-16 15,-17 16 0,0 36 1,0 36-32,0-36 15,0 35 1,18-17 0,-18 0-1,0 17 1,0-35-1,0 18 17,18 17-17,-18 1-15,0-72 32,17 19-17,-17 52 16,0 1-15,0-36 15,18 35-31,-18-17 16,18-36 15,-18 54-15,0-1 15,-18 18 47,0-18-47,1 18 1,-1-17-17,-17 17 17,35-18-17,-18 18 1,1 0 15,34 0 63,18 0-79,1-18 1,87 1 15,-105 17-15,158 0 15,-141 0-15,36 0-1,53 0 17,-72 0-17,-34 0 1,17 0 15,-17 0 0,0 0 1,-1 0-17,-17 35 142,0 0-142,0 18 1,0-18-1,0 177 17,36 17-1,16-17 0,-52-71-15,18-141-16,-18 141 15,18 89 17,-18-195-17,0 0 1,0 89 15,0 52 0,0-158-31,35 158 32,-35-123-17,0-18 1,0 106 15,0-88-15,0-17-1,0-19 17,0 1-1,0-1 0,-18-17 32,-70-123-48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7:23.2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17074 13388 0,'0'53'94,"0"-18"-78,0-17-16,0 52 15,71 265 17,-53-246-17,-1 34 1,1-17 15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7:28.0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18027 15540 0,'18'0'31,"17"0"-16,53 0 17,36-18-17,-107 18-15,195-17 32,-195 17-32,36 0 31,0 0 0,35 0-15,-35 0 15,-35 0-15,53 0-1,-36 0 16,-17 0 1,-18-18 93,0-17-110,0-89 1,0-140 15,17-19 0,-17 89 1,0 53-1,-17 71-15,17 52-16,0-35 15,0-88 16,0 0 1,0 53-17,0-18 17,0 71-17,0-107 16,0 19 1,0 88-1,0-1-15,0 1 46,0-53-31,0 70 1,0 1-17,17 17 63,18 0-46,54 0-1,-36 0-16,-36 0 1,54 0 0,52 17 15,-87-17-15,52 0-1,-35 0 16,-36 0 1,1 0-17,-18 18-15,18-18 16,17 0 0,-18 0-1,1 0 1,0 0-1,17 0 1,-17 0 0,-1 0-1,19 0 1,16 0 0,-34 0 30,0 0-30,-1 0-16,-17-18 297,0 1-266,0 34 157,0 19-157,0 17 0,0-18-15,0 0-1,0 36 17,0 17-1,0 18 0,0-89-31,0 1 0,0 0 16,0-1-16,0 19 15,0-19-15,0 107 32,0 17-1,0 0 0,0-18 0,0 36 1,0-53-1,0-36-15,0 19-1,0 69 16,0-87-15,0 17 15,0-35-15,0 18 15,0-36 0,18-17 1,-18 17-1,0-18 47,18 1 0,-18 0-47,0-1-15,0 1 0,-18 0 421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9:05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19914 15452 0,'36'0'79,"34"0"-64,-35 0 1,124 0 15,0 0-15,17 0-1,36 35 17,-141-35-17,-1 0 1,142 0 15,-195 0-31,1 0 0,123 0 31,-106 0-15,1 0 15,-19 0 0,19 0 1,-19 0-17,1 0-15,52 0 16,-34 0 15,-19 0 16,54-18-31,-53 18-1,17 0 1,-18 0 15,1 0-15,70 0-1,-70 0 1,-18-17 0,18 17-1,17 0 95,-17 0 77,-1 0-124,1 0-1,52 0-31,-52 0-15,70 0 0,-70 0-1,52 0 1,-52 0 0,0 0-1,-1 0 1,-17-18 140,-17 0-140,-1-35-1,18-35 1,0 53 0,0-36-1,0 54-15,0-36 16,0 35-16,0-105 15,0 87 1,0-52 0,0 18-1,0-107 17,0 142-17,0-18 1,-18-123 15,1 105-15,17 54-16,0-1 15,0-70 17,-18 35-17,18 18 1,0 17-16,0-141 31,0 142-31,0-142 31,-35 53 1,35 88-17,0 1-15,0-54 31,0 53-15,-18-70 0,18 53-1,0-53 17,0 70-1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9:11.7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22119 13282 0,'53'0'110,"53"-18"-63,-53 18-32,106 0 17,-142 0-32,195 0 15,-194 0 1,140 0 15,-140 0-31,141 0 31,-18 0 1,53-17-1,-18-1 0,-158 18-31,52 0 31,19 0 1,16 0-1,-69 0-16,-19 0 17,36-17-1,0 17 0,-35 0 0,-1 0-15,36 0 15,-17 0-15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9:37.5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23865 13388 0,'0'0'0,"-17"0"15,17-18 17,0 71 30,0-35-46,0 211-1,0-105 1,0-107-16,0 177 16,0 36-1,0-213-15,0 336 16,35-247 0,-17 17-1,-1-52 1,-17-54-16,18-17 0,-18 36 15,18-1 1,-18-17 0,0-1-1,0 1-15,0 35 32,0-18 30,0 18-31,0 106 1,17-142-32,-17 1 15,0 17 1,0-17-16,0 70 31,18-88 94,105 0-94,-87 0-31,140 0 32,-123 0-17,88 0 16,-17 0 1,-107 0-32,1 0 31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7-09T00:39:47.3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23883 13212 0,'-18'0'78,"1"35"1,17 0-64,-71 106 16,71-88 1,18-53 171,-1-35-172,1 17-15,-18-17-1,0 17 1,18-52 0,-1-18 15,-17 176 109,18-18-108,0-17-1,-18 0-15,0-35-16,0 88 31,0-89-16,0-70 110,0-35-109,0 18 15,0 52 1,0 0-1,-18 18 31,0 0-46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24" name="Google Shape;2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14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32" name="Google Shape;2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5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6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50" name="Google Shape;25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7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58" name="Google Shape;2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8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66" name="Google Shape;2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9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b="1"/>
              <a:t>NRZ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Two different voltages for 0 and 1 bits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Voltage constant during bit interval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No transition (i.e. no return to zero voltage)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Options: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1. Absence of voltage for zero, constant positive voltage for one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2. More often, negative voltage for one value and positive for the other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00"/>
              <a:buNone/>
            </a:pPr>
            <a:r>
              <a:rPr lang="en-US" sz="1400" b="1"/>
              <a:t>NRZI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Inverted on ones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Constant voltage pulse for duration of bit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Data encoded as presence or absence of signal transition at beginning of bit time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(low to high or high to low) denotes a binary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No transition denotes binary 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An example of differential encoding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94" name="Google Shape;2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20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02" name="Google Shape;3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21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10" name="Google Shape;3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22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18" name="Google Shape;31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p23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4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26" name="Google Shape;32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24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b="1"/>
              <a:t>Manchester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in middle of each bit period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serves as clock and data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Low to high represents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High to low represents 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Used by IEEE 802.3 (Ethernet LAN)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00"/>
              <a:buNone/>
            </a:pPr>
            <a:r>
              <a:rPr lang="en-US" sz="1400" b="1"/>
              <a:t>Differential Manchester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Mid-bit transition is clocking only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at start of a bit period represents 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No transition at start of a bit period represents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This is a differential encoding scheme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Used by IEEE 802.5 (Token Ring LAN)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54" name="Google Shape;35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25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62" name="Google Shape;36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26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7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370" name="Google Shape;37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27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78" name="Google Shape;37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28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86" name="Google Shape;38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29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1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01" name="Google Shape;40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31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b="1"/>
              <a:t>Manchester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in middle of each bit period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serves as clock and data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Low to high represents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High to low represents 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Used by IEEE 802.3 (Ethernet LAN)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00"/>
              <a:buNone/>
            </a:pPr>
            <a:r>
              <a:rPr lang="en-US" sz="1400" b="1"/>
              <a:t>Differential Manchester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Mid-bit transition is clocking only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at start of a bit period represents 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No transition at start of a bit period represents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This is a differential encoding scheme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Used by IEEE 802.5 (Token Ring LAN)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2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9" name="Google Shape;42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3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" name="Google Shape;43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4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2" name="Google Shape;44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5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9" name="Google Shape;44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6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7" name="Google Shape;45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7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465" name="Google Shape;46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6" name="Google Shape;466;p37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8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9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481" name="Google Shape;48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2" name="Google Shape;482;p39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491" name="Google Shape;49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40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1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499" name="Google Shape;4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41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507" name="Google Shape;5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42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3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5" name="Google Shape;51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4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522" name="Google Shape;52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44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5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530" name="Google Shape;53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p45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6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538" name="Google Shape;53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p46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200" cy="4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0e4e4675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20e4e467503_0_0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200" cy="418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g20e4e467503_0_0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00" cy="465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7:notes"/>
          <p:cNvSpPr txBox="1">
            <a:spLocks noGrp="1"/>
          </p:cNvSpPr>
          <p:nvPr>
            <p:ph type="sldNum" idx="12"/>
          </p:nvPr>
        </p:nvSpPr>
        <p:spPr>
          <a:xfrm>
            <a:off x="3971925" y="8831263"/>
            <a:ext cx="30384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554" name="Google Shape;55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p47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200" cy="4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77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6" name="Google Shape;26;p77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7" name="Google Shape;27;p77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8" name="Google Shape;28;p7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29" name="Google Shape;29;p77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0" name="Google Shape;30;p77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1" name="Google Shape;31;p77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2" name="Google Shape;32;p77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" name="Google Shape;33;p77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" name="Google Shape;34;p77"/>
            <p:cNvSpPr/>
            <p:nvPr/>
          </p:nvSpPr>
          <p:spPr>
            <a:xfrm rot="10800000" flipH="1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5" name="Google Shape;35;p77"/>
          <p:cNvSpPr txBox="1">
            <a:spLocks noGrp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77"/>
          <p:cNvSpPr txBox="1">
            <a:spLocks noGrp="1"/>
          </p:cNvSpPr>
          <p:nvPr>
            <p:ph type="dt" idx="10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7"/>
          <p:cNvSpPr txBox="1">
            <a:spLocks noGrp="1"/>
          </p:cNvSpPr>
          <p:nvPr>
            <p:ph type="ft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7"/>
          <p:cNvSpPr txBox="1">
            <a:spLocks noGrp="1"/>
          </p:cNvSpPr>
          <p:nvPr>
            <p:ph type="sldNum" idx="12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77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D4D4D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" name="Google Shape;41;p77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gradFill>
            <a:gsLst>
              <a:gs pos="0">
                <a:srgbClr val="FFDAD4"/>
              </a:gs>
              <a:gs pos="100000">
                <a:srgbClr val="FF66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8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8"/>
          <p:cNvSpPr txBox="1"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8"/>
          <p:cNvSpPr txBox="1">
            <a:spLocks noGrp="1"/>
          </p:cNvSpPr>
          <p:nvPr>
            <p:ph type="dt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8"/>
          <p:cNvSpPr txBox="1">
            <a:spLocks noGrp="1"/>
          </p:cNvSpPr>
          <p:nvPr>
            <p:ph type="ft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8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9"/>
          <p:cNvSpPr txBox="1">
            <a:spLocks noGrp="1"/>
          </p:cNvSpPr>
          <p:nvPr>
            <p:ph type="dt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9"/>
          <p:cNvSpPr txBox="1">
            <a:spLocks noGrp="1"/>
          </p:cNvSpPr>
          <p:nvPr>
            <p:ph type="ft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9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85"/>
          <p:cNvSpPr txBox="1">
            <a:spLocks noGrp="1"/>
          </p:cNvSpPr>
          <p:nvPr>
            <p:ph type="dt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5"/>
          <p:cNvSpPr txBox="1">
            <a:spLocks noGrp="1"/>
          </p:cNvSpPr>
          <p:nvPr>
            <p:ph type="ft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5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6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6"/>
          <p:cNvSpPr txBox="1">
            <a:spLocks noGrp="1"/>
          </p:cNvSpPr>
          <p:nvPr>
            <p:ph type="body" idx="1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marL="914400" lvl="1" indent="-3124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marL="137160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marL="1828800" lvl="3" indent="-29146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marL="2286000" lvl="4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marL="2743200" lvl="5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marL="3200400" lvl="6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marL="3657600" lvl="7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marL="4114800" lvl="8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>
            <a:endParaRPr/>
          </a:p>
        </p:txBody>
      </p:sp>
      <p:sp>
        <p:nvSpPr>
          <p:cNvPr id="61" name="Google Shape;61;p86"/>
          <p:cNvSpPr txBox="1">
            <a:spLocks noGrp="1"/>
          </p:cNvSpPr>
          <p:nvPr>
            <p:ph type="body" idx="2"/>
          </p:nvPr>
        </p:nvSpPr>
        <p:spPr>
          <a:xfrm>
            <a:off x="51450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marL="914400" lvl="1" indent="-3124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marL="137160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marL="1828800" lvl="3" indent="-29146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marL="2286000" lvl="4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marL="2743200" lvl="5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marL="3200400" lvl="6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marL="3657600" lvl="7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marL="4114800" lvl="8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>
            <a:endParaRPr/>
          </a:p>
        </p:txBody>
      </p:sp>
      <p:sp>
        <p:nvSpPr>
          <p:cNvPr id="62" name="Google Shape;62;p86"/>
          <p:cNvSpPr txBox="1">
            <a:spLocks noGrp="1"/>
          </p:cNvSpPr>
          <p:nvPr>
            <p:ph type="dt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6"/>
          <p:cNvSpPr txBox="1">
            <a:spLocks noGrp="1"/>
          </p:cNvSpPr>
          <p:nvPr>
            <p:ph type="ft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6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68" name="Google Shape;68;p8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marL="914400" lvl="1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marL="1371600" lvl="2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marL="1828800" lvl="3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marL="2286000" lvl="4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marL="2743200" lvl="5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marL="3200400" lvl="6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marL="3657600" lvl="7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marL="4114800" lvl="8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>
            <a:endParaRPr/>
          </a:p>
        </p:txBody>
      </p:sp>
      <p:sp>
        <p:nvSpPr>
          <p:cNvPr id="69" name="Google Shape;69;p8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8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marL="914400" lvl="1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marL="1371600" lvl="2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marL="1828800" lvl="3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marL="2286000" lvl="4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marL="2743200" lvl="5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marL="3200400" lvl="6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marL="3657600" lvl="7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marL="4114800" lvl="8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>
            <a:endParaRPr/>
          </a:p>
        </p:txBody>
      </p:sp>
      <p:sp>
        <p:nvSpPr>
          <p:cNvPr id="71" name="Google Shape;71;p87"/>
          <p:cNvSpPr txBox="1">
            <a:spLocks noGrp="1"/>
          </p:cNvSpPr>
          <p:nvPr>
            <p:ph type="dt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7"/>
          <p:cNvSpPr txBox="1">
            <a:spLocks noGrp="1"/>
          </p:cNvSpPr>
          <p:nvPr>
            <p:ph type="ft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7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8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8"/>
          <p:cNvSpPr txBox="1">
            <a:spLocks noGrp="1"/>
          </p:cNvSpPr>
          <p:nvPr>
            <p:ph type="dt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88"/>
          <p:cNvSpPr txBox="1">
            <a:spLocks noGrp="1"/>
          </p:cNvSpPr>
          <p:nvPr>
            <p:ph type="ft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8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8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marL="914400" lvl="1" indent="-32639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marL="1371600" lvl="2" indent="-30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marL="1828800" lvl="3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marL="228600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marL="2743200" lvl="5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marL="3200400" lvl="6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marL="3657600" lvl="7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marL="4114800" lvl="8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>
            <a:endParaRPr/>
          </a:p>
        </p:txBody>
      </p:sp>
      <p:sp>
        <p:nvSpPr>
          <p:cNvPr id="82" name="Google Shape;82;p8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89"/>
          <p:cNvSpPr txBox="1">
            <a:spLocks noGrp="1"/>
          </p:cNvSpPr>
          <p:nvPr>
            <p:ph type="dt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9"/>
          <p:cNvSpPr txBox="1">
            <a:spLocks noGrp="1"/>
          </p:cNvSpPr>
          <p:nvPr>
            <p:ph type="ft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9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9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9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90" name="Google Shape;90;p90"/>
          <p:cNvSpPr txBox="1">
            <a:spLocks noGrp="1"/>
          </p:cNvSpPr>
          <p:nvPr>
            <p:ph type="dt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90"/>
          <p:cNvSpPr txBox="1">
            <a:spLocks noGrp="1"/>
          </p:cNvSpPr>
          <p:nvPr>
            <p:ph type="ft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90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1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1"/>
          <p:cNvSpPr txBox="1">
            <a:spLocks noGrp="1"/>
          </p:cNvSpPr>
          <p:nvPr>
            <p:ph type="body" idx="1"/>
          </p:nvPr>
        </p:nvSpPr>
        <p:spPr>
          <a:xfrm rot="5400000">
            <a:off x="3011488" y="188913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91"/>
          <p:cNvSpPr txBox="1">
            <a:spLocks noGrp="1"/>
          </p:cNvSpPr>
          <p:nvPr>
            <p:ph type="dt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1"/>
          <p:cNvSpPr txBox="1">
            <a:spLocks noGrp="1"/>
          </p:cNvSpPr>
          <p:nvPr>
            <p:ph type="ft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91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2"/>
          <p:cNvSpPr txBox="1">
            <a:spLocks noGrp="1"/>
          </p:cNvSpPr>
          <p:nvPr>
            <p:ph type="title"/>
          </p:nvPr>
        </p:nvSpPr>
        <p:spPr>
          <a:xfrm rot="5400000">
            <a:off x="5020469" y="2197894"/>
            <a:ext cx="5918200" cy="195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92"/>
          <p:cNvSpPr txBox="1">
            <a:spLocks noGrp="1"/>
          </p:cNvSpPr>
          <p:nvPr>
            <p:ph type="body" idx="1"/>
          </p:nvPr>
        </p:nvSpPr>
        <p:spPr>
          <a:xfrm rot="5400000">
            <a:off x="1042194" y="323057"/>
            <a:ext cx="5918200" cy="570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2"/>
          <p:cNvSpPr txBox="1">
            <a:spLocks noGrp="1"/>
          </p:cNvSpPr>
          <p:nvPr>
            <p:ph type="dt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92"/>
          <p:cNvSpPr txBox="1">
            <a:spLocks noGrp="1"/>
          </p:cNvSpPr>
          <p:nvPr>
            <p:ph type="ft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92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6"/>
          <p:cNvSpPr/>
          <p:nvPr/>
        </p:nvSpPr>
        <p:spPr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1;p76"/>
          <p:cNvSpPr/>
          <p:nvPr/>
        </p:nvSpPr>
        <p:spPr>
          <a:xfrm>
            <a:off x="800100" y="10985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" name="Google Shape;12;p76"/>
          <p:cNvSpPr/>
          <p:nvPr/>
        </p:nvSpPr>
        <p:spPr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" name="Google Shape;13;p76"/>
          <p:cNvSpPr/>
          <p:nvPr/>
        </p:nvSpPr>
        <p:spPr>
          <a:xfrm>
            <a:off x="911225" y="15208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" name="Google Shape;14;p76"/>
          <p:cNvSpPr/>
          <p:nvPr/>
        </p:nvSpPr>
        <p:spPr>
          <a:xfrm>
            <a:off x="127000" y="14478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" name="Google Shape;15;p76"/>
          <p:cNvSpPr/>
          <p:nvPr/>
        </p:nvSpPr>
        <p:spPr>
          <a:xfrm>
            <a:off x="762000" y="99060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" name="Google Shape;16;p76"/>
          <p:cNvSpPr/>
          <p:nvPr/>
        </p:nvSpPr>
        <p:spPr>
          <a:xfrm>
            <a:off x="442913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" name="Google Shape;17;p76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" name="Google Shape;18;p76"/>
          <p:cNvSpPr txBox="1"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2639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" name="Google Shape;19;p76"/>
          <p:cNvSpPr txBox="1">
            <a:spLocks noGrp="1"/>
          </p:cNvSpPr>
          <p:nvPr>
            <p:ph type="dt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" name="Google Shape;20;p76"/>
          <p:cNvSpPr txBox="1">
            <a:spLocks noGrp="1"/>
          </p:cNvSpPr>
          <p:nvPr>
            <p:ph type="ft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" name="Google Shape;21;p76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76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gradFill>
            <a:gsLst>
              <a:gs pos="0">
                <a:srgbClr val="FFDAD4"/>
              </a:gs>
              <a:gs pos="100000">
                <a:srgbClr val="FF66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" name="Google Shape;23;p76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D4D4D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9.png"/><Relationship Id="rId299" Type="http://schemas.openxmlformats.org/officeDocument/2006/relationships/customXml" Target="../ink/ink158.xml"/><Relationship Id="rId21" Type="http://schemas.openxmlformats.org/officeDocument/2006/relationships/customXml" Target="../ink/ink11.xml"/><Relationship Id="rId63" Type="http://schemas.openxmlformats.org/officeDocument/2006/relationships/customXml" Target="../ink/ink33.xml"/><Relationship Id="rId159" Type="http://schemas.openxmlformats.org/officeDocument/2006/relationships/customXml" Target="../ink/ink83.xml"/><Relationship Id="rId324" Type="http://schemas.openxmlformats.org/officeDocument/2006/relationships/image" Target="../media/image166.png"/><Relationship Id="rId366" Type="http://schemas.openxmlformats.org/officeDocument/2006/relationships/image" Target="../media/image187.png"/><Relationship Id="rId170" Type="http://schemas.openxmlformats.org/officeDocument/2006/relationships/image" Target="../media/image94.png"/><Relationship Id="rId226" Type="http://schemas.openxmlformats.org/officeDocument/2006/relationships/customXml" Target="../ink/ink119.xml"/><Relationship Id="rId268" Type="http://schemas.openxmlformats.org/officeDocument/2006/relationships/image" Target="../media/image138.png"/><Relationship Id="rId32" Type="http://schemas.openxmlformats.org/officeDocument/2006/relationships/image" Target="../media/image28.png"/><Relationship Id="rId74" Type="http://schemas.openxmlformats.org/officeDocument/2006/relationships/image" Target="../media/image48.png"/><Relationship Id="rId128" Type="http://schemas.openxmlformats.org/officeDocument/2006/relationships/customXml" Target="../ink/ink66.xml"/><Relationship Id="rId335" Type="http://schemas.openxmlformats.org/officeDocument/2006/relationships/customXml" Target="../ink/ink176.xml"/><Relationship Id="rId5" Type="http://schemas.openxmlformats.org/officeDocument/2006/relationships/customXml" Target="../ink/ink3.xml"/><Relationship Id="rId181" Type="http://schemas.openxmlformats.org/officeDocument/2006/relationships/customXml" Target="../ink/ink94.xml"/><Relationship Id="rId237" Type="http://schemas.openxmlformats.org/officeDocument/2006/relationships/customXml" Target="../ink/ink125.xml"/><Relationship Id="rId279" Type="http://schemas.openxmlformats.org/officeDocument/2006/relationships/customXml" Target="../ink/ink148.xml"/><Relationship Id="rId43" Type="http://schemas.openxmlformats.org/officeDocument/2006/relationships/customXml" Target="../ink/ink22.xml"/><Relationship Id="rId139" Type="http://schemas.openxmlformats.org/officeDocument/2006/relationships/image" Target="../media/image80.png"/><Relationship Id="rId290" Type="http://schemas.openxmlformats.org/officeDocument/2006/relationships/image" Target="../media/image149.png"/><Relationship Id="rId304" Type="http://schemas.openxmlformats.org/officeDocument/2006/relationships/image" Target="../media/image156.png"/><Relationship Id="rId346" Type="http://schemas.openxmlformats.org/officeDocument/2006/relationships/image" Target="../media/image177.png"/><Relationship Id="rId85" Type="http://schemas.openxmlformats.org/officeDocument/2006/relationships/customXml" Target="../ink/ink44.xml"/><Relationship Id="rId150" Type="http://schemas.openxmlformats.org/officeDocument/2006/relationships/customXml" Target="../ink/ink78.xml"/><Relationship Id="rId192" Type="http://schemas.openxmlformats.org/officeDocument/2006/relationships/image" Target="../media/image104.png"/><Relationship Id="rId206" Type="http://schemas.openxmlformats.org/officeDocument/2006/relationships/customXml" Target="../ink/ink108.xml"/><Relationship Id="rId248" Type="http://schemas.openxmlformats.org/officeDocument/2006/relationships/image" Target="../media/image129.png"/><Relationship Id="rId12" Type="http://schemas.openxmlformats.org/officeDocument/2006/relationships/image" Target="../media/image18.png"/><Relationship Id="rId108" Type="http://schemas.openxmlformats.org/officeDocument/2006/relationships/customXml" Target="../ink/ink56.xml"/><Relationship Id="rId315" Type="http://schemas.openxmlformats.org/officeDocument/2006/relationships/customXml" Target="../ink/ink166.xml"/><Relationship Id="rId357" Type="http://schemas.openxmlformats.org/officeDocument/2006/relationships/customXml" Target="../ink/ink187.xml"/><Relationship Id="rId54" Type="http://schemas.openxmlformats.org/officeDocument/2006/relationships/image" Target="../media/image39.png"/><Relationship Id="rId96" Type="http://schemas.openxmlformats.org/officeDocument/2006/relationships/customXml" Target="../ink/ink50.xml"/><Relationship Id="rId161" Type="http://schemas.openxmlformats.org/officeDocument/2006/relationships/customXml" Target="../ink/ink84.xml"/><Relationship Id="rId217" Type="http://schemas.openxmlformats.org/officeDocument/2006/relationships/customXml" Target="../ink/ink114.xml"/><Relationship Id="rId259" Type="http://schemas.openxmlformats.org/officeDocument/2006/relationships/customXml" Target="../ink/ink138.xml"/><Relationship Id="rId23" Type="http://schemas.openxmlformats.org/officeDocument/2006/relationships/customXml" Target="../ink/ink12.xml"/><Relationship Id="rId119" Type="http://schemas.openxmlformats.org/officeDocument/2006/relationships/image" Target="../media/image70.png"/><Relationship Id="rId270" Type="http://schemas.openxmlformats.org/officeDocument/2006/relationships/image" Target="../media/image139.png"/><Relationship Id="rId326" Type="http://schemas.openxmlformats.org/officeDocument/2006/relationships/image" Target="../media/image167.png"/><Relationship Id="rId65" Type="http://schemas.openxmlformats.org/officeDocument/2006/relationships/customXml" Target="../ink/ink34.xml"/><Relationship Id="rId130" Type="http://schemas.openxmlformats.org/officeDocument/2006/relationships/customXml" Target="../ink/ink67.xml"/><Relationship Id="rId368" Type="http://schemas.openxmlformats.org/officeDocument/2006/relationships/image" Target="../media/image188.png"/><Relationship Id="rId172" Type="http://schemas.openxmlformats.org/officeDocument/2006/relationships/image" Target="../media/image95.png"/><Relationship Id="rId228" Type="http://schemas.openxmlformats.org/officeDocument/2006/relationships/customXml" Target="../ink/ink120.xml"/><Relationship Id="rId281" Type="http://schemas.openxmlformats.org/officeDocument/2006/relationships/customXml" Target="../ink/ink149.xml"/><Relationship Id="rId337" Type="http://schemas.openxmlformats.org/officeDocument/2006/relationships/customXml" Target="../ink/ink177.xml"/><Relationship Id="rId34" Type="http://schemas.openxmlformats.org/officeDocument/2006/relationships/image" Target="../media/image29.png"/><Relationship Id="rId76" Type="http://schemas.openxmlformats.org/officeDocument/2006/relationships/image" Target="../media/image49.png"/><Relationship Id="rId141" Type="http://schemas.openxmlformats.org/officeDocument/2006/relationships/image" Target="../media/image81.png"/><Relationship Id="rId7" Type="http://schemas.openxmlformats.org/officeDocument/2006/relationships/customXml" Target="../ink/ink4.xml"/><Relationship Id="rId183" Type="http://schemas.openxmlformats.org/officeDocument/2006/relationships/customXml" Target="../ink/ink95.xml"/><Relationship Id="rId239" Type="http://schemas.openxmlformats.org/officeDocument/2006/relationships/image" Target="../media/image125.png"/><Relationship Id="rId250" Type="http://schemas.openxmlformats.org/officeDocument/2006/relationships/image" Target="../media/image130.png"/><Relationship Id="rId292" Type="http://schemas.openxmlformats.org/officeDocument/2006/relationships/image" Target="../media/image150.png"/><Relationship Id="rId306" Type="http://schemas.openxmlformats.org/officeDocument/2006/relationships/image" Target="../media/image157.png"/><Relationship Id="rId45" Type="http://schemas.openxmlformats.org/officeDocument/2006/relationships/customXml" Target="../ink/ink23.xml"/><Relationship Id="rId87" Type="http://schemas.openxmlformats.org/officeDocument/2006/relationships/customXml" Target="../ink/ink45.xml"/><Relationship Id="rId110" Type="http://schemas.openxmlformats.org/officeDocument/2006/relationships/customXml" Target="../ink/ink57.xml"/><Relationship Id="rId348" Type="http://schemas.openxmlformats.org/officeDocument/2006/relationships/image" Target="../media/image178.png"/><Relationship Id="rId152" Type="http://schemas.openxmlformats.org/officeDocument/2006/relationships/customXml" Target="../ink/ink79.xml"/><Relationship Id="rId194" Type="http://schemas.openxmlformats.org/officeDocument/2006/relationships/image" Target="../media/image105.png"/><Relationship Id="rId208" Type="http://schemas.openxmlformats.org/officeDocument/2006/relationships/customXml" Target="../ink/ink109.xml"/><Relationship Id="rId261" Type="http://schemas.openxmlformats.org/officeDocument/2006/relationships/customXml" Target="../ink/ink139.xml"/><Relationship Id="rId14" Type="http://schemas.openxmlformats.org/officeDocument/2006/relationships/image" Target="../media/image19.png"/><Relationship Id="rId56" Type="http://schemas.openxmlformats.org/officeDocument/2006/relationships/customXml" Target="../ink/ink29.xml"/><Relationship Id="rId317" Type="http://schemas.openxmlformats.org/officeDocument/2006/relationships/customXml" Target="../ink/ink167.xml"/><Relationship Id="rId359" Type="http://schemas.openxmlformats.org/officeDocument/2006/relationships/customXml" Target="../ink/ink188.xml"/><Relationship Id="rId98" Type="http://schemas.openxmlformats.org/officeDocument/2006/relationships/customXml" Target="../ink/ink51.xml"/><Relationship Id="rId121" Type="http://schemas.openxmlformats.org/officeDocument/2006/relationships/image" Target="../media/image71.png"/><Relationship Id="rId163" Type="http://schemas.openxmlformats.org/officeDocument/2006/relationships/customXml" Target="../ink/ink85.xml"/><Relationship Id="rId219" Type="http://schemas.openxmlformats.org/officeDocument/2006/relationships/customXml" Target="../ink/ink115.xml"/><Relationship Id="rId370" Type="http://schemas.openxmlformats.org/officeDocument/2006/relationships/image" Target="../media/image189.png"/><Relationship Id="rId230" Type="http://schemas.openxmlformats.org/officeDocument/2006/relationships/customXml" Target="../ink/ink121.xml"/><Relationship Id="rId25" Type="http://schemas.openxmlformats.org/officeDocument/2006/relationships/customXml" Target="../ink/ink13.xml"/><Relationship Id="rId67" Type="http://schemas.openxmlformats.org/officeDocument/2006/relationships/customXml" Target="../ink/ink35.xml"/><Relationship Id="rId272" Type="http://schemas.openxmlformats.org/officeDocument/2006/relationships/image" Target="../media/image140.png"/><Relationship Id="rId328" Type="http://schemas.openxmlformats.org/officeDocument/2006/relationships/image" Target="../media/image168.png"/><Relationship Id="rId132" Type="http://schemas.openxmlformats.org/officeDocument/2006/relationships/customXml" Target="../ink/ink68.xml"/><Relationship Id="rId174" Type="http://schemas.openxmlformats.org/officeDocument/2006/relationships/image" Target="../media/image96.png"/><Relationship Id="rId241" Type="http://schemas.openxmlformats.org/officeDocument/2006/relationships/customXml" Target="../ink/ink128.xml"/><Relationship Id="rId15" Type="http://schemas.openxmlformats.org/officeDocument/2006/relationships/customXml" Target="../ink/ink8.xml"/><Relationship Id="rId36" Type="http://schemas.openxmlformats.org/officeDocument/2006/relationships/image" Target="../media/image30.png"/><Relationship Id="rId57" Type="http://schemas.openxmlformats.org/officeDocument/2006/relationships/image" Target="../media/image40.png"/><Relationship Id="rId262" Type="http://schemas.openxmlformats.org/officeDocument/2006/relationships/image" Target="../media/image135.png"/><Relationship Id="rId283" Type="http://schemas.openxmlformats.org/officeDocument/2006/relationships/customXml" Target="../ink/ink150.xml"/><Relationship Id="rId318" Type="http://schemas.openxmlformats.org/officeDocument/2006/relationships/image" Target="../media/image163.png"/><Relationship Id="rId339" Type="http://schemas.openxmlformats.org/officeDocument/2006/relationships/customXml" Target="../ink/ink178.xml"/><Relationship Id="rId78" Type="http://schemas.openxmlformats.org/officeDocument/2006/relationships/image" Target="../media/image50.png"/><Relationship Id="rId99" Type="http://schemas.openxmlformats.org/officeDocument/2006/relationships/image" Target="../media/image60.png"/><Relationship Id="rId101" Type="http://schemas.openxmlformats.org/officeDocument/2006/relationships/image" Target="../media/image61.png"/><Relationship Id="rId122" Type="http://schemas.openxmlformats.org/officeDocument/2006/relationships/customXml" Target="../ink/ink63.xml"/><Relationship Id="rId143" Type="http://schemas.openxmlformats.org/officeDocument/2006/relationships/customXml" Target="../ink/ink74.xml"/><Relationship Id="rId164" Type="http://schemas.openxmlformats.org/officeDocument/2006/relationships/image" Target="../media/image91.png"/><Relationship Id="rId185" Type="http://schemas.openxmlformats.org/officeDocument/2006/relationships/image" Target="../media/image101.png"/><Relationship Id="rId350" Type="http://schemas.openxmlformats.org/officeDocument/2006/relationships/image" Target="../media/image179.png"/><Relationship Id="rId371" Type="http://schemas.openxmlformats.org/officeDocument/2006/relationships/customXml" Target="../ink/ink194.xml"/><Relationship Id="rId9" Type="http://schemas.openxmlformats.org/officeDocument/2006/relationships/customXml" Target="../ink/ink5.xml"/><Relationship Id="rId210" Type="http://schemas.openxmlformats.org/officeDocument/2006/relationships/customXml" Target="../ink/ink110.xml"/><Relationship Id="rId26" Type="http://schemas.openxmlformats.org/officeDocument/2006/relationships/image" Target="../media/image25.png"/><Relationship Id="rId231" Type="http://schemas.openxmlformats.org/officeDocument/2006/relationships/image" Target="../media/image122.png"/><Relationship Id="rId252" Type="http://schemas.openxmlformats.org/officeDocument/2006/relationships/customXml" Target="../ink/ink134.xml"/><Relationship Id="rId273" Type="http://schemas.openxmlformats.org/officeDocument/2006/relationships/customXml" Target="../ink/ink145.xml"/><Relationship Id="rId294" Type="http://schemas.openxmlformats.org/officeDocument/2006/relationships/image" Target="../media/image151.png"/><Relationship Id="rId308" Type="http://schemas.openxmlformats.org/officeDocument/2006/relationships/image" Target="../media/image158.png"/><Relationship Id="rId329" Type="http://schemas.openxmlformats.org/officeDocument/2006/relationships/customXml" Target="../ink/ink173.xml"/><Relationship Id="rId47" Type="http://schemas.openxmlformats.org/officeDocument/2006/relationships/customXml" Target="../ink/ink24.xml"/><Relationship Id="rId68" Type="http://schemas.openxmlformats.org/officeDocument/2006/relationships/image" Target="../media/image45.png"/><Relationship Id="rId89" Type="http://schemas.openxmlformats.org/officeDocument/2006/relationships/customXml" Target="../ink/ink46.xml"/><Relationship Id="rId112" Type="http://schemas.openxmlformats.org/officeDocument/2006/relationships/customXml" Target="../ink/ink58.xml"/><Relationship Id="rId133" Type="http://schemas.openxmlformats.org/officeDocument/2006/relationships/image" Target="../media/image77.png"/><Relationship Id="rId154" Type="http://schemas.openxmlformats.org/officeDocument/2006/relationships/image" Target="../media/image86.png"/><Relationship Id="rId175" Type="http://schemas.openxmlformats.org/officeDocument/2006/relationships/customXml" Target="../ink/ink91.xml"/><Relationship Id="rId340" Type="http://schemas.openxmlformats.org/officeDocument/2006/relationships/image" Target="../media/image174.png"/><Relationship Id="rId361" Type="http://schemas.openxmlformats.org/officeDocument/2006/relationships/customXml" Target="../ink/ink189.xml"/><Relationship Id="rId196" Type="http://schemas.openxmlformats.org/officeDocument/2006/relationships/image" Target="../media/image106.png"/><Relationship Id="rId200" Type="http://schemas.openxmlformats.org/officeDocument/2006/relationships/image" Target="../media/image108.png"/><Relationship Id="rId16" Type="http://schemas.openxmlformats.org/officeDocument/2006/relationships/image" Target="../media/image20.png"/><Relationship Id="rId221" Type="http://schemas.openxmlformats.org/officeDocument/2006/relationships/customXml" Target="../ink/ink116.xml"/><Relationship Id="rId242" Type="http://schemas.openxmlformats.org/officeDocument/2006/relationships/image" Target="../media/image126.png"/><Relationship Id="rId263" Type="http://schemas.openxmlformats.org/officeDocument/2006/relationships/customXml" Target="../ink/ink140.xml"/><Relationship Id="rId284" Type="http://schemas.openxmlformats.org/officeDocument/2006/relationships/image" Target="../media/image146.png"/><Relationship Id="rId319" Type="http://schemas.openxmlformats.org/officeDocument/2006/relationships/customXml" Target="../ink/ink168.xml"/><Relationship Id="rId37" Type="http://schemas.openxmlformats.org/officeDocument/2006/relationships/customXml" Target="../ink/ink19.xml"/><Relationship Id="rId58" Type="http://schemas.openxmlformats.org/officeDocument/2006/relationships/customXml" Target="../ink/ink30.xml"/><Relationship Id="rId79" Type="http://schemas.openxmlformats.org/officeDocument/2006/relationships/customXml" Target="../ink/ink41.xml"/><Relationship Id="rId102" Type="http://schemas.openxmlformats.org/officeDocument/2006/relationships/customXml" Target="../ink/ink53.xml"/><Relationship Id="rId123" Type="http://schemas.openxmlformats.org/officeDocument/2006/relationships/image" Target="../media/image72.png"/><Relationship Id="rId144" Type="http://schemas.openxmlformats.org/officeDocument/2006/relationships/image" Target="../media/image82.png"/><Relationship Id="rId330" Type="http://schemas.openxmlformats.org/officeDocument/2006/relationships/image" Target="../media/image169.png"/><Relationship Id="rId90" Type="http://schemas.openxmlformats.org/officeDocument/2006/relationships/image" Target="../media/image56.png"/><Relationship Id="rId165" Type="http://schemas.openxmlformats.org/officeDocument/2006/relationships/customXml" Target="../ink/ink86.xml"/><Relationship Id="rId186" Type="http://schemas.openxmlformats.org/officeDocument/2006/relationships/customXml" Target="../ink/ink97.xml"/><Relationship Id="rId351" Type="http://schemas.openxmlformats.org/officeDocument/2006/relationships/customXml" Target="../ink/ink184.xml"/><Relationship Id="rId372" Type="http://schemas.openxmlformats.org/officeDocument/2006/relationships/image" Target="../media/image190.png"/><Relationship Id="rId211" Type="http://schemas.openxmlformats.org/officeDocument/2006/relationships/image" Target="../media/image113.png"/><Relationship Id="rId232" Type="http://schemas.openxmlformats.org/officeDocument/2006/relationships/customXml" Target="../ink/ink122.xml"/><Relationship Id="rId253" Type="http://schemas.openxmlformats.org/officeDocument/2006/relationships/image" Target="../media/image131.png"/><Relationship Id="rId274" Type="http://schemas.openxmlformats.org/officeDocument/2006/relationships/image" Target="../media/image141.png"/><Relationship Id="rId295" Type="http://schemas.openxmlformats.org/officeDocument/2006/relationships/customXml" Target="../ink/ink156.xml"/><Relationship Id="rId309" Type="http://schemas.openxmlformats.org/officeDocument/2006/relationships/customXml" Target="../ink/ink163.xml"/><Relationship Id="rId27" Type="http://schemas.openxmlformats.org/officeDocument/2006/relationships/customXml" Target="../ink/ink14.xml"/><Relationship Id="rId48" Type="http://schemas.openxmlformats.org/officeDocument/2006/relationships/image" Target="../media/image36.png"/><Relationship Id="rId69" Type="http://schemas.openxmlformats.org/officeDocument/2006/relationships/customXml" Target="../ink/ink36.xml"/><Relationship Id="rId113" Type="http://schemas.openxmlformats.org/officeDocument/2006/relationships/image" Target="../media/image67.png"/><Relationship Id="rId134" Type="http://schemas.openxmlformats.org/officeDocument/2006/relationships/customXml" Target="../ink/ink69.xml"/><Relationship Id="rId320" Type="http://schemas.openxmlformats.org/officeDocument/2006/relationships/image" Target="../media/image164.png"/><Relationship Id="rId80" Type="http://schemas.openxmlformats.org/officeDocument/2006/relationships/image" Target="../media/image51.png"/><Relationship Id="rId155" Type="http://schemas.openxmlformats.org/officeDocument/2006/relationships/customXml" Target="../ink/ink81.xml"/><Relationship Id="rId176" Type="http://schemas.openxmlformats.org/officeDocument/2006/relationships/image" Target="../media/image97.png"/><Relationship Id="rId197" Type="http://schemas.openxmlformats.org/officeDocument/2006/relationships/customXml" Target="../ink/ink103.xml"/><Relationship Id="rId341" Type="http://schemas.openxmlformats.org/officeDocument/2006/relationships/customXml" Target="../ink/ink179.xml"/><Relationship Id="rId362" Type="http://schemas.openxmlformats.org/officeDocument/2006/relationships/image" Target="../media/image185.png"/><Relationship Id="rId201" Type="http://schemas.openxmlformats.org/officeDocument/2006/relationships/customXml" Target="../ink/ink105.xml"/><Relationship Id="rId222" Type="http://schemas.openxmlformats.org/officeDocument/2006/relationships/image" Target="../media/image118.png"/><Relationship Id="rId243" Type="http://schemas.openxmlformats.org/officeDocument/2006/relationships/customXml" Target="../ink/ink129.xml"/><Relationship Id="rId264" Type="http://schemas.openxmlformats.org/officeDocument/2006/relationships/image" Target="../media/image136.png"/><Relationship Id="rId285" Type="http://schemas.openxmlformats.org/officeDocument/2006/relationships/customXml" Target="../ink/ink151.xml"/><Relationship Id="rId17" Type="http://schemas.openxmlformats.org/officeDocument/2006/relationships/customXml" Target="../ink/ink9.xml"/><Relationship Id="rId38" Type="http://schemas.openxmlformats.org/officeDocument/2006/relationships/image" Target="../media/image31.png"/><Relationship Id="rId59" Type="http://schemas.openxmlformats.org/officeDocument/2006/relationships/customXml" Target="../ink/ink31.xml"/><Relationship Id="rId103" Type="http://schemas.openxmlformats.org/officeDocument/2006/relationships/image" Target="../media/image62.png"/><Relationship Id="rId124" Type="http://schemas.openxmlformats.org/officeDocument/2006/relationships/customXml" Target="../ink/ink64.xml"/><Relationship Id="rId310" Type="http://schemas.openxmlformats.org/officeDocument/2006/relationships/image" Target="../media/image159.png"/><Relationship Id="rId70" Type="http://schemas.openxmlformats.org/officeDocument/2006/relationships/image" Target="../media/image46.png"/><Relationship Id="rId91" Type="http://schemas.openxmlformats.org/officeDocument/2006/relationships/customXml" Target="../ink/ink47.xml"/><Relationship Id="rId145" Type="http://schemas.openxmlformats.org/officeDocument/2006/relationships/customXml" Target="../ink/ink75.xml"/><Relationship Id="rId166" Type="http://schemas.openxmlformats.org/officeDocument/2006/relationships/image" Target="../media/image92.png"/><Relationship Id="rId187" Type="http://schemas.openxmlformats.org/officeDocument/2006/relationships/image" Target="../media/image102.png"/><Relationship Id="rId331" Type="http://schemas.openxmlformats.org/officeDocument/2006/relationships/customXml" Target="../ink/ink174.xml"/><Relationship Id="rId35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1.xml"/><Relationship Id="rId233" Type="http://schemas.openxmlformats.org/officeDocument/2006/relationships/image" Target="../media/image123.png"/><Relationship Id="rId254" Type="http://schemas.openxmlformats.org/officeDocument/2006/relationships/customXml" Target="../ink/ink135.xml"/><Relationship Id="rId28" Type="http://schemas.openxmlformats.org/officeDocument/2006/relationships/image" Target="../media/image26.png"/><Relationship Id="rId49" Type="http://schemas.openxmlformats.org/officeDocument/2006/relationships/customXml" Target="../ink/ink25.xml"/><Relationship Id="rId114" Type="http://schemas.openxmlformats.org/officeDocument/2006/relationships/customXml" Target="../ink/ink59.xml"/><Relationship Id="rId275" Type="http://schemas.openxmlformats.org/officeDocument/2006/relationships/customXml" Target="../ink/ink146.xml"/><Relationship Id="rId296" Type="http://schemas.openxmlformats.org/officeDocument/2006/relationships/image" Target="../media/image152.png"/><Relationship Id="rId300" Type="http://schemas.openxmlformats.org/officeDocument/2006/relationships/image" Target="../media/image154.png"/><Relationship Id="rId60" Type="http://schemas.openxmlformats.org/officeDocument/2006/relationships/image" Target="../media/image41.png"/><Relationship Id="rId81" Type="http://schemas.openxmlformats.org/officeDocument/2006/relationships/customXml" Target="../ink/ink42.xml"/><Relationship Id="rId135" Type="http://schemas.openxmlformats.org/officeDocument/2006/relationships/image" Target="../media/image78.png"/><Relationship Id="rId156" Type="http://schemas.openxmlformats.org/officeDocument/2006/relationships/image" Target="../media/image87.png"/><Relationship Id="rId177" Type="http://schemas.openxmlformats.org/officeDocument/2006/relationships/customXml" Target="../ink/ink92.xml"/><Relationship Id="rId198" Type="http://schemas.openxmlformats.org/officeDocument/2006/relationships/image" Target="../media/image107.png"/><Relationship Id="rId321" Type="http://schemas.openxmlformats.org/officeDocument/2006/relationships/customXml" Target="../ink/ink169.xml"/><Relationship Id="rId342" Type="http://schemas.openxmlformats.org/officeDocument/2006/relationships/image" Target="../media/image175.png"/><Relationship Id="rId363" Type="http://schemas.openxmlformats.org/officeDocument/2006/relationships/customXml" Target="../ink/ink190.xml"/><Relationship Id="rId202" Type="http://schemas.openxmlformats.org/officeDocument/2006/relationships/image" Target="../media/image109.png"/><Relationship Id="rId223" Type="http://schemas.openxmlformats.org/officeDocument/2006/relationships/customXml" Target="../ink/ink117.xml"/><Relationship Id="rId244" Type="http://schemas.openxmlformats.org/officeDocument/2006/relationships/image" Target="../media/image127.png"/><Relationship Id="rId18" Type="http://schemas.openxmlformats.org/officeDocument/2006/relationships/image" Target="../media/image21.png"/><Relationship Id="rId39" Type="http://schemas.openxmlformats.org/officeDocument/2006/relationships/customXml" Target="../ink/ink20.xml"/><Relationship Id="rId265" Type="http://schemas.openxmlformats.org/officeDocument/2006/relationships/customXml" Target="../ink/ink141.xml"/><Relationship Id="rId286" Type="http://schemas.openxmlformats.org/officeDocument/2006/relationships/image" Target="../media/image147.png"/><Relationship Id="rId50" Type="http://schemas.openxmlformats.org/officeDocument/2006/relationships/image" Target="../media/image37.png"/><Relationship Id="rId104" Type="http://schemas.openxmlformats.org/officeDocument/2006/relationships/customXml" Target="../ink/ink54.xml"/><Relationship Id="rId125" Type="http://schemas.openxmlformats.org/officeDocument/2006/relationships/image" Target="../media/image73.png"/><Relationship Id="rId146" Type="http://schemas.openxmlformats.org/officeDocument/2006/relationships/image" Target="../media/image83.png"/><Relationship Id="rId167" Type="http://schemas.openxmlformats.org/officeDocument/2006/relationships/customXml" Target="../ink/ink87.xml"/><Relationship Id="rId188" Type="http://schemas.openxmlformats.org/officeDocument/2006/relationships/customXml" Target="../ink/ink98.xml"/><Relationship Id="rId311" Type="http://schemas.openxmlformats.org/officeDocument/2006/relationships/customXml" Target="../ink/ink164.xml"/><Relationship Id="rId332" Type="http://schemas.openxmlformats.org/officeDocument/2006/relationships/image" Target="../media/image170.png"/><Relationship Id="rId353" Type="http://schemas.openxmlformats.org/officeDocument/2006/relationships/customXml" Target="../ink/ink185.xml"/><Relationship Id="rId71" Type="http://schemas.openxmlformats.org/officeDocument/2006/relationships/customXml" Target="../ink/ink37.xml"/><Relationship Id="rId92" Type="http://schemas.openxmlformats.org/officeDocument/2006/relationships/customXml" Target="../ink/ink48.xml"/><Relationship Id="rId213" Type="http://schemas.openxmlformats.org/officeDocument/2006/relationships/image" Target="../media/image114.png"/><Relationship Id="rId234" Type="http://schemas.openxmlformats.org/officeDocument/2006/relationships/customXml" Target="../ink/ink123.xml"/><Relationship Id="rId2" Type="http://schemas.openxmlformats.org/officeDocument/2006/relationships/notesSlide" Target="../notesSlides/notesSlide24.xml"/><Relationship Id="rId29" Type="http://schemas.openxmlformats.org/officeDocument/2006/relationships/customXml" Target="../ink/ink15.xml"/><Relationship Id="rId255" Type="http://schemas.openxmlformats.org/officeDocument/2006/relationships/customXml" Target="../ink/ink136.xml"/><Relationship Id="rId276" Type="http://schemas.openxmlformats.org/officeDocument/2006/relationships/image" Target="../media/image142.png"/><Relationship Id="rId297" Type="http://schemas.openxmlformats.org/officeDocument/2006/relationships/customXml" Target="../ink/ink157.xml"/><Relationship Id="rId40" Type="http://schemas.openxmlformats.org/officeDocument/2006/relationships/image" Target="../media/image32.png"/><Relationship Id="rId115" Type="http://schemas.openxmlformats.org/officeDocument/2006/relationships/image" Target="../media/image68.png"/><Relationship Id="rId136" Type="http://schemas.openxmlformats.org/officeDocument/2006/relationships/customXml" Target="../ink/ink70.xml"/><Relationship Id="rId157" Type="http://schemas.openxmlformats.org/officeDocument/2006/relationships/customXml" Target="../ink/ink82.xml"/><Relationship Id="rId178" Type="http://schemas.openxmlformats.org/officeDocument/2006/relationships/image" Target="../media/image98.png"/><Relationship Id="rId301" Type="http://schemas.openxmlformats.org/officeDocument/2006/relationships/customXml" Target="../ink/ink159.xml"/><Relationship Id="rId322" Type="http://schemas.openxmlformats.org/officeDocument/2006/relationships/image" Target="../media/image165.png"/><Relationship Id="rId343" Type="http://schemas.openxmlformats.org/officeDocument/2006/relationships/customXml" Target="../ink/ink180.xml"/><Relationship Id="rId364" Type="http://schemas.openxmlformats.org/officeDocument/2006/relationships/image" Target="../media/image186.png"/><Relationship Id="rId61" Type="http://schemas.openxmlformats.org/officeDocument/2006/relationships/customXml" Target="../ink/ink32.xml"/><Relationship Id="rId82" Type="http://schemas.openxmlformats.org/officeDocument/2006/relationships/image" Target="../media/image52.png"/><Relationship Id="rId199" Type="http://schemas.openxmlformats.org/officeDocument/2006/relationships/customXml" Target="../ink/ink104.xml"/><Relationship Id="rId203" Type="http://schemas.openxmlformats.org/officeDocument/2006/relationships/customXml" Target="../ink/ink106.xml"/><Relationship Id="rId19" Type="http://schemas.openxmlformats.org/officeDocument/2006/relationships/customXml" Target="../ink/ink10.xml"/><Relationship Id="rId224" Type="http://schemas.openxmlformats.org/officeDocument/2006/relationships/customXml" Target="../ink/ink118.xml"/><Relationship Id="rId245" Type="http://schemas.openxmlformats.org/officeDocument/2006/relationships/customXml" Target="../ink/ink130.xml"/><Relationship Id="rId266" Type="http://schemas.openxmlformats.org/officeDocument/2006/relationships/image" Target="../media/image137.png"/><Relationship Id="rId287" Type="http://schemas.openxmlformats.org/officeDocument/2006/relationships/customXml" Target="../ink/ink152.xml"/><Relationship Id="rId30" Type="http://schemas.openxmlformats.org/officeDocument/2006/relationships/image" Target="../media/image27.png"/><Relationship Id="rId105" Type="http://schemas.openxmlformats.org/officeDocument/2006/relationships/image" Target="../media/image63.png"/><Relationship Id="rId126" Type="http://schemas.openxmlformats.org/officeDocument/2006/relationships/customXml" Target="../ink/ink65.xml"/><Relationship Id="rId147" Type="http://schemas.openxmlformats.org/officeDocument/2006/relationships/customXml" Target="../ink/ink76.xml"/><Relationship Id="rId168" Type="http://schemas.openxmlformats.org/officeDocument/2006/relationships/image" Target="../media/image93.png"/><Relationship Id="rId312" Type="http://schemas.openxmlformats.org/officeDocument/2006/relationships/image" Target="../media/image160.png"/><Relationship Id="rId333" Type="http://schemas.openxmlformats.org/officeDocument/2006/relationships/customXml" Target="../ink/ink175.xml"/><Relationship Id="rId354" Type="http://schemas.openxmlformats.org/officeDocument/2006/relationships/image" Target="../media/image181.png"/><Relationship Id="rId51" Type="http://schemas.openxmlformats.org/officeDocument/2006/relationships/customXml" Target="../ink/ink26.xml"/><Relationship Id="rId72" Type="http://schemas.openxmlformats.org/officeDocument/2006/relationships/image" Target="../media/image47.png"/><Relationship Id="rId93" Type="http://schemas.openxmlformats.org/officeDocument/2006/relationships/image" Target="../media/image57.png"/><Relationship Id="rId189" Type="http://schemas.openxmlformats.org/officeDocument/2006/relationships/customXml" Target="../ink/ink99.xml"/><Relationship Id="rId3" Type="http://schemas.openxmlformats.org/officeDocument/2006/relationships/customXml" Target="../ink/ink2.xml"/><Relationship Id="rId214" Type="http://schemas.openxmlformats.org/officeDocument/2006/relationships/customXml" Target="../ink/ink112.xml"/><Relationship Id="rId235" Type="http://schemas.openxmlformats.org/officeDocument/2006/relationships/customXml" Target="../ink/ink124.xml"/><Relationship Id="rId256" Type="http://schemas.openxmlformats.org/officeDocument/2006/relationships/image" Target="../media/image132.png"/><Relationship Id="rId277" Type="http://schemas.openxmlformats.org/officeDocument/2006/relationships/customXml" Target="../ink/ink147.xml"/><Relationship Id="rId298" Type="http://schemas.openxmlformats.org/officeDocument/2006/relationships/image" Target="../media/image153.png"/><Relationship Id="rId116" Type="http://schemas.openxmlformats.org/officeDocument/2006/relationships/customXml" Target="../ink/ink60.xml"/><Relationship Id="rId137" Type="http://schemas.openxmlformats.org/officeDocument/2006/relationships/image" Target="../media/image79.png"/><Relationship Id="rId158" Type="http://schemas.openxmlformats.org/officeDocument/2006/relationships/image" Target="../media/image88.png"/><Relationship Id="rId302" Type="http://schemas.openxmlformats.org/officeDocument/2006/relationships/image" Target="../media/image155.png"/><Relationship Id="rId323" Type="http://schemas.openxmlformats.org/officeDocument/2006/relationships/customXml" Target="../ink/ink170.xml"/><Relationship Id="rId344" Type="http://schemas.openxmlformats.org/officeDocument/2006/relationships/image" Target="../media/image176.png"/><Relationship Id="rId20" Type="http://schemas.openxmlformats.org/officeDocument/2006/relationships/image" Target="../media/image22.png"/><Relationship Id="rId41" Type="http://schemas.openxmlformats.org/officeDocument/2006/relationships/customXml" Target="../ink/ink21.xml"/><Relationship Id="rId62" Type="http://schemas.openxmlformats.org/officeDocument/2006/relationships/image" Target="../media/image42.png"/><Relationship Id="rId83" Type="http://schemas.openxmlformats.org/officeDocument/2006/relationships/customXml" Target="../ink/ink43.xml"/><Relationship Id="rId179" Type="http://schemas.openxmlformats.org/officeDocument/2006/relationships/customXml" Target="../ink/ink93.xml"/><Relationship Id="rId365" Type="http://schemas.openxmlformats.org/officeDocument/2006/relationships/customXml" Target="../ink/ink191.xml"/><Relationship Id="rId190" Type="http://schemas.openxmlformats.org/officeDocument/2006/relationships/image" Target="../media/image103.png"/><Relationship Id="rId204" Type="http://schemas.openxmlformats.org/officeDocument/2006/relationships/image" Target="../media/image110.png"/><Relationship Id="rId225" Type="http://schemas.openxmlformats.org/officeDocument/2006/relationships/image" Target="../media/image119.png"/><Relationship Id="rId246" Type="http://schemas.openxmlformats.org/officeDocument/2006/relationships/image" Target="../media/image128.png"/><Relationship Id="rId267" Type="http://schemas.openxmlformats.org/officeDocument/2006/relationships/customXml" Target="../ink/ink142.xml"/><Relationship Id="rId288" Type="http://schemas.openxmlformats.org/officeDocument/2006/relationships/image" Target="../media/image148.png"/><Relationship Id="rId106" Type="http://schemas.openxmlformats.org/officeDocument/2006/relationships/customXml" Target="../ink/ink55.xml"/><Relationship Id="rId127" Type="http://schemas.openxmlformats.org/officeDocument/2006/relationships/image" Target="../media/image74.png"/><Relationship Id="rId313" Type="http://schemas.openxmlformats.org/officeDocument/2006/relationships/customXml" Target="../ink/ink165.xml"/><Relationship Id="rId10" Type="http://schemas.openxmlformats.org/officeDocument/2006/relationships/image" Target="../media/image17.png"/><Relationship Id="rId31" Type="http://schemas.openxmlformats.org/officeDocument/2006/relationships/customXml" Target="../ink/ink16.xml"/><Relationship Id="rId52" Type="http://schemas.openxmlformats.org/officeDocument/2006/relationships/image" Target="../media/image38.png"/><Relationship Id="rId73" Type="http://schemas.openxmlformats.org/officeDocument/2006/relationships/customXml" Target="../ink/ink38.xml"/><Relationship Id="rId94" Type="http://schemas.openxmlformats.org/officeDocument/2006/relationships/customXml" Target="../ink/ink49.xml"/><Relationship Id="rId148" Type="http://schemas.openxmlformats.org/officeDocument/2006/relationships/customXml" Target="../ink/ink77.xml"/><Relationship Id="rId169" Type="http://schemas.openxmlformats.org/officeDocument/2006/relationships/customXml" Target="../ink/ink88.xml"/><Relationship Id="rId334" Type="http://schemas.openxmlformats.org/officeDocument/2006/relationships/image" Target="../media/image171.png"/><Relationship Id="rId355" Type="http://schemas.openxmlformats.org/officeDocument/2006/relationships/customXml" Target="../ink/ink186.xml"/><Relationship Id="rId4" Type="http://schemas.openxmlformats.org/officeDocument/2006/relationships/image" Target="../media/image14.png"/><Relationship Id="rId180" Type="http://schemas.openxmlformats.org/officeDocument/2006/relationships/image" Target="../media/image99.png"/><Relationship Id="rId215" Type="http://schemas.openxmlformats.org/officeDocument/2006/relationships/customXml" Target="../ink/ink113.xml"/><Relationship Id="rId236" Type="http://schemas.openxmlformats.org/officeDocument/2006/relationships/image" Target="../media/image124.png"/><Relationship Id="rId257" Type="http://schemas.openxmlformats.org/officeDocument/2006/relationships/customXml" Target="../ink/ink137.xml"/><Relationship Id="rId278" Type="http://schemas.openxmlformats.org/officeDocument/2006/relationships/image" Target="../media/image143.png"/><Relationship Id="rId303" Type="http://schemas.openxmlformats.org/officeDocument/2006/relationships/customXml" Target="../ink/ink160.xml"/><Relationship Id="rId42" Type="http://schemas.openxmlformats.org/officeDocument/2006/relationships/image" Target="../media/image33.png"/><Relationship Id="rId84" Type="http://schemas.openxmlformats.org/officeDocument/2006/relationships/image" Target="../media/image53.png"/><Relationship Id="rId138" Type="http://schemas.openxmlformats.org/officeDocument/2006/relationships/customXml" Target="../ink/ink71.xml"/><Relationship Id="rId345" Type="http://schemas.openxmlformats.org/officeDocument/2006/relationships/customXml" Target="../ink/ink181.xml"/><Relationship Id="rId191" Type="http://schemas.openxmlformats.org/officeDocument/2006/relationships/customXml" Target="../ink/ink100.xml"/><Relationship Id="rId205" Type="http://schemas.openxmlformats.org/officeDocument/2006/relationships/customXml" Target="../ink/ink107.xml"/><Relationship Id="rId247" Type="http://schemas.openxmlformats.org/officeDocument/2006/relationships/customXml" Target="../ink/ink131.xml"/><Relationship Id="rId107" Type="http://schemas.openxmlformats.org/officeDocument/2006/relationships/image" Target="../media/image64.png"/><Relationship Id="rId289" Type="http://schemas.openxmlformats.org/officeDocument/2006/relationships/customXml" Target="../ink/ink153.xml"/><Relationship Id="rId11" Type="http://schemas.openxmlformats.org/officeDocument/2006/relationships/customXml" Target="../ink/ink6.xml"/><Relationship Id="rId53" Type="http://schemas.openxmlformats.org/officeDocument/2006/relationships/customXml" Target="../ink/ink27.xml"/><Relationship Id="rId149" Type="http://schemas.openxmlformats.org/officeDocument/2006/relationships/image" Target="../media/image84.png"/><Relationship Id="rId314" Type="http://schemas.openxmlformats.org/officeDocument/2006/relationships/image" Target="../media/image161.png"/><Relationship Id="rId356" Type="http://schemas.openxmlformats.org/officeDocument/2006/relationships/image" Target="../media/image182.png"/><Relationship Id="rId95" Type="http://schemas.openxmlformats.org/officeDocument/2006/relationships/image" Target="../media/image58.png"/><Relationship Id="rId160" Type="http://schemas.openxmlformats.org/officeDocument/2006/relationships/image" Target="../media/image89.png"/><Relationship Id="rId216" Type="http://schemas.openxmlformats.org/officeDocument/2006/relationships/image" Target="../media/image115.png"/><Relationship Id="rId258" Type="http://schemas.openxmlformats.org/officeDocument/2006/relationships/image" Target="../media/image133.png"/><Relationship Id="rId22" Type="http://schemas.openxmlformats.org/officeDocument/2006/relationships/image" Target="../media/image23.png"/><Relationship Id="rId64" Type="http://schemas.openxmlformats.org/officeDocument/2006/relationships/image" Target="../media/image43.png"/><Relationship Id="rId118" Type="http://schemas.openxmlformats.org/officeDocument/2006/relationships/customXml" Target="../ink/ink61.xml"/><Relationship Id="rId325" Type="http://schemas.openxmlformats.org/officeDocument/2006/relationships/customXml" Target="../ink/ink171.xml"/><Relationship Id="rId367" Type="http://schemas.openxmlformats.org/officeDocument/2006/relationships/customXml" Target="../ink/ink192.xml"/><Relationship Id="rId171" Type="http://schemas.openxmlformats.org/officeDocument/2006/relationships/customXml" Target="../ink/ink89.xml"/><Relationship Id="rId227" Type="http://schemas.openxmlformats.org/officeDocument/2006/relationships/image" Target="../media/image120.png"/><Relationship Id="rId269" Type="http://schemas.openxmlformats.org/officeDocument/2006/relationships/customXml" Target="../ink/ink143.xml"/><Relationship Id="rId33" Type="http://schemas.openxmlformats.org/officeDocument/2006/relationships/customXml" Target="../ink/ink17.xml"/><Relationship Id="rId129" Type="http://schemas.openxmlformats.org/officeDocument/2006/relationships/image" Target="../media/image75.png"/><Relationship Id="rId280" Type="http://schemas.openxmlformats.org/officeDocument/2006/relationships/image" Target="../media/image144.png"/><Relationship Id="rId336" Type="http://schemas.openxmlformats.org/officeDocument/2006/relationships/image" Target="../media/image172.png"/><Relationship Id="rId75" Type="http://schemas.openxmlformats.org/officeDocument/2006/relationships/customXml" Target="../ink/ink39.xml"/><Relationship Id="rId140" Type="http://schemas.openxmlformats.org/officeDocument/2006/relationships/customXml" Target="../ink/ink72.xml"/><Relationship Id="rId182" Type="http://schemas.openxmlformats.org/officeDocument/2006/relationships/image" Target="../media/image100.png"/><Relationship Id="rId6" Type="http://schemas.openxmlformats.org/officeDocument/2006/relationships/image" Target="../media/image15.png"/><Relationship Id="rId238" Type="http://schemas.openxmlformats.org/officeDocument/2006/relationships/customXml" Target="../ink/ink126.xml"/><Relationship Id="rId291" Type="http://schemas.openxmlformats.org/officeDocument/2006/relationships/customXml" Target="../ink/ink154.xml"/><Relationship Id="rId305" Type="http://schemas.openxmlformats.org/officeDocument/2006/relationships/customXml" Target="../ink/ink161.xml"/><Relationship Id="rId347" Type="http://schemas.openxmlformats.org/officeDocument/2006/relationships/customXml" Target="../ink/ink182.xml"/><Relationship Id="rId44" Type="http://schemas.openxmlformats.org/officeDocument/2006/relationships/image" Target="../media/image34.png"/><Relationship Id="rId86" Type="http://schemas.openxmlformats.org/officeDocument/2006/relationships/image" Target="../media/image54.png"/><Relationship Id="rId151" Type="http://schemas.openxmlformats.org/officeDocument/2006/relationships/image" Target="../media/image85.png"/><Relationship Id="rId193" Type="http://schemas.openxmlformats.org/officeDocument/2006/relationships/customXml" Target="../ink/ink101.xml"/><Relationship Id="rId207" Type="http://schemas.openxmlformats.org/officeDocument/2006/relationships/image" Target="../media/image111.png"/><Relationship Id="rId249" Type="http://schemas.openxmlformats.org/officeDocument/2006/relationships/customXml" Target="../ink/ink132.xml"/><Relationship Id="rId13" Type="http://schemas.openxmlformats.org/officeDocument/2006/relationships/customXml" Target="../ink/ink7.xml"/><Relationship Id="rId109" Type="http://schemas.openxmlformats.org/officeDocument/2006/relationships/image" Target="../media/image65.png"/><Relationship Id="rId260" Type="http://schemas.openxmlformats.org/officeDocument/2006/relationships/image" Target="../media/image134.png"/><Relationship Id="rId316" Type="http://schemas.openxmlformats.org/officeDocument/2006/relationships/image" Target="../media/image162.png"/><Relationship Id="rId55" Type="http://schemas.openxmlformats.org/officeDocument/2006/relationships/customXml" Target="../ink/ink28.xml"/><Relationship Id="rId97" Type="http://schemas.openxmlformats.org/officeDocument/2006/relationships/image" Target="../media/image59.png"/><Relationship Id="rId120" Type="http://schemas.openxmlformats.org/officeDocument/2006/relationships/customXml" Target="../ink/ink62.xml"/><Relationship Id="rId358" Type="http://schemas.openxmlformats.org/officeDocument/2006/relationships/image" Target="../media/image183.png"/><Relationship Id="rId162" Type="http://schemas.openxmlformats.org/officeDocument/2006/relationships/image" Target="../media/image90.png"/><Relationship Id="rId218" Type="http://schemas.openxmlformats.org/officeDocument/2006/relationships/image" Target="../media/image116.png"/><Relationship Id="rId271" Type="http://schemas.openxmlformats.org/officeDocument/2006/relationships/customXml" Target="../ink/ink144.xml"/><Relationship Id="rId24" Type="http://schemas.openxmlformats.org/officeDocument/2006/relationships/image" Target="../media/image24.png"/><Relationship Id="rId66" Type="http://schemas.openxmlformats.org/officeDocument/2006/relationships/image" Target="../media/image44.png"/><Relationship Id="rId131" Type="http://schemas.openxmlformats.org/officeDocument/2006/relationships/image" Target="../media/image76.png"/><Relationship Id="rId327" Type="http://schemas.openxmlformats.org/officeDocument/2006/relationships/customXml" Target="../ink/ink172.xml"/><Relationship Id="rId369" Type="http://schemas.openxmlformats.org/officeDocument/2006/relationships/customXml" Target="../ink/ink193.xml"/><Relationship Id="rId173" Type="http://schemas.openxmlformats.org/officeDocument/2006/relationships/customXml" Target="../ink/ink90.xml"/><Relationship Id="rId229" Type="http://schemas.openxmlformats.org/officeDocument/2006/relationships/image" Target="../media/image121.png"/><Relationship Id="rId240" Type="http://schemas.openxmlformats.org/officeDocument/2006/relationships/customXml" Target="../ink/ink127.xml"/><Relationship Id="rId35" Type="http://schemas.openxmlformats.org/officeDocument/2006/relationships/customXml" Target="../ink/ink18.xml"/><Relationship Id="rId77" Type="http://schemas.openxmlformats.org/officeDocument/2006/relationships/customXml" Target="../ink/ink40.xml"/><Relationship Id="rId100" Type="http://schemas.openxmlformats.org/officeDocument/2006/relationships/customXml" Target="../ink/ink52.xml"/><Relationship Id="rId282" Type="http://schemas.openxmlformats.org/officeDocument/2006/relationships/image" Target="../media/image145.png"/><Relationship Id="rId338" Type="http://schemas.openxmlformats.org/officeDocument/2006/relationships/image" Target="../media/image173.png"/><Relationship Id="rId8" Type="http://schemas.openxmlformats.org/officeDocument/2006/relationships/image" Target="../media/image16.png"/><Relationship Id="rId142" Type="http://schemas.openxmlformats.org/officeDocument/2006/relationships/customXml" Target="../ink/ink73.xml"/><Relationship Id="rId184" Type="http://schemas.openxmlformats.org/officeDocument/2006/relationships/customXml" Target="../ink/ink96.xml"/><Relationship Id="rId251" Type="http://schemas.openxmlformats.org/officeDocument/2006/relationships/customXml" Target="../ink/ink133.xml"/><Relationship Id="rId46" Type="http://schemas.openxmlformats.org/officeDocument/2006/relationships/image" Target="../media/image35.png"/><Relationship Id="rId293" Type="http://schemas.openxmlformats.org/officeDocument/2006/relationships/customXml" Target="../ink/ink155.xml"/><Relationship Id="rId307" Type="http://schemas.openxmlformats.org/officeDocument/2006/relationships/customXml" Target="../ink/ink162.xml"/><Relationship Id="rId349" Type="http://schemas.openxmlformats.org/officeDocument/2006/relationships/customXml" Target="../ink/ink183.xml"/><Relationship Id="rId88" Type="http://schemas.openxmlformats.org/officeDocument/2006/relationships/image" Target="../media/image55.png"/><Relationship Id="rId111" Type="http://schemas.openxmlformats.org/officeDocument/2006/relationships/image" Target="../media/image66.png"/><Relationship Id="rId153" Type="http://schemas.openxmlformats.org/officeDocument/2006/relationships/customXml" Target="../ink/ink80.xml"/><Relationship Id="rId195" Type="http://schemas.openxmlformats.org/officeDocument/2006/relationships/customXml" Target="../ink/ink102.xml"/><Relationship Id="rId209" Type="http://schemas.openxmlformats.org/officeDocument/2006/relationships/image" Target="../media/image112.png"/><Relationship Id="rId360" Type="http://schemas.openxmlformats.org/officeDocument/2006/relationships/image" Target="../media/image184.png"/><Relationship Id="rId220" Type="http://schemas.openxmlformats.org/officeDocument/2006/relationships/image" Target="../media/image1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>
            <a:spLocks noGrp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/>
              <a:t>CSE 320/EEE361</a:t>
            </a:r>
            <a:br>
              <a:rPr lang="en-US" sz="4000" b="1"/>
            </a:br>
            <a:r>
              <a:rPr lang="en-US" sz="4000" b="1"/>
              <a:t>Data Communications</a:t>
            </a:r>
            <a:r>
              <a:rPr lang="en-US" sz="4000" b="1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11" name="Google Shape;111;p1"/>
          <p:cNvSpPr txBox="1">
            <a:spLocks noGrp="1"/>
          </p:cNvSpPr>
          <p:nvPr>
            <p:ph type="subTitle" idx="1"/>
          </p:nvPr>
        </p:nvSpPr>
        <p:spPr>
          <a:xfrm>
            <a:off x="1443038" y="408305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Digital Transmission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Chapter 4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Recap Previous Lecture</a:t>
            </a:r>
            <a:endParaRPr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898620" y="2128838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342900" algn="l" rtl="0">
              <a:lnSpc>
                <a:spcPct val="1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Digital data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</a:pPr>
            <a:endParaRPr/>
          </a:p>
          <a:p>
            <a:pPr marL="342900" lvl="0" indent="-22098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342900" algn="l" rtl="0">
              <a:lnSpc>
                <a:spcPct val="5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Analog data</a:t>
            </a:r>
            <a:endParaRPr/>
          </a:p>
          <a:p>
            <a:pPr marL="342900" lvl="0" indent="-220980" algn="l" rtl="0">
              <a:lnSpc>
                <a:spcPct val="5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220980" algn="l" rtl="0">
              <a:lnSpc>
                <a:spcPct val="5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220980" algn="l" rtl="0">
              <a:lnSpc>
                <a:spcPct val="5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220980" algn="l" rtl="0">
              <a:lnSpc>
                <a:spcPct val="5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  <p:grpSp>
        <p:nvGrpSpPr>
          <p:cNvPr id="120" name="Google Shape;120;p2"/>
          <p:cNvGrpSpPr/>
          <p:nvPr/>
        </p:nvGrpSpPr>
        <p:grpSpPr>
          <a:xfrm>
            <a:off x="3873500" y="2045494"/>
            <a:ext cx="3057525" cy="1238250"/>
            <a:chOff x="2554" y="1206"/>
            <a:chExt cx="1926" cy="780"/>
          </a:xfrm>
        </p:grpSpPr>
        <p:sp>
          <p:nvSpPr>
            <p:cNvPr id="121" name="Google Shape;121;p2"/>
            <p:cNvSpPr/>
            <p:nvPr/>
          </p:nvSpPr>
          <p:spPr>
            <a:xfrm>
              <a:off x="2554" y="1206"/>
              <a:ext cx="159" cy="780"/>
            </a:xfrm>
            <a:prstGeom prst="leftBrace">
              <a:avLst>
                <a:gd name="adj1" fmla="val 40881"/>
                <a:gd name="adj2" fmla="val 5000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2637" y="1270"/>
              <a:ext cx="1843" cy="7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ahoma"/>
                <a:buChar char="•"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Digital Signal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marL="0" marR="0" lvl="0" indent="0" algn="l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ahoma"/>
                <a:buChar char="•"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Analog Signal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3873500" y="3652838"/>
            <a:ext cx="3057525" cy="1238250"/>
            <a:chOff x="2557" y="2147"/>
            <a:chExt cx="1926" cy="780"/>
          </a:xfrm>
        </p:grpSpPr>
        <p:sp>
          <p:nvSpPr>
            <p:cNvPr id="124" name="Google Shape;124;p2"/>
            <p:cNvSpPr/>
            <p:nvPr/>
          </p:nvSpPr>
          <p:spPr>
            <a:xfrm>
              <a:off x="2557" y="2147"/>
              <a:ext cx="159" cy="780"/>
            </a:xfrm>
            <a:prstGeom prst="leftBrace">
              <a:avLst>
                <a:gd name="adj1" fmla="val 40881"/>
                <a:gd name="adj2" fmla="val 5000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2640" y="2211"/>
              <a:ext cx="1843" cy="7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ahoma"/>
                <a:buChar char="•"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Digital Signal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marL="0" marR="0" lvl="0" indent="0" algn="l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ahoma"/>
                <a:buChar char="•"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Analog Signal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32" name="Google Shape;132;p3"/>
          <p:cNvSpPr txBox="1"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>
                <a:solidFill>
                  <a:schemeClr val="hlink"/>
                </a:solidFill>
              </a:rPr>
              <a:t>Digital Data, Digital Signal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Less expensive and less complex than digital to analog modulation.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>
                <a:solidFill>
                  <a:schemeClr val="hlink"/>
                </a:solidFill>
              </a:rPr>
              <a:t>Digital Data, Analog Signals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Some transmission media, such as optical fiber and unguided media , will only propagate analog signals.</a:t>
            </a:r>
            <a:endParaRPr/>
          </a:p>
          <a:p>
            <a:pPr marL="742950" lvl="1" indent="-187959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endParaRPr/>
          </a:p>
        </p:txBody>
      </p:sp>
      <p:sp>
        <p:nvSpPr>
          <p:cNvPr id="133" name="Google Shape;133;p3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Encoding Techniques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>
            <a:spLocks noGrp="1"/>
          </p:cNvSpPr>
          <p:nvPr>
            <p:ph type="ctrTitle"/>
          </p:nvPr>
        </p:nvSpPr>
        <p:spPr>
          <a:xfrm>
            <a:off x="742950" y="516341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Digital Data 🡪 Digital Signal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1214508" y="3493330"/>
            <a:ext cx="7096125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2080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76"/>
              <a:buFont typeface="Noto Sans Symbols"/>
              <a:buChar char="▪"/>
            </a:pPr>
            <a:r>
              <a:rPr lang="en-US" sz="28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Coding</a:t>
            </a:r>
            <a:endParaRPr sz="28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- </a:t>
            </a:r>
            <a:r>
              <a:rPr lang="en-US" sz="24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Diffrent Line Coding Schemes</a:t>
            </a:r>
            <a:endParaRPr sz="2400" b="1" i="1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2080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76"/>
              <a:buFont typeface="Noto Sans Symbols"/>
              <a:buChar char="▪"/>
            </a:pPr>
            <a:r>
              <a:rPr lang="en-US" sz="28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Coding</a:t>
            </a:r>
            <a:endParaRPr sz="28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2080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76"/>
              <a:buFont typeface="Noto Sans Symbols"/>
              <a:buChar char="▪"/>
            </a:pPr>
            <a:r>
              <a:rPr lang="en-US" sz="28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Scrambling</a:t>
            </a:r>
            <a:endParaRPr sz="28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419225" y="2138496"/>
            <a:ext cx="524509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 Encoding Techniques:</a:t>
            </a:r>
            <a:endParaRPr sz="3200" b="1" i="0" u="sng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214508" y="5587706"/>
            <a:ext cx="777733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Line coding is always needed; block coding and scrambling may or may not be needed.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9" name="Google Shape;149;p5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Digital Data, Digital Signal</a:t>
            </a:r>
            <a:endParaRPr/>
          </a:p>
        </p:txBody>
      </p:sp>
      <p:sp>
        <p:nvSpPr>
          <p:cNvPr id="150" name="Google Shape;150;p5"/>
          <p:cNvSpPr txBox="1"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Digital signal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Discrete, discontinuous voltage pulses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Each pulse is a signal element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Binary data encoded into signal elements</a:t>
            </a:r>
            <a:endParaRPr/>
          </a:p>
          <a:p>
            <a:pPr marL="342900" lvl="0" indent="-22098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  <p:pic>
        <p:nvPicPr>
          <p:cNvPr id="151" name="Google Shape;151;p5" descr="Noise"/>
          <p:cNvPicPr preferRelativeResize="0"/>
          <p:nvPr/>
        </p:nvPicPr>
        <p:blipFill rotWithShape="1">
          <a:blip r:embed="rId3">
            <a:alphaModFix/>
          </a:blip>
          <a:srcRect l="-1364" t="-31" r="-5797" b="72360"/>
          <a:stretch/>
        </p:blipFill>
        <p:spPr>
          <a:xfrm>
            <a:off x="493713" y="4429125"/>
            <a:ext cx="8001000" cy="1846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1320800" y="798513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Line Coding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22288" y="1908175"/>
            <a:ext cx="8621712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Line coding is the process of converting binary data, a sequence of bits, to a digital signal.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0" y="3124200"/>
            <a:ext cx="89154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1" u="none" strike="noStrike" cap="non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888" y="3248025"/>
            <a:ext cx="8148637" cy="2497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0" y="3657600"/>
            <a:ext cx="381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0" y="2797175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Signal Vs Data Element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2075" y="1922463"/>
            <a:ext cx="6199188" cy="4503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793750" y="387350"/>
            <a:ext cx="7867650" cy="14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Pulse /Modulation /Signal/ Baud Rate  versus Bit 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66688" y="1949450"/>
            <a:ext cx="8458200" cy="201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00"/>
              <a:buFont typeface="Tahoma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pulse rate defines the number of pulses/signals sent in one second. Also known as </a:t>
            </a:r>
            <a:r>
              <a:rPr lang="en-US" sz="2800" b="0" i="0" u="none" strike="noStrike" cap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Baud Rate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folHlink"/>
              </a:buClr>
              <a:buSzPts val="2800"/>
              <a:buFont typeface="Tahoma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bit rate defines the number of bits per second.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5863" y="4614863"/>
            <a:ext cx="4267200" cy="111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87" name="Google Shape;187;p9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Digital Data 🡪 Digital Signal</a:t>
            </a:r>
            <a:endParaRPr/>
          </a:p>
        </p:txBody>
      </p:sp>
      <p:sp>
        <p:nvSpPr>
          <p:cNvPr id="188" name="Google Shape;188;p9"/>
          <p:cNvSpPr txBox="1">
            <a:spLocks noGrp="1"/>
          </p:cNvSpPr>
          <p:nvPr>
            <p:ph type="body" idx="1"/>
          </p:nvPr>
        </p:nvSpPr>
        <p:spPr>
          <a:xfrm>
            <a:off x="1150938" y="1690048"/>
            <a:ext cx="7772400" cy="5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Receiver needs to know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Timing of bits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Signal levels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Factors affecting successful interpretation of signals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Baseline Wandering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DC Components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Self-synchronization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Built in Error Detection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Immunity to Noise and Interference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Complexity</a:t>
            </a:r>
            <a:endParaRPr sz="2400"/>
          </a:p>
          <a:p>
            <a:pPr marL="342900" lvl="0" indent="-23622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94" name="Google Shape;194;p10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BaseLine Wandering</a:t>
            </a:r>
            <a:endParaRPr/>
          </a:p>
        </p:txBody>
      </p:sp>
      <p:sp>
        <p:nvSpPr>
          <p:cNvPr id="195" name="Google Shape;195;p10"/>
          <p:cNvSpPr txBox="1"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Receiver calculates the running average of received signal power.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Average = baseline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A log strings of 0’s and 1’s can cause a drift in the baseline making it difficult for the receiver to decode properly.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01" name="Google Shape;201;p11"/>
          <p:cNvSpPr txBox="1">
            <a:spLocks noGrp="1"/>
          </p:cNvSpPr>
          <p:nvPr>
            <p:ph type="title"/>
          </p:nvPr>
        </p:nvSpPr>
        <p:spPr>
          <a:xfrm>
            <a:off x="1350963" y="436729"/>
            <a:ext cx="7793037" cy="980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DC Components</a:t>
            </a:r>
            <a:endParaRPr/>
          </a:p>
        </p:txBody>
      </p:sp>
      <p:sp>
        <p:nvSpPr>
          <p:cNvPr id="202" name="Google Shape;202;p11"/>
          <p:cNvSpPr txBox="1">
            <a:spLocks noGrp="1"/>
          </p:cNvSpPr>
          <p:nvPr>
            <p:ph type="body" idx="1"/>
          </p:nvPr>
        </p:nvSpPr>
        <p:spPr>
          <a:xfrm>
            <a:off x="1174750" y="1789113"/>
            <a:ext cx="7772400" cy="468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When the voltage level in a digital signal is constant for a while, the spectrum creates very low frequencies (results of Fourier analysis). 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If the signal is to pass through a system (such as a transformer) that does not allow the passage of a dc component, the signal is distorted and may create errors in the output.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This component is extra energy residing on the line and is useless. 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798513" y="946150"/>
            <a:ext cx="4724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Self-Synchronization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948720" y="1789113"/>
            <a:ext cx="7772400" cy="468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receiver’s bit intervals must correspond exactly to the senders bit intervals.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 receiver clock is faster or slower, the bit intervals are not matched and the receiver might misinterpret the signals.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2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sldNum" idx="1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fld id="{00000000-1234-1234-1234-123412341234}" type="slidenum">
              <a:rPr lang="en-US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13"/>
          <p:cNvCxnSpPr/>
          <p:nvPr/>
        </p:nvCxnSpPr>
        <p:spPr>
          <a:xfrm>
            <a:off x="152400" y="533400"/>
            <a:ext cx="8763000" cy="0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218;p13"/>
          <p:cNvCxnSpPr/>
          <p:nvPr/>
        </p:nvCxnSpPr>
        <p:spPr>
          <a:xfrm>
            <a:off x="152400" y="1371600"/>
            <a:ext cx="8763000" cy="0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9" name="Google Shape;219;p13"/>
          <p:cNvSpPr txBox="1"/>
          <p:nvPr/>
        </p:nvSpPr>
        <p:spPr>
          <a:xfrm>
            <a:off x="304800" y="762000"/>
            <a:ext cx="507841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4.3 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 of lack of synchronization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13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1" name="Google Shape;22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388" y="1600200"/>
            <a:ext cx="6627812" cy="427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28" name="Google Shape;228;p14"/>
          <p:cNvSpPr/>
          <p:nvPr/>
        </p:nvSpPr>
        <p:spPr>
          <a:xfrm>
            <a:off x="784225" y="630238"/>
            <a:ext cx="427672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Self-Synchronization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696913" y="2011362"/>
            <a:ext cx="7983537" cy="423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2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self-synchronizing digital signal includes timing information in the data being transmitted. </a:t>
            </a:r>
            <a:endParaRPr sz="2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322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can be achieved if there are transitions in the signal that alert the receiver to the beginning, middle, or end of the pulse. </a:t>
            </a:r>
            <a:endParaRPr sz="2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322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 receiver’s clock is out of synchronization, these points can reset the clock.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36" name="Google Shape;23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513" y="2244725"/>
            <a:ext cx="7642225" cy="33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5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Different Line Encoding Schemes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>
            <a:spLocks noGrp="1"/>
          </p:cNvSpPr>
          <p:nvPr>
            <p:ph type="sldNum" idx="1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fld id="{00000000-1234-1234-1234-123412341234}" type="slidenum">
              <a:rPr lang="en-US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304800" y="1066800"/>
            <a:ext cx="498951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4.1 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line coding schemes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16"/>
          <p:cNvGrpSpPr/>
          <p:nvPr/>
        </p:nvGrpSpPr>
        <p:grpSpPr>
          <a:xfrm>
            <a:off x="142875" y="1539875"/>
            <a:ext cx="8848725" cy="4175125"/>
            <a:chOff x="90" y="538"/>
            <a:chExt cx="5574" cy="2630"/>
          </a:xfrm>
        </p:grpSpPr>
        <p:pic>
          <p:nvPicPr>
            <p:cNvPr id="246" name="Google Shape;246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4" y="538"/>
              <a:ext cx="5482" cy="14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0" y="1882"/>
              <a:ext cx="5574" cy="12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54" name="Google Shape;254;p17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Unipolar</a:t>
            </a:r>
            <a:endParaRPr/>
          </a:p>
        </p:txBody>
      </p:sp>
      <p:pic>
        <p:nvPicPr>
          <p:cNvPr id="255" name="Google Shape;25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5850" y="2057833"/>
            <a:ext cx="6973888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62" name="Google Shape;262;p18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NRZ-L &amp; NRZ-I (Bipolar)</a:t>
            </a:r>
            <a:endParaRPr/>
          </a:p>
        </p:txBody>
      </p:sp>
      <p:pic>
        <p:nvPicPr>
          <p:cNvPr id="263" name="Google Shape;26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288" y="2195513"/>
            <a:ext cx="7112000" cy="36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70" name="Google Shape;270;p19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Nonreturn to Zero (NRZ)</a:t>
            </a:r>
            <a:endParaRPr/>
          </a:p>
        </p:txBody>
      </p:sp>
      <p:cxnSp>
        <p:nvCxnSpPr>
          <p:cNvPr id="271" name="Google Shape;271;p19"/>
          <p:cNvCxnSpPr/>
          <p:nvPr/>
        </p:nvCxnSpPr>
        <p:spPr>
          <a:xfrm>
            <a:off x="127158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2" name="Google Shape;272;p19"/>
          <p:cNvCxnSpPr/>
          <p:nvPr/>
        </p:nvCxnSpPr>
        <p:spPr>
          <a:xfrm>
            <a:off x="266223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3" name="Google Shape;273;p19"/>
          <p:cNvCxnSpPr/>
          <p:nvPr/>
        </p:nvCxnSpPr>
        <p:spPr>
          <a:xfrm>
            <a:off x="3355975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4" name="Google Shape;274;p19"/>
          <p:cNvCxnSpPr/>
          <p:nvPr/>
        </p:nvCxnSpPr>
        <p:spPr>
          <a:xfrm>
            <a:off x="4049713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5" name="Google Shape;275;p19"/>
          <p:cNvCxnSpPr/>
          <p:nvPr/>
        </p:nvCxnSpPr>
        <p:spPr>
          <a:xfrm>
            <a:off x="4756150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6" name="Google Shape;276;p19"/>
          <p:cNvCxnSpPr/>
          <p:nvPr/>
        </p:nvCxnSpPr>
        <p:spPr>
          <a:xfrm>
            <a:off x="5434013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7" name="Google Shape;277;p19"/>
          <p:cNvCxnSpPr/>
          <p:nvPr/>
        </p:nvCxnSpPr>
        <p:spPr>
          <a:xfrm>
            <a:off x="614203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8" name="Google Shape;278;p19"/>
          <p:cNvCxnSpPr/>
          <p:nvPr/>
        </p:nvCxnSpPr>
        <p:spPr>
          <a:xfrm>
            <a:off x="682148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9" name="Google Shape;279;p19"/>
          <p:cNvCxnSpPr/>
          <p:nvPr/>
        </p:nvCxnSpPr>
        <p:spPr>
          <a:xfrm>
            <a:off x="7531100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0" name="Google Shape;280;p19"/>
          <p:cNvCxnSpPr/>
          <p:nvPr/>
        </p:nvCxnSpPr>
        <p:spPr>
          <a:xfrm>
            <a:off x="823753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1" name="Google Shape;281;p19"/>
          <p:cNvCxnSpPr/>
          <p:nvPr/>
        </p:nvCxnSpPr>
        <p:spPr>
          <a:xfrm>
            <a:off x="891698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2" name="Google Shape;282;p19"/>
          <p:cNvCxnSpPr/>
          <p:nvPr/>
        </p:nvCxnSpPr>
        <p:spPr>
          <a:xfrm>
            <a:off x="197008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3" name="Google Shape;283;p19"/>
          <p:cNvCxnSpPr/>
          <p:nvPr/>
        </p:nvCxnSpPr>
        <p:spPr>
          <a:xfrm>
            <a:off x="1271588" y="3006725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4" name="Google Shape;284;p19"/>
          <p:cNvCxnSpPr/>
          <p:nvPr/>
        </p:nvCxnSpPr>
        <p:spPr>
          <a:xfrm>
            <a:off x="1271588" y="3403600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5" name="Google Shape;285;p19"/>
          <p:cNvCxnSpPr/>
          <p:nvPr/>
        </p:nvCxnSpPr>
        <p:spPr>
          <a:xfrm>
            <a:off x="1271588" y="3814763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6" name="Google Shape;286;p19"/>
          <p:cNvCxnSpPr/>
          <p:nvPr/>
        </p:nvCxnSpPr>
        <p:spPr>
          <a:xfrm>
            <a:off x="1271588" y="4762500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7" name="Google Shape;287;p19"/>
          <p:cNvCxnSpPr/>
          <p:nvPr/>
        </p:nvCxnSpPr>
        <p:spPr>
          <a:xfrm>
            <a:off x="1271588" y="5146675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8" name="Google Shape;288;p19"/>
          <p:cNvCxnSpPr/>
          <p:nvPr/>
        </p:nvCxnSpPr>
        <p:spPr>
          <a:xfrm>
            <a:off x="1271588" y="5559425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89" name="Google Shape;289;p19"/>
          <p:cNvSpPr txBox="1"/>
          <p:nvPr/>
        </p:nvSpPr>
        <p:spPr>
          <a:xfrm>
            <a:off x="1384300" y="2224088"/>
            <a:ext cx="7396163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0     1     0    0    1     1     0    0    0     1    1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73025" y="3149600"/>
            <a:ext cx="114617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NRZ-L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73025" y="4906963"/>
            <a:ext cx="97472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NRZI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98" name="Google Shape;298;p20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NRZ</a:t>
            </a:r>
            <a:endParaRPr/>
          </a:p>
        </p:txBody>
      </p:sp>
      <p:pic>
        <p:nvPicPr>
          <p:cNvPr id="299" name="Google Shape;299;p20"/>
          <p:cNvPicPr preferRelativeResize="0"/>
          <p:nvPr/>
        </p:nvPicPr>
        <p:blipFill rotWithShape="1">
          <a:blip r:embed="rId3">
            <a:alphaModFix/>
          </a:blip>
          <a:srcRect l="3047" b="69867"/>
          <a:stretch/>
        </p:blipFill>
        <p:spPr>
          <a:xfrm>
            <a:off x="685800" y="1752600"/>
            <a:ext cx="7772400" cy="2779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06" name="Google Shape;306;p21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NRZ – Pros and Cons</a:t>
            </a:r>
            <a:endParaRPr/>
          </a:p>
        </p:txBody>
      </p:sp>
      <p:sp>
        <p:nvSpPr>
          <p:cNvPr id="307" name="Google Shape;307;p21"/>
          <p:cNvSpPr txBox="1"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Pros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Easy to engineer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Make good use of bandwidth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Cons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DC component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Lack of synchronization capability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Used for magnetic recording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Not often used for signal transmission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14" name="Google Shape;314;p22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Differential Encoding</a:t>
            </a:r>
            <a:endParaRPr/>
          </a:p>
        </p:txBody>
      </p:sp>
      <p:sp>
        <p:nvSpPr>
          <p:cNvPr id="315" name="Google Shape;315;p22"/>
          <p:cNvSpPr txBox="1"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In complex transmission layouts, it is easy to lose sense of polarity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Therefore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Data represented by changes (i.e., transitions) rather than levels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More reliable detection of transition rather than level</a:t>
            </a:r>
            <a:endParaRPr/>
          </a:p>
          <a:p>
            <a:pPr marL="342900" lvl="0" indent="-22098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6EE455-B812-47AB-DDF8-47FE16A2BDDE}"/>
                  </a:ext>
                </a:extLst>
              </p14:cNvPr>
              <p14:cNvContentPartPr/>
              <p14:nvPr/>
            </p14:nvContentPartPr>
            <p14:xfrm>
              <a:off x="1271520" y="497160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6EE455-B812-47AB-DDF8-47FE16A2BD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2160" y="49622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22" name="Google Shape;322;p23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Manchester Encoding &amp; Differential Manchester Encoding</a:t>
            </a:r>
            <a:endParaRPr sz="4000"/>
          </a:p>
        </p:txBody>
      </p:sp>
      <p:pic>
        <p:nvPicPr>
          <p:cNvPr id="323" name="Google Shape;32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7775" y="1901825"/>
            <a:ext cx="7896225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30" name="Google Shape;330;p24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Biphase (Manchester and D-Manchester)</a:t>
            </a:r>
            <a:endParaRPr/>
          </a:p>
        </p:txBody>
      </p:sp>
      <p:cxnSp>
        <p:nvCxnSpPr>
          <p:cNvPr id="331" name="Google Shape;331;p24"/>
          <p:cNvCxnSpPr/>
          <p:nvPr/>
        </p:nvCxnSpPr>
        <p:spPr>
          <a:xfrm>
            <a:off x="127158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2" name="Google Shape;332;p24"/>
          <p:cNvCxnSpPr/>
          <p:nvPr/>
        </p:nvCxnSpPr>
        <p:spPr>
          <a:xfrm>
            <a:off x="266223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3" name="Google Shape;333;p24"/>
          <p:cNvCxnSpPr/>
          <p:nvPr/>
        </p:nvCxnSpPr>
        <p:spPr>
          <a:xfrm>
            <a:off x="3355975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4" name="Google Shape;334;p24"/>
          <p:cNvCxnSpPr/>
          <p:nvPr/>
        </p:nvCxnSpPr>
        <p:spPr>
          <a:xfrm>
            <a:off x="4049713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5" name="Google Shape;335;p24"/>
          <p:cNvCxnSpPr/>
          <p:nvPr/>
        </p:nvCxnSpPr>
        <p:spPr>
          <a:xfrm>
            <a:off x="4756150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6" name="Google Shape;336;p24"/>
          <p:cNvCxnSpPr/>
          <p:nvPr/>
        </p:nvCxnSpPr>
        <p:spPr>
          <a:xfrm>
            <a:off x="5434013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7" name="Google Shape;337;p24"/>
          <p:cNvCxnSpPr/>
          <p:nvPr/>
        </p:nvCxnSpPr>
        <p:spPr>
          <a:xfrm>
            <a:off x="614203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8" name="Google Shape;338;p24"/>
          <p:cNvCxnSpPr/>
          <p:nvPr/>
        </p:nvCxnSpPr>
        <p:spPr>
          <a:xfrm>
            <a:off x="682148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9" name="Google Shape;339;p24"/>
          <p:cNvCxnSpPr/>
          <p:nvPr/>
        </p:nvCxnSpPr>
        <p:spPr>
          <a:xfrm>
            <a:off x="7531100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0" name="Google Shape;340;p24"/>
          <p:cNvCxnSpPr/>
          <p:nvPr/>
        </p:nvCxnSpPr>
        <p:spPr>
          <a:xfrm>
            <a:off x="823753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1" name="Google Shape;341;p24"/>
          <p:cNvCxnSpPr/>
          <p:nvPr/>
        </p:nvCxnSpPr>
        <p:spPr>
          <a:xfrm>
            <a:off x="891698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2" name="Google Shape;342;p24"/>
          <p:cNvCxnSpPr/>
          <p:nvPr/>
        </p:nvCxnSpPr>
        <p:spPr>
          <a:xfrm>
            <a:off x="197008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3" name="Google Shape;343;p24"/>
          <p:cNvCxnSpPr/>
          <p:nvPr/>
        </p:nvCxnSpPr>
        <p:spPr>
          <a:xfrm>
            <a:off x="1271588" y="3006725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4" name="Google Shape;344;p24"/>
          <p:cNvCxnSpPr/>
          <p:nvPr/>
        </p:nvCxnSpPr>
        <p:spPr>
          <a:xfrm>
            <a:off x="1271588" y="3403600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5" name="Google Shape;345;p24"/>
          <p:cNvCxnSpPr/>
          <p:nvPr/>
        </p:nvCxnSpPr>
        <p:spPr>
          <a:xfrm>
            <a:off x="1271588" y="3814763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6" name="Google Shape;346;p24"/>
          <p:cNvCxnSpPr/>
          <p:nvPr/>
        </p:nvCxnSpPr>
        <p:spPr>
          <a:xfrm>
            <a:off x="1271588" y="4762500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7" name="Google Shape;347;p24"/>
          <p:cNvCxnSpPr/>
          <p:nvPr/>
        </p:nvCxnSpPr>
        <p:spPr>
          <a:xfrm>
            <a:off x="1271588" y="5146675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8" name="Google Shape;348;p24"/>
          <p:cNvCxnSpPr/>
          <p:nvPr/>
        </p:nvCxnSpPr>
        <p:spPr>
          <a:xfrm>
            <a:off x="1271588" y="5559425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49" name="Google Shape;349;p24"/>
          <p:cNvSpPr txBox="1"/>
          <p:nvPr/>
        </p:nvSpPr>
        <p:spPr>
          <a:xfrm>
            <a:off x="1384300" y="2224088"/>
            <a:ext cx="7396163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0     1     0    0    1     1     0    0    0     1    1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4"/>
          <p:cNvSpPr txBox="1"/>
          <p:nvPr/>
        </p:nvSpPr>
        <p:spPr>
          <a:xfrm>
            <a:off x="187325" y="3149600"/>
            <a:ext cx="84455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4"/>
          <p:cNvSpPr txBox="1"/>
          <p:nvPr/>
        </p:nvSpPr>
        <p:spPr>
          <a:xfrm>
            <a:off x="58738" y="4906963"/>
            <a:ext cx="1214437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D-Man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94191108-F0F6-1A9F-4A6F-3FE1264A8EA0}"/>
              </a:ext>
            </a:extLst>
          </p:cNvPr>
          <p:cNvGrpSpPr/>
          <p:nvPr/>
        </p:nvGrpSpPr>
        <p:grpSpPr>
          <a:xfrm>
            <a:off x="1587600" y="2774880"/>
            <a:ext cx="57240" cy="1441800"/>
            <a:chOff x="1587600" y="2774880"/>
            <a:chExt cx="57240" cy="144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519109C-7B51-9608-FDB9-ADA6D9C4A3A6}"/>
                    </a:ext>
                  </a:extLst>
                </p14:cNvPr>
                <p14:cNvContentPartPr/>
                <p14:nvPr/>
              </p14:nvContentPartPr>
              <p14:xfrm>
                <a:off x="1587600" y="2774880"/>
                <a:ext cx="6480" cy="120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519109C-7B51-9608-FDB9-ADA6D9C4A3A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78240" y="2765520"/>
                  <a:ext cx="252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B208BAD-D55E-0A32-9CCE-99E4C363697E}"/>
                    </a:ext>
                  </a:extLst>
                </p14:cNvPr>
                <p14:cNvContentPartPr/>
                <p14:nvPr/>
              </p14:nvContentPartPr>
              <p14:xfrm>
                <a:off x="1600200" y="2971800"/>
                <a:ext cx="12960" cy="146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B208BAD-D55E-0A32-9CCE-99E4C363697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90840" y="2962440"/>
                  <a:ext cx="31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821860F-2537-4EF5-A6A8-D04AB448F1E6}"/>
                    </a:ext>
                  </a:extLst>
                </p14:cNvPr>
                <p14:cNvContentPartPr/>
                <p14:nvPr/>
              </p14:nvContentPartPr>
              <p14:xfrm>
                <a:off x="1587600" y="3206880"/>
                <a:ext cx="12960" cy="152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821860F-2537-4EF5-A6A8-D04AB448F1E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78240" y="3197520"/>
                  <a:ext cx="31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6B35AB0-CAFE-C994-8F66-96CA4534D067}"/>
                    </a:ext>
                  </a:extLst>
                </p14:cNvPr>
                <p14:cNvContentPartPr/>
                <p14:nvPr/>
              </p14:nvContentPartPr>
              <p14:xfrm>
                <a:off x="1600200" y="3454560"/>
                <a:ext cx="6840" cy="171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6B35AB0-CAFE-C994-8F66-96CA4534D06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90840" y="3445200"/>
                  <a:ext cx="25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F035FE7-7D6C-CE14-1F1E-4AEEE50A3F9F}"/>
                    </a:ext>
                  </a:extLst>
                </p14:cNvPr>
                <p14:cNvContentPartPr/>
                <p14:nvPr/>
              </p14:nvContentPartPr>
              <p14:xfrm>
                <a:off x="1625760" y="3746520"/>
                <a:ext cx="6480" cy="197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F035FE7-7D6C-CE14-1F1E-4AEEE50A3F9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16400" y="3737160"/>
                  <a:ext cx="252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6BD4381-38B8-5731-CABE-C1BAEC223304}"/>
                    </a:ext>
                  </a:extLst>
                </p14:cNvPr>
                <p14:cNvContentPartPr/>
                <p14:nvPr/>
              </p14:nvContentPartPr>
              <p14:xfrm>
                <a:off x="1631880" y="4032360"/>
                <a:ext cx="12960" cy="184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6BD4381-38B8-5731-CABE-C1BAEC22330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22520" y="4023000"/>
                  <a:ext cx="31680" cy="20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0F64172-D21B-8A8A-C622-04ADBBA20C01}"/>
                  </a:ext>
                </a:extLst>
              </p14:cNvPr>
              <p14:cNvContentPartPr/>
              <p14:nvPr/>
            </p14:nvContentPartPr>
            <p14:xfrm>
              <a:off x="2273400" y="2819520"/>
              <a:ext cx="6480" cy="203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0F64172-D21B-8A8A-C622-04ADBBA20C0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264040" y="2810160"/>
                <a:ext cx="252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D0E9F39-A66E-9475-A402-7A9016CB72F3}"/>
                  </a:ext>
                </a:extLst>
              </p14:cNvPr>
              <p14:cNvContentPartPr/>
              <p14:nvPr/>
            </p14:nvContentPartPr>
            <p14:xfrm>
              <a:off x="2279520" y="3181320"/>
              <a:ext cx="6840" cy="159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D0E9F39-A66E-9475-A402-7A9016CB72F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270160" y="3171960"/>
                <a:ext cx="255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64B94C3-C99A-16D3-3B75-15636E006E24}"/>
                  </a:ext>
                </a:extLst>
              </p14:cNvPr>
              <p14:cNvContentPartPr/>
              <p14:nvPr/>
            </p14:nvContentPartPr>
            <p14:xfrm>
              <a:off x="2317680" y="3771720"/>
              <a:ext cx="360" cy="235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64B94C3-C99A-16D3-3B75-15636E006E2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308320" y="3762360"/>
                <a:ext cx="190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1746D84-D719-166F-6E7A-6F37EAB5F50F}"/>
                  </a:ext>
                </a:extLst>
              </p14:cNvPr>
              <p14:cNvContentPartPr/>
              <p14:nvPr/>
            </p14:nvContentPartPr>
            <p14:xfrm>
              <a:off x="2305080" y="4146480"/>
              <a:ext cx="12960" cy="133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1746D84-D719-166F-6E7A-6F37EAB5F50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95720" y="4137120"/>
                <a:ext cx="31680" cy="15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4" name="Group 443">
            <a:extLst>
              <a:ext uri="{FF2B5EF4-FFF2-40B4-BE49-F238E27FC236}">
                <a16:creationId xmlns:a16="http://schemas.microsoft.com/office/drawing/2014/main" id="{E1F78797-20C2-58B5-3886-EEB0E7B96F9E}"/>
              </a:ext>
            </a:extLst>
          </p:cNvPr>
          <p:cNvGrpSpPr/>
          <p:nvPr/>
        </p:nvGrpSpPr>
        <p:grpSpPr>
          <a:xfrm>
            <a:off x="2952720" y="2781360"/>
            <a:ext cx="45000" cy="552600"/>
            <a:chOff x="2952720" y="2781360"/>
            <a:chExt cx="45000" cy="55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0CBC3B8-2F8B-BF02-F6B4-BBB4A6CA8908}"/>
                    </a:ext>
                  </a:extLst>
                </p14:cNvPr>
                <p14:cNvContentPartPr/>
                <p14:nvPr/>
              </p14:nvContentPartPr>
              <p14:xfrm>
                <a:off x="2952720" y="2781360"/>
                <a:ext cx="12960" cy="260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0CBC3B8-2F8B-BF02-F6B4-BBB4A6CA890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43360" y="2772000"/>
                  <a:ext cx="316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EE26F18-CD86-38ED-4CE7-9E2CCA65192C}"/>
                    </a:ext>
                  </a:extLst>
                </p14:cNvPr>
                <p14:cNvContentPartPr/>
                <p14:nvPr/>
              </p14:nvContentPartPr>
              <p14:xfrm>
                <a:off x="2971800" y="3117960"/>
                <a:ext cx="25920" cy="216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EE26F18-CD86-38ED-4CE7-9E2CCA65192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962440" y="3108600"/>
                  <a:ext cx="4464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78F2A51-B023-BDD6-AB94-CB44A3DB9760}"/>
                  </a:ext>
                </a:extLst>
              </p14:cNvPr>
              <p14:cNvContentPartPr/>
              <p14:nvPr/>
            </p14:nvContentPartPr>
            <p14:xfrm>
              <a:off x="2965320" y="3448080"/>
              <a:ext cx="13320" cy="16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78F2A51-B023-BDD6-AB94-CB44A3DB976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955960" y="3438720"/>
                <a:ext cx="3204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CDB2C87-BB71-EF0B-23CD-3A135CFCC59E}"/>
                  </a:ext>
                </a:extLst>
              </p14:cNvPr>
              <p14:cNvContentPartPr/>
              <p14:nvPr/>
            </p14:nvContentPartPr>
            <p14:xfrm>
              <a:off x="2965320" y="3759120"/>
              <a:ext cx="25920" cy="228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CDB2C87-BB71-EF0B-23CD-3A135CFCC59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955960" y="3749760"/>
                <a:ext cx="446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0885F78-5804-38FB-3ECE-8251A2E04198}"/>
                  </a:ext>
                </a:extLst>
              </p14:cNvPr>
              <p14:cNvContentPartPr/>
              <p14:nvPr/>
            </p14:nvContentPartPr>
            <p14:xfrm>
              <a:off x="2952720" y="4165560"/>
              <a:ext cx="360" cy="127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0885F78-5804-38FB-3ECE-8251A2E0419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943360" y="4156200"/>
                <a:ext cx="19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6D8AB07-816C-34EF-F7E3-0ACC1090223F}"/>
                  </a:ext>
                </a:extLst>
              </p14:cNvPr>
              <p14:cNvContentPartPr/>
              <p14:nvPr/>
            </p14:nvContentPartPr>
            <p14:xfrm>
              <a:off x="3664080" y="2838600"/>
              <a:ext cx="360" cy="196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6D8AB07-816C-34EF-F7E3-0ACC1090223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654720" y="2829240"/>
                <a:ext cx="190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C516B7F-E76D-7E60-8C27-F18AEAC7A8D4}"/>
                  </a:ext>
                </a:extLst>
              </p14:cNvPr>
              <p14:cNvContentPartPr/>
              <p14:nvPr/>
            </p14:nvContentPartPr>
            <p14:xfrm>
              <a:off x="3664080" y="3219480"/>
              <a:ext cx="25560" cy="190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C516B7F-E76D-7E60-8C27-F18AEAC7A8D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654720" y="3210120"/>
                <a:ext cx="442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025BAAF-6FBF-5CE5-3CD8-1A8EE081D3C2}"/>
                  </a:ext>
                </a:extLst>
              </p14:cNvPr>
              <p14:cNvContentPartPr/>
              <p14:nvPr/>
            </p14:nvContentPartPr>
            <p14:xfrm>
              <a:off x="3664080" y="3568680"/>
              <a:ext cx="25560" cy="1782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025BAAF-6FBF-5CE5-3CD8-1A8EE081D3C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654720" y="3559320"/>
                <a:ext cx="442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3841FA5-FB46-D9A3-F8E3-38740E4761F4}"/>
                  </a:ext>
                </a:extLst>
              </p14:cNvPr>
              <p14:cNvContentPartPr/>
              <p14:nvPr/>
            </p14:nvContentPartPr>
            <p14:xfrm>
              <a:off x="3683160" y="3879720"/>
              <a:ext cx="360" cy="2289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3841FA5-FB46-D9A3-F8E3-38740E4761F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673800" y="3870360"/>
                <a:ext cx="190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655C106-F88C-56A0-9CC6-598A432B8DE3}"/>
                  </a:ext>
                </a:extLst>
              </p14:cNvPr>
              <p14:cNvContentPartPr/>
              <p14:nvPr/>
            </p14:nvContentPartPr>
            <p14:xfrm>
              <a:off x="3657600" y="4248000"/>
              <a:ext cx="6840" cy="1213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655C106-F88C-56A0-9CC6-598A432B8DE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648240" y="4238640"/>
                <a:ext cx="255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E047D4B-255E-206B-29CC-F235D71AC41F}"/>
                  </a:ext>
                </a:extLst>
              </p14:cNvPr>
              <p14:cNvContentPartPr/>
              <p14:nvPr/>
            </p14:nvContentPartPr>
            <p14:xfrm>
              <a:off x="4343400" y="2876400"/>
              <a:ext cx="360" cy="1339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E047D4B-255E-206B-29CC-F235D71AC41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334040" y="2867040"/>
                <a:ext cx="1908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ACA0261-3167-7E66-0EC8-FD177948EA34}"/>
                  </a:ext>
                </a:extLst>
              </p14:cNvPr>
              <p14:cNvContentPartPr/>
              <p14:nvPr/>
            </p14:nvContentPartPr>
            <p14:xfrm>
              <a:off x="4368960" y="3200400"/>
              <a:ext cx="6480" cy="1846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ACA0261-3167-7E66-0EC8-FD177948EA3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359600" y="3191040"/>
                <a:ext cx="25200" cy="20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5" name="Group 444">
            <a:extLst>
              <a:ext uri="{FF2B5EF4-FFF2-40B4-BE49-F238E27FC236}">
                <a16:creationId xmlns:a16="http://schemas.microsoft.com/office/drawing/2014/main" id="{DE5AD842-BB66-077D-2D29-1696A6948A35}"/>
              </a:ext>
            </a:extLst>
          </p:cNvPr>
          <p:cNvGrpSpPr/>
          <p:nvPr/>
        </p:nvGrpSpPr>
        <p:grpSpPr>
          <a:xfrm>
            <a:off x="4375080" y="3568680"/>
            <a:ext cx="25920" cy="756000"/>
            <a:chOff x="4375080" y="3568680"/>
            <a:chExt cx="25920" cy="75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3516790-D642-6C02-AB9B-76F1E8F97C61}"/>
                    </a:ext>
                  </a:extLst>
                </p14:cNvPr>
                <p14:cNvContentPartPr/>
                <p14:nvPr/>
              </p14:nvContentPartPr>
              <p14:xfrm>
                <a:off x="4381560" y="3568680"/>
                <a:ext cx="6480" cy="165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3516790-D642-6C02-AB9B-76F1E8F97C6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372200" y="3559320"/>
                  <a:ext cx="252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17B2F19-85F5-A1F1-045F-19155BB03004}"/>
                    </a:ext>
                  </a:extLst>
                </p14:cNvPr>
                <p14:cNvContentPartPr/>
                <p14:nvPr/>
              </p14:nvContentPartPr>
              <p14:xfrm>
                <a:off x="4387680" y="3746520"/>
                <a:ext cx="360" cy="6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17B2F19-85F5-A1F1-045F-19155BB0300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78320" y="3737160"/>
                  <a:ext cx="19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460D349-7014-35A0-5DFA-A2FD63495963}"/>
                    </a:ext>
                  </a:extLst>
                </p14:cNvPr>
                <p14:cNvContentPartPr/>
                <p14:nvPr/>
              </p14:nvContentPartPr>
              <p14:xfrm>
                <a:off x="4375080" y="3759120"/>
                <a:ext cx="6840" cy="51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460D349-7014-35A0-5DFA-A2FD6349596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65720" y="3749760"/>
                  <a:ext cx="25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5D7C575-51E2-CBB1-5034-D37FFA56EEEF}"/>
                    </a:ext>
                  </a:extLst>
                </p14:cNvPr>
                <p14:cNvContentPartPr/>
                <p14:nvPr/>
              </p14:nvContentPartPr>
              <p14:xfrm>
                <a:off x="4375080" y="3854520"/>
                <a:ext cx="360" cy="146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5D7C575-51E2-CBB1-5034-D37FFA56EEE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365720" y="3845160"/>
                  <a:ext cx="190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BFA83B-9E00-00DE-87F1-E6F0BB8F0F0D}"/>
                    </a:ext>
                  </a:extLst>
                </p14:cNvPr>
                <p14:cNvContentPartPr/>
                <p14:nvPr/>
              </p14:nvContentPartPr>
              <p14:xfrm>
                <a:off x="4375080" y="4013280"/>
                <a:ext cx="360" cy="127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BFA83B-9E00-00DE-87F1-E6F0BB8F0F0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65720" y="4003920"/>
                  <a:ext cx="19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78F2D67-21ED-DDC6-7570-5C31E351B5DF}"/>
                    </a:ext>
                  </a:extLst>
                </p14:cNvPr>
                <p14:cNvContentPartPr/>
                <p14:nvPr/>
              </p14:nvContentPartPr>
              <p14:xfrm>
                <a:off x="4387680" y="4216320"/>
                <a:ext cx="13320" cy="108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78F2D67-21ED-DDC6-7570-5C31E351B5D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78320" y="4206960"/>
                  <a:ext cx="3204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D5958BA1-826E-1553-677F-88AB64AEDBBB}"/>
              </a:ext>
            </a:extLst>
          </p:cNvPr>
          <p:cNvGrpSpPr/>
          <p:nvPr/>
        </p:nvGrpSpPr>
        <p:grpSpPr>
          <a:xfrm>
            <a:off x="5048280" y="2851200"/>
            <a:ext cx="25560" cy="889200"/>
            <a:chOff x="5048280" y="2851200"/>
            <a:chExt cx="25560" cy="88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FC0EF9B-C277-3AEB-4F5E-69471ABE4925}"/>
                    </a:ext>
                  </a:extLst>
                </p14:cNvPr>
                <p14:cNvContentPartPr/>
                <p14:nvPr/>
              </p14:nvContentPartPr>
              <p14:xfrm>
                <a:off x="5048280" y="2851200"/>
                <a:ext cx="360" cy="197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FC0EF9B-C277-3AEB-4F5E-69471ABE492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038920" y="2841840"/>
                  <a:ext cx="19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DABCAB-BEA1-610F-60EC-A6A57433E940}"/>
                    </a:ext>
                  </a:extLst>
                </p14:cNvPr>
                <p14:cNvContentPartPr/>
                <p14:nvPr/>
              </p14:nvContentPartPr>
              <p14:xfrm>
                <a:off x="5067360" y="3137040"/>
                <a:ext cx="6480" cy="222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DABCAB-BEA1-610F-60EC-A6A57433E94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58000" y="3127680"/>
                  <a:ext cx="252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AC26CDA-9E2D-8211-C05D-F25273AAD893}"/>
                    </a:ext>
                  </a:extLst>
                </p14:cNvPr>
                <p14:cNvContentPartPr/>
                <p14:nvPr/>
              </p14:nvContentPartPr>
              <p14:xfrm>
                <a:off x="5067360" y="3378240"/>
                <a:ext cx="6480" cy="165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AC26CDA-9E2D-8211-C05D-F25273AAD89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058000" y="3368880"/>
                  <a:ext cx="252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B86564-52D7-9AAB-11F9-B03D4F258BCE}"/>
                    </a:ext>
                  </a:extLst>
                </p14:cNvPr>
                <p14:cNvContentPartPr/>
                <p14:nvPr/>
              </p14:nvContentPartPr>
              <p14:xfrm>
                <a:off x="5067360" y="3638520"/>
                <a:ext cx="360" cy="101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B86564-52D7-9AAB-11F9-B03D4F258BC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58000" y="3629160"/>
                  <a:ext cx="1908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8D835C44-0956-3197-462A-15475A450AEB}"/>
              </a:ext>
            </a:extLst>
          </p:cNvPr>
          <p:cNvGrpSpPr/>
          <p:nvPr/>
        </p:nvGrpSpPr>
        <p:grpSpPr>
          <a:xfrm>
            <a:off x="5041800" y="3873600"/>
            <a:ext cx="25920" cy="501840"/>
            <a:chOff x="5041800" y="3873600"/>
            <a:chExt cx="2592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F761516-6399-9EAA-5168-C86F1B31E4A0}"/>
                    </a:ext>
                  </a:extLst>
                </p14:cNvPr>
                <p14:cNvContentPartPr/>
                <p14:nvPr/>
              </p14:nvContentPartPr>
              <p14:xfrm>
                <a:off x="5060880" y="3873600"/>
                <a:ext cx="6840" cy="209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F761516-6399-9EAA-5168-C86F1B31E4A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051520" y="3864240"/>
                  <a:ext cx="255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4C1B613-B1C1-3208-FA5A-333DC4C1327B}"/>
                    </a:ext>
                  </a:extLst>
                </p14:cNvPr>
                <p14:cNvContentPartPr/>
                <p14:nvPr/>
              </p14:nvContentPartPr>
              <p14:xfrm>
                <a:off x="5041800" y="4140360"/>
                <a:ext cx="6840" cy="114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4C1B613-B1C1-3208-FA5A-333DC4C1327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032440" y="4131000"/>
                  <a:ext cx="255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31EFD64-3FE6-5B7F-8D61-05A84BACBF7E}"/>
                    </a:ext>
                  </a:extLst>
                </p14:cNvPr>
                <p14:cNvContentPartPr/>
                <p14:nvPr/>
              </p14:nvContentPartPr>
              <p14:xfrm>
                <a:off x="5041800" y="4311720"/>
                <a:ext cx="360" cy="63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31EFD64-3FE6-5B7F-8D61-05A84BACBF7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032440" y="4302360"/>
                  <a:ext cx="1908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CB59E4B3-BF06-148D-9E6E-5C287FC8ECA5}"/>
              </a:ext>
            </a:extLst>
          </p:cNvPr>
          <p:cNvGrpSpPr/>
          <p:nvPr/>
        </p:nvGrpSpPr>
        <p:grpSpPr>
          <a:xfrm>
            <a:off x="5740560" y="2838600"/>
            <a:ext cx="19080" cy="425520"/>
            <a:chOff x="5740560" y="2838600"/>
            <a:chExt cx="19080" cy="42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77FE4E5-7999-AAF1-A3A9-AFA6209BC070}"/>
                    </a:ext>
                  </a:extLst>
                </p14:cNvPr>
                <p14:cNvContentPartPr/>
                <p14:nvPr/>
              </p14:nvContentPartPr>
              <p14:xfrm>
                <a:off x="5740560" y="2838600"/>
                <a:ext cx="360" cy="216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77FE4E5-7999-AAF1-A3A9-AFA6209BC07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31200" y="2829240"/>
                  <a:ext cx="190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BA620C-3C6D-E2D9-D3C4-C896FFACCDCF}"/>
                    </a:ext>
                  </a:extLst>
                </p14:cNvPr>
                <p14:cNvContentPartPr/>
                <p14:nvPr/>
              </p14:nvContentPartPr>
              <p14:xfrm>
                <a:off x="5759280" y="3143160"/>
                <a:ext cx="360" cy="120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BA620C-3C6D-E2D9-D3C4-C896FFACCDC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49920" y="3133800"/>
                  <a:ext cx="1908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71178216-AF52-0DD8-2C60-EF8B526D676B}"/>
              </a:ext>
            </a:extLst>
          </p:cNvPr>
          <p:cNvGrpSpPr/>
          <p:nvPr/>
        </p:nvGrpSpPr>
        <p:grpSpPr>
          <a:xfrm>
            <a:off x="5740560" y="3448080"/>
            <a:ext cx="19080" cy="412920"/>
            <a:chOff x="5740560" y="3448080"/>
            <a:chExt cx="1908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77E11D4-F7AA-0E37-9311-96867C4A61EE}"/>
                    </a:ext>
                  </a:extLst>
                </p14:cNvPr>
                <p14:cNvContentPartPr/>
                <p14:nvPr/>
              </p14:nvContentPartPr>
              <p14:xfrm>
                <a:off x="5753160" y="3448080"/>
                <a:ext cx="6480" cy="159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77E11D4-F7AA-0E37-9311-96867C4A61E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43800" y="3438720"/>
                  <a:ext cx="25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9D7A9DA-B046-05E3-8348-3DD4BECA1753}"/>
                    </a:ext>
                  </a:extLst>
                </p14:cNvPr>
                <p14:cNvContentPartPr/>
                <p14:nvPr/>
              </p14:nvContentPartPr>
              <p14:xfrm>
                <a:off x="5740560" y="3689280"/>
                <a:ext cx="12960" cy="171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9D7A9DA-B046-05E3-8348-3DD4BECA175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731200" y="3679920"/>
                  <a:ext cx="3168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EDCDCD47-3913-1666-A15C-7EB85A697AD9}"/>
              </a:ext>
            </a:extLst>
          </p:cNvPr>
          <p:cNvGrpSpPr/>
          <p:nvPr/>
        </p:nvGrpSpPr>
        <p:grpSpPr>
          <a:xfrm>
            <a:off x="5734080" y="4019400"/>
            <a:ext cx="19440" cy="280080"/>
            <a:chOff x="5734080" y="4019400"/>
            <a:chExt cx="1944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948979-6F17-155D-D717-28B8856B6289}"/>
                    </a:ext>
                  </a:extLst>
                </p14:cNvPr>
                <p14:cNvContentPartPr/>
                <p14:nvPr/>
              </p14:nvContentPartPr>
              <p14:xfrm>
                <a:off x="5746680" y="4019400"/>
                <a:ext cx="6840" cy="191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948979-6F17-155D-D717-28B8856B628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737320" y="4010040"/>
                  <a:ext cx="25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3780D5F-850B-0013-ADFC-4DFEAF037A1A}"/>
                    </a:ext>
                  </a:extLst>
                </p14:cNvPr>
                <p14:cNvContentPartPr/>
                <p14:nvPr/>
              </p14:nvContentPartPr>
              <p14:xfrm>
                <a:off x="5734080" y="4241880"/>
                <a:ext cx="360" cy="57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3780D5F-850B-0013-ADFC-4DFEAF037A1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724720" y="4232520"/>
                  <a:ext cx="1908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3021CE57-40B3-F539-3F3E-92E8D409043B}"/>
              </a:ext>
            </a:extLst>
          </p:cNvPr>
          <p:cNvGrpSpPr/>
          <p:nvPr/>
        </p:nvGrpSpPr>
        <p:grpSpPr>
          <a:xfrm>
            <a:off x="6381720" y="2844720"/>
            <a:ext cx="63720" cy="1429200"/>
            <a:chOff x="6381720" y="2844720"/>
            <a:chExt cx="63720" cy="142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527AB32-F561-8D98-4C0E-3E31BE4342FF}"/>
                    </a:ext>
                  </a:extLst>
                </p14:cNvPr>
                <p14:cNvContentPartPr/>
                <p14:nvPr/>
              </p14:nvContentPartPr>
              <p14:xfrm>
                <a:off x="6381720" y="2844720"/>
                <a:ext cx="12960" cy="260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527AB32-F561-8D98-4C0E-3E31BE4342F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372360" y="2835360"/>
                  <a:ext cx="316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179370-7E6C-B56F-DFB2-C18043A56A4E}"/>
                    </a:ext>
                  </a:extLst>
                </p14:cNvPr>
                <p14:cNvContentPartPr/>
                <p14:nvPr/>
              </p14:nvContentPartPr>
              <p14:xfrm>
                <a:off x="6400800" y="3181320"/>
                <a:ext cx="12960" cy="152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179370-7E6C-B56F-DFB2-C18043A56A4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391440" y="3171960"/>
                  <a:ext cx="31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9C35060-9712-E65A-2303-506C47ED9332}"/>
                    </a:ext>
                  </a:extLst>
                </p14:cNvPr>
                <p14:cNvContentPartPr/>
                <p14:nvPr/>
              </p14:nvContentPartPr>
              <p14:xfrm>
                <a:off x="6438960" y="3441600"/>
                <a:ext cx="6480" cy="114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9C35060-9712-E65A-2303-506C47ED933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29600" y="3432240"/>
                  <a:ext cx="252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928A253-4B2B-5CB5-A6CA-00E509D6518E}"/>
                    </a:ext>
                  </a:extLst>
                </p14:cNvPr>
                <p14:cNvContentPartPr/>
                <p14:nvPr/>
              </p14:nvContentPartPr>
              <p14:xfrm>
                <a:off x="6445080" y="3651120"/>
                <a:ext cx="360" cy="165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928A253-4B2B-5CB5-A6CA-00E509D6518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435720" y="3641760"/>
                  <a:ext cx="19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969849C-C192-482D-35DB-C1BF76CCB941}"/>
                    </a:ext>
                  </a:extLst>
                </p14:cNvPr>
                <p14:cNvContentPartPr/>
                <p14:nvPr/>
              </p14:nvContentPartPr>
              <p14:xfrm>
                <a:off x="6445080" y="3892680"/>
                <a:ext cx="360" cy="146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969849C-C192-482D-35DB-C1BF76CCB94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435720" y="3883320"/>
                  <a:ext cx="190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2CE4135-9316-892C-5C22-0BB18DAF7267}"/>
                    </a:ext>
                  </a:extLst>
                </p14:cNvPr>
                <p14:cNvContentPartPr/>
                <p14:nvPr/>
              </p14:nvContentPartPr>
              <p14:xfrm>
                <a:off x="6426360" y="4076640"/>
                <a:ext cx="6480" cy="133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2CE4135-9316-892C-5C22-0BB18DAF726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17000" y="4067280"/>
                  <a:ext cx="25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5BED3EC-5937-1AC9-B86D-86C53FE20DA7}"/>
                    </a:ext>
                  </a:extLst>
                </p14:cNvPr>
                <p14:cNvContentPartPr/>
                <p14:nvPr/>
              </p14:nvContentPartPr>
              <p14:xfrm>
                <a:off x="6419880" y="4241880"/>
                <a:ext cx="360" cy="32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5BED3EC-5937-1AC9-B86D-86C53FE20DA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10520" y="4232520"/>
                  <a:ext cx="190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1C56494D-44DE-15F1-DB45-9DBC4E7C0256}"/>
              </a:ext>
            </a:extLst>
          </p:cNvPr>
          <p:cNvGrpSpPr/>
          <p:nvPr/>
        </p:nvGrpSpPr>
        <p:grpSpPr>
          <a:xfrm>
            <a:off x="7143840" y="2832120"/>
            <a:ext cx="89280" cy="939960"/>
            <a:chOff x="7143840" y="2832120"/>
            <a:chExt cx="89280" cy="9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9DC4469-4037-EBBD-1628-6B78F8DD6FDC}"/>
                    </a:ext>
                  </a:extLst>
                </p14:cNvPr>
                <p14:cNvContentPartPr/>
                <p14:nvPr/>
              </p14:nvContentPartPr>
              <p14:xfrm>
                <a:off x="7143840" y="2832120"/>
                <a:ext cx="360" cy="184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9DC4469-4037-EBBD-1628-6B78F8DD6FD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34480" y="2822760"/>
                  <a:ext cx="190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13A74C-06F9-E53E-2347-C9B7719C4DB8}"/>
                    </a:ext>
                  </a:extLst>
                </p14:cNvPr>
                <p14:cNvContentPartPr/>
                <p14:nvPr/>
              </p14:nvContentPartPr>
              <p14:xfrm>
                <a:off x="7188120" y="3085920"/>
                <a:ext cx="12960" cy="146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13A74C-06F9-E53E-2347-C9B7719C4DB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178760" y="3076560"/>
                  <a:ext cx="31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BE7CA5A-FA35-A66B-5819-AD81F6F1FB28}"/>
                    </a:ext>
                  </a:extLst>
                </p14:cNvPr>
                <p14:cNvContentPartPr/>
                <p14:nvPr/>
              </p14:nvContentPartPr>
              <p14:xfrm>
                <a:off x="7194600" y="3346560"/>
                <a:ext cx="360" cy="114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BE7CA5A-FA35-A66B-5819-AD81F6F1FB2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85240" y="3337200"/>
                  <a:ext cx="1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21782B8-7D2D-532F-7F20-35E3FCEB8221}"/>
                    </a:ext>
                  </a:extLst>
                </p14:cNvPr>
                <p14:cNvContentPartPr/>
                <p14:nvPr/>
              </p14:nvContentPartPr>
              <p14:xfrm>
                <a:off x="7194600" y="3568680"/>
                <a:ext cx="38520" cy="203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21782B8-7D2D-532F-7F20-35E3FCEB822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85240" y="3559320"/>
                  <a:ext cx="5724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13293B0A-9438-967F-C989-7F60D507A576}"/>
              </a:ext>
            </a:extLst>
          </p:cNvPr>
          <p:cNvGrpSpPr/>
          <p:nvPr/>
        </p:nvGrpSpPr>
        <p:grpSpPr>
          <a:xfrm>
            <a:off x="7182000" y="3911760"/>
            <a:ext cx="12960" cy="381240"/>
            <a:chOff x="7182000" y="3911760"/>
            <a:chExt cx="1296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74CCF9B-8014-05B4-1F6F-94A665D8E101}"/>
                    </a:ext>
                  </a:extLst>
                </p14:cNvPr>
                <p14:cNvContentPartPr/>
                <p14:nvPr/>
              </p14:nvContentPartPr>
              <p14:xfrm>
                <a:off x="7188120" y="3911760"/>
                <a:ext cx="6840" cy="171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74CCF9B-8014-05B4-1F6F-94A665D8E10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78760" y="3902400"/>
                  <a:ext cx="25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119E139-A91C-D568-1296-20B05D4FB76C}"/>
                    </a:ext>
                  </a:extLst>
                </p14:cNvPr>
                <p14:cNvContentPartPr/>
                <p14:nvPr/>
              </p14:nvContentPartPr>
              <p14:xfrm>
                <a:off x="7182000" y="4095720"/>
                <a:ext cx="6480" cy="197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119E139-A91C-D568-1296-20B05D4FB76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72640" y="4086360"/>
                  <a:ext cx="2520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C080943E-7260-7120-19F9-CAF114891355}"/>
              </a:ext>
            </a:extLst>
          </p:cNvPr>
          <p:cNvGrpSpPr/>
          <p:nvPr/>
        </p:nvGrpSpPr>
        <p:grpSpPr>
          <a:xfrm>
            <a:off x="7880400" y="2876400"/>
            <a:ext cx="32040" cy="381600"/>
            <a:chOff x="7880400" y="2876400"/>
            <a:chExt cx="3204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04AD939-79D1-A602-CF85-A327BCD0E3CC}"/>
                    </a:ext>
                  </a:extLst>
                </p14:cNvPr>
                <p14:cNvContentPartPr/>
                <p14:nvPr/>
              </p14:nvContentPartPr>
              <p14:xfrm>
                <a:off x="7886880" y="2876400"/>
                <a:ext cx="25560" cy="165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04AD939-79D1-A602-CF85-A327BCD0E3C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77520" y="2867040"/>
                  <a:ext cx="44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CCAAEBE-E96B-99FE-2B30-18E009B4E0F7}"/>
                    </a:ext>
                  </a:extLst>
                </p14:cNvPr>
                <p14:cNvContentPartPr/>
                <p14:nvPr/>
              </p14:nvContentPartPr>
              <p14:xfrm>
                <a:off x="7880400" y="3130560"/>
                <a:ext cx="6840" cy="127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CCAAEBE-E96B-99FE-2B30-18E009B4E0F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71040" y="3121200"/>
                  <a:ext cx="255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A2FF635F-C0CA-3D91-C9F0-0F3A4764F45F}"/>
              </a:ext>
            </a:extLst>
          </p:cNvPr>
          <p:cNvGrpSpPr/>
          <p:nvPr/>
        </p:nvGrpSpPr>
        <p:grpSpPr>
          <a:xfrm>
            <a:off x="7835760" y="3409920"/>
            <a:ext cx="83160" cy="813240"/>
            <a:chOff x="7835760" y="3409920"/>
            <a:chExt cx="83160" cy="81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4D24641-00AB-E634-0B92-09DC58780C9A}"/>
                    </a:ext>
                  </a:extLst>
                </p14:cNvPr>
                <p14:cNvContentPartPr/>
                <p14:nvPr/>
              </p14:nvContentPartPr>
              <p14:xfrm>
                <a:off x="7835760" y="3409920"/>
                <a:ext cx="19440" cy="171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4D24641-00AB-E634-0B92-09DC58780C9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26400" y="3400560"/>
                  <a:ext cx="38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E3667E5-3DA1-F696-E032-12797943160F}"/>
                    </a:ext>
                  </a:extLst>
                </p14:cNvPr>
                <p14:cNvContentPartPr/>
                <p14:nvPr/>
              </p14:nvContentPartPr>
              <p14:xfrm>
                <a:off x="7842240" y="3670200"/>
                <a:ext cx="45000" cy="241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E3667E5-3DA1-F696-E032-12797943160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32880" y="3660840"/>
                  <a:ext cx="63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8F05CD1-AB1A-0431-136D-2C2572FDB724}"/>
                    </a:ext>
                  </a:extLst>
                </p14:cNvPr>
                <p14:cNvContentPartPr/>
                <p14:nvPr/>
              </p14:nvContentPartPr>
              <p14:xfrm>
                <a:off x="7899480" y="3968640"/>
                <a:ext cx="19440" cy="146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8F05CD1-AB1A-0431-136D-2C2572FDB72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90120" y="3959280"/>
                  <a:ext cx="38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B3FB244-3EE2-7676-E2BD-270120EA6395}"/>
                    </a:ext>
                  </a:extLst>
                </p14:cNvPr>
                <p14:cNvContentPartPr/>
                <p14:nvPr/>
              </p14:nvContentPartPr>
              <p14:xfrm>
                <a:off x="7918560" y="4178160"/>
                <a:ext cx="360" cy="45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B3FB244-3EE2-7676-E2BD-270120EA639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09200" y="4168800"/>
                  <a:ext cx="1908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235A4BA3-E9A5-B426-ABD2-62A8F5937D95}"/>
              </a:ext>
            </a:extLst>
          </p:cNvPr>
          <p:cNvGrpSpPr/>
          <p:nvPr/>
        </p:nvGrpSpPr>
        <p:grpSpPr>
          <a:xfrm>
            <a:off x="8553600" y="2844720"/>
            <a:ext cx="44640" cy="1327680"/>
            <a:chOff x="8553600" y="2844720"/>
            <a:chExt cx="44640" cy="13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D5B0CD6-54A2-0613-F238-34BE68CE8736}"/>
                    </a:ext>
                  </a:extLst>
                </p14:cNvPr>
                <p14:cNvContentPartPr/>
                <p14:nvPr/>
              </p14:nvContentPartPr>
              <p14:xfrm>
                <a:off x="8553600" y="2844720"/>
                <a:ext cx="12960" cy="222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D5B0CD6-54A2-0613-F238-34BE68CE873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544240" y="2835360"/>
                  <a:ext cx="31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8F4E5FD-5099-5F4E-3C96-32DF025D8B46}"/>
                    </a:ext>
                  </a:extLst>
                </p14:cNvPr>
                <p14:cNvContentPartPr/>
                <p14:nvPr/>
              </p14:nvContentPartPr>
              <p14:xfrm>
                <a:off x="8572320" y="3085920"/>
                <a:ext cx="25920" cy="172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8F4E5FD-5099-5F4E-3C96-32DF025D8B4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62960" y="3076560"/>
                  <a:ext cx="44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0DF6806-467B-5660-283A-848A96F7896D}"/>
                    </a:ext>
                  </a:extLst>
                </p14:cNvPr>
                <p14:cNvContentPartPr/>
                <p14:nvPr/>
              </p14:nvContentPartPr>
              <p14:xfrm>
                <a:off x="8578800" y="3346560"/>
                <a:ext cx="6840" cy="1461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0DF6806-467B-5660-283A-848A96F7896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569440" y="3337200"/>
                  <a:ext cx="25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2995EF59-868F-F22B-65FD-C9F1F9E62C9D}"/>
                    </a:ext>
                  </a:extLst>
                </p14:cNvPr>
                <p14:cNvContentPartPr/>
                <p14:nvPr/>
              </p14:nvContentPartPr>
              <p14:xfrm>
                <a:off x="8572320" y="3524400"/>
                <a:ext cx="13320" cy="1908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2995EF59-868F-F22B-65FD-C9F1F9E62C9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62960" y="3515040"/>
                  <a:ext cx="32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45E4325-ACD0-8122-9F2C-42EB33120555}"/>
                    </a:ext>
                  </a:extLst>
                </p14:cNvPr>
                <p14:cNvContentPartPr/>
                <p14:nvPr/>
              </p14:nvContentPartPr>
              <p14:xfrm>
                <a:off x="8572320" y="3753000"/>
                <a:ext cx="13320" cy="1144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45E4325-ACD0-8122-9F2C-42EB3312055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62960" y="3743640"/>
                  <a:ext cx="32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D7B6EE0-7F14-8664-0FD3-E1137E3FE19A}"/>
                    </a:ext>
                  </a:extLst>
                </p14:cNvPr>
                <p14:cNvContentPartPr/>
                <p14:nvPr/>
              </p14:nvContentPartPr>
              <p14:xfrm>
                <a:off x="8572320" y="3892680"/>
                <a:ext cx="13320" cy="2480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D7B6EE0-7F14-8664-0FD3-E1137E3FE19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62960" y="3883320"/>
                  <a:ext cx="320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8A89814C-F7D3-D942-0F45-863982769FD6}"/>
                    </a:ext>
                  </a:extLst>
                </p14:cNvPr>
                <p14:cNvContentPartPr/>
                <p14:nvPr/>
              </p14:nvContentPartPr>
              <p14:xfrm>
                <a:off x="8585280" y="4140360"/>
                <a:ext cx="12960" cy="320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8A89814C-F7D3-D942-0F45-863982769FD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75920" y="4131000"/>
                  <a:ext cx="316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16032713-45D6-3C4A-C128-2636799C7829}"/>
              </a:ext>
            </a:extLst>
          </p:cNvPr>
          <p:cNvGrpSpPr/>
          <p:nvPr/>
        </p:nvGrpSpPr>
        <p:grpSpPr>
          <a:xfrm>
            <a:off x="1593720" y="4559400"/>
            <a:ext cx="32400" cy="883080"/>
            <a:chOff x="1593720" y="4559400"/>
            <a:chExt cx="32400" cy="88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DD3ADC3-FA3F-9881-9C4E-A1CEA49B1519}"/>
                    </a:ext>
                  </a:extLst>
                </p14:cNvPr>
                <p14:cNvContentPartPr/>
                <p14:nvPr/>
              </p14:nvContentPartPr>
              <p14:xfrm>
                <a:off x="1606680" y="4559400"/>
                <a:ext cx="6480" cy="1591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DD3ADC3-FA3F-9881-9C4E-A1CEA49B151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597320" y="4550040"/>
                  <a:ext cx="25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E9AEF4C0-9E57-C70D-DE36-3E1460DC4D8B}"/>
                    </a:ext>
                  </a:extLst>
                </p14:cNvPr>
                <p14:cNvContentPartPr/>
                <p14:nvPr/>
              </p14:nvContentPartPr>
              <p14:xfrm>
                <a:off x="1593720" y="4800600"/>
                <a:ext cx="360" cy="1782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E9AEF4C0-9E57-C70D-DE36-3E1460DC4D8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584360" y="4791240"/>
                  <a:ext cx="19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AF032FA-0D6C-CA3A-6875-4AAE4568E52B}"/>
                    </a:ext>
                  </a:extLst>
                </p14:cNvPr>
                <p14:cNvContentPartPr/>
                <p14:nvPr/>
              </p14:nvContentPartPr>
              <p14:xfrm>
                <a:off x="1606680" y="5067360"/>
                <a:ext cx="6480" cy="1209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AF032FA-0D6C-CA3A-6875-4AAE4568E52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97320" y="5058000"/>
                  <a:ext cx="252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9811127-A3C5-4A71-D31F-64EBD9F4A32E}"/>
                    </a:ext>
                  </a:extLst>
                </p14:cNvPr>
                <p14:cNvContentPartPr/>
                <p14:nvPr/>
              </p14:nvContentPartPr>
              <p14:xfrm>
                <a:off x="1619280" y="5270400"/>
                <a:ext cx="6840" cy="1720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9811127-A3C5-4A71-D31F-64EBD9F4A32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09920" y="5261040"/>
                  <a:ext cx="25560" cy="19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BF0530A4-E5B3-6D83-CBD0-6FAD5038922E}"/>
                  </a:ext>
                </a:extLst>
              </p14:cNvPr>
              <p14:cNvContentPartPr/>
              <p14:nvPr/>
            </p14:nvContentPartPr>
            <p14:xfrm>
              <a:off x="1625760" y="5581800"/>
              <a:ext cx="360" cy="16524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BF0530A4-E5B3-6D83-CBD0-6FAD5038922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616400" y="5572440"/>
                <a:ext cx="190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62832E49-6BD5-C8C4-2DE7-5DCC15528200}"/>
                  </a:ext>
                </a:extLst>
              </p14:cNvPr>
              <p14:cNvContentPartPr/>
              <p14:nvPr/>
            </p14:nvContentPartPr>
            <p14:xfrm>
              <a:off x="1625760" y="5994360"/>
              <a:ext cx="360" cy="10836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62832E49-6BD5-C8C4-2DE7-5DCC1552820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616400" y="5985000"/>
                <a:ext cx="190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208345AE-6C6B-098E-7235-2C11EB3A27A7}"/>
                  </a:ext>
                </a:extLst>
              </p14:cNvPr>
              <p14:cNvContentPartPr/>
              <p14:nvPr/>
            </p14:nvContentPartPr>
            <p14:xfrm>
              <a:off x="2317680" y="4584600"/>
              <a:ext cx="360" cy="8316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208345AE-6C6B-098E-7235-2C11EB3A27A7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2308320" y="4575240"/>
                <a:ext cx="190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F4AE4F8E-3404-E38C-623D-7A784035E8FE}"/>
                  </a:ext>
                </a:extLst>
              </p14:cNvPr>
              <p14:cNvContentPartPr/>
              <p14:nvPr/>
            </p14:nvContentPartPr>
            <p14:xfrm>
              <a:off x="2292480" y="4813200"/>
              <a:ext cx="6480" cy="19728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F4AE4F8E-3404-E38C-623D-7A784035E8F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83120" y="4803840"/>
                <a:ext cx="252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06A8A9D5-E206-9628-A55A-5DEF5ACAF73C}"/>
                  </a:ext>
                </a:extLst>
              </p14:cNvPr>
              <p14:cNvContentPartPr/>
              <p14:nvPr/>
            </p14:nvContentPartPr>
            <p14:xfrm>
              <a:off x="2305080" y="5137200"/>
              <a:ext cx="12960" cy="21636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06A8A9D5-E206-9628-A55A-5DEF5ACAF73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295720" y="5127840"/>
                <a:ext cx="316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17A111CD-3AB2-D840-7754-321AE304BFA3}"/>
                  </a:ext>
                </a:extLst>
              </p14:cNvPr>
              <p14:cNvContentPartPr/>
              <p14:nvPr/>
            </p14:nvContentPartPr>
            <p14:xfrm>
              <a:off x="2292480" y="5524560"/>
              <a:ext cx="25560" cy="20340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17A111CD-3AB2-D840-7754-321AE304BFA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283120" y="5515200"/>
                <a:ext cx="442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F614D3B5-7DBB-5F80-319D-E7218ACA4E0D}"/>
                  </a:ext>
                </a:extLst>
              </p14:cNvPr>
              <p14:cNvContentPartPr/>
              <p14:nvPr/>
            </p14:nvContentPartPr>
            <p14:xfrm>
              <a:off x="2305080" y="5943600"/>
              <a:ext cx="360" cy="6372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F614D3B5-7DBB-5F80-319D-E7218ACA4E0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295720" y="5934240"/>
                <a:ext cx="19080" cy="8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8" name="Group 457">
            <a:extLst>
              <a:ext uri="{FF2B5EF4-FFF2-40B4-BE49-F238E27FC236}">
                <a16:creationId xmlns:a16="http://schemas.microsoft.com/office/drawing/2014/main" id="{D8D51CAD-AC8F-C7BC-7920-B25C92FA01F9}"/>
              </a:ext>
            </a:extLst>
          </p:cNvPr>
          <p:cNvGrpSpPr/>
          <p:nvPr/>
        </p:nvGrpSpPr>
        <p:grpSpPr>
          <a:xfrm>
            <a:off x="2971800" y="4610160"/>
            <a:ext cx="19440" cy="457560"/>
            <a:chOff x="2971800" y="4610160"/>
            <a:chExt cx="19440" cy="45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6C47EFB1-5290-A905-4D1F-75F1FC13DEDB}"/>
                    </a:ext>
                  </a:extLst>
                </p14:cNvPr>
                <p14:cNvContentPartPr/>
                <p14:nvPr/>
              </p14:nvContentPartPr>
              <p14:xfrm>
                <a:off x="2971800" y="4610160"/>
                <a:ext cx="19440" cy="15264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6C47EFB1-5290-A905-4D1F-75F1FC13DED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962440" y="4600800"/>
                  <a:ext cx="381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57B924B-0322-4D7F-D89F-C5A0745F0E0E}"/>
                    </a:ext>
                  </a:extLst>
                </p14:cNvPr>
                <p14:cNvContentPartPr/>
                <p14:nvPr/>
              </p14:nvContentPartPr>
              <p14:xfrm>
                <a:off x="2984400" y="4857840"/>
                <a:ext cx="360" cy="2098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57B924B-0322-4D7F-D89F-C5A0745F0E0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975040" y="4848480"/>
                  <a:ext cx="1908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4EBE0CDC-94E8-220D-3619-44676ECDE44F}"/>
              </a:ext>
            </a:extLst>
          </p:cNvPr>
          <p:cNvGrpSpPr/>
          <p:nvPr/>
        </p:nvGrpSpPr>
        <p:grpSpPr>
          <a:xfrm>
            <a:off x="2952720" y="5245200"/>
            <a:ext cx="12960" cy="870120"/>
            <a:chOff x="2952720" y="5245200"/>
            <a:chExt cx="12960" cy="87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15F24B19-6440-1D80-97FC-B882AE43A6EE}"/>
                    </a:ext>
                  </a:extLst>
                </p14:cNvPr>
                <p14:cNvContentPartPr/>
                <p14:nvPr/>
              </p14:nvContentPartPr>
              <p14:xfrm>
                <a:off x="2952720" y="5245200"/>
                <a:ext cx="12960" cy="24156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15F24B19-6440-1D80-97FC-B882AE43A6E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943360" y="5235840"/>
                  <a:ext cx="316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9BB6F15-5DCE-D63F-DEE6-5CAD1DDB479A}"/>
                    </a:ext>
                  </a:extLst>
                </p14:cNvPr>
                <p14:cNvContentPartPr/>
                <p14:nvPr/>
              </p14:nvContentPartPr>
              <p14:xfrm>
                <a:off x="2952720" y="5607000"/>
                <a:ext cx="6840" cy="3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9BB6F15-5DCE-D63F-DEE6-5CAD1DDB479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943360" y="5597640"/>
                  <a:ext cx="255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3F499A88-C218-2CA4-C69E-42421199163C}"/>
                    </a:ext>
                  </a:extLst>
                </p14:cNvPr>
                <p14:cNvContentPartPr/>
                <p14:nvPr/>
              </p14:nvContentPartPr>
              <p14:xfrm>
                <a:off x="2965320" y="5594400"/>
                <a:ext cx="360" cy="26712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3F499A88-C218-2CA4-C69E-42421199163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955960" y="5585040"/>
                  <a:ext cx="190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58D85A61-D40C-D389-EC65-36F076C074E7}"/>
                    </a:ext>
                  </a:extLst>
                </p14:cNvPr>
                <p14:cNvContentPartPr/>
                <p14:nvPr/>
              </p14:nvContentPartPr>
              <p14:xfrm>
                <a:off x="2965320" y="5975280"/>
                <a:ext cx="360" cy="1400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58D85A61-D40C-D389-EC65-36F076C074E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955960" y="5965920"/>
                  <a:ext cx="19080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2997FA63-153C-4D78-C729-F1190BD0D904}"/>
                  </a:ext>
                </a:extLst>
              </p14:cNvPr>
              <p14:cNvContentPartPr/>
              <p14:nvPr/>
            </p14:nvContentPartPr>
            <p14:xfrm>
              <a:off x="3645000" y="4616280"/>
              <a:ext cx="19440" cy="15912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2997FA63-153C-4D78-C729-F1190BD0D904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635640" y="4606920"/>
                <a:ext cx="381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A5FB9E7E-7ED6-6512-95E1-C9AFFFD5EE1B}"/>
                  </a:ext>
                </a:extLst>
              </p14:cNvPr>
              <p14:cNvContentPartPr/>
              <p14:nvPr/>
            </p14:nvContentPartPr>
            <p14:xfrm>
              <a:off x="3676680" y="4902120"/>
              <a:ext cx="12960" cy="20376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A5FB9E7E-7ED6-6512-95E1-C9AFFFD5EE1B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3667320" y="4892760"/>
                <a:ext cx="31680" cy="22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0" name="Group 459">
            <a:extLst>
              <a:ext uri="{FF2B5EF4-FFF2-40B4-BE49-F238E27FC236}">
                <a16:creationId xmlns:a16="http://schemas.microsoft.com/office/drawing/2014/main" id="{CE627346-8AFB-FE6F-846B-2CE0D273AABB}"/>
              </a:ext>
            </a:extLst>
          </p:cNvPr>
          <p:cNvGrpSpPr/>
          <p:nvPr/>
        </p:nvGrpSpPr>
        <p:grpSpPr>
          <a:xfrm>
            <a:off x="3664080" y="5315040"/>
            <a:ext cx="25560" cy="501840"/>
            <a:chOff x="3664080" y="5315040"/>
            <a:chExt cx="2556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28DC05A7-B474-BCC5-38FD-EAA24DF23AEF}"/>
                    </a:ext>
                  </a:extLst>
                </p14:cNvPr>
                <p14:cNvContentPartPr/>
                <p14:nvPr/>
              </p14:nvContentPartPr>
              <p14:xfrm>
                <a:off x="3664080" y="5315040"/>
                <a:ext cx="12960" cy="2541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28DC05A7-B474-BCC5-38FD-EAA24DF23AE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654720" y="5305680"/>
                  <a:ext cx="316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892C2906-E9DE-DD7D-5F30-B2D329533D49}"/>
                    </a:ext>
                  </a:extLst>
                </p14:cNvPr>
                <p14:cNvContentPartPr/>
                <p14:nvPr/>
              </p14:nvContentPartPr>
              <p14:xfrm>
                <a:off x="3664080" y="5613480"/>
                <a:ext cx="25560" cy="20340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892C2906-E9DE-DD7D-5F30-B2D329533D4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654720" y="5604120"/>
                  <a:ext cx="44280" cy="22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354B5A71-48C9-C14C-A2B1-42A1AA45403E}"/>
                  </a:ext>
                </a:extLst>
              </p14:cNvPr>
              <p14:cNvContentPartPr/>
              <p14:nvPr/>
            </p14:nvContentPartPr>
            <p14:xfrm>
              <a:off x="3720960" y="5943600"/>
              <a:ext cx="19440" cy="18468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354B5A71-48C9-C14C-A2B1-42A1AA45403E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711600" y="5934240"/>
                <a:ext cx="381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F6A3FB5D-0D6C-5093-2230-15845FFEDC29}"/>
                  </a:ext>
                </a:extLst>
              </p14:cNvPr>
              <p14:cNvContentPartPr/>
              <p14:nvPr/>
            </p14:nvContentPartPr>
            <p14:xfrm>
              <a:off x="4381560" y="4635360"/>
              <a:ext cx="19440" cy="18468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F6A3FB5D-0D6C-5093-2230-15845FFEDC29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4372200" y="4626000"/>
                <a:ext cx="381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041EFC31-0316-DEC6-331E-7435C827D97D}"/>
                  </a:ext>
                </a:extLst>
              </p14:cNvPr>
              <p14:cNvContentPartPr/>
              <p14:nvPr/>
            </p14:nvContentPartPr>
            <p14:xfrm>
              <a:off x="4349880" y="5105520"/>
              <a:ext cx="360" cy="36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041EFC31-0316-DEC6-331E-7435C827D97D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340520" y="5096160"/>
                <a:ext cx="1908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1" name="Group 460">
            <a:extLst>
              <a:ext uri="{FF2B5EF4-FFF2-40B4-BE49-F238E27FC236}">
                <a16:creationId xmlns:a16="http://schemas.microsoft.com/office/drawing/2014/main" id="{FDE46213-D77F-6EEE-7C1D-57650171242C}"/>
              </a:ext>
            </a:extLst>
          </p:cNvPr>
          <p:cNvGrpSpPr/>
          <p:nvPr/>
        </p:nvGrpSpPr>
        <p:grpSpPr>
          <a:xfrm>
            <a:off x="4381560" y="4978440"/>
            <a:ext cx="38520" cy="686160"/>
            <a:chOff x="4381560" y="4978440"/>
            <a:chExt cx="38520" cy="68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0E7E97FA-A71B-45A1-C243-13A5EE3F301E}"/>
                    </a:ext>
                  </a:extLst>
                </p14:cNvPr>
                <p14:cNvContentPartPr/>
                <p14:nvPr/>
              </p14:nvContentPartPr>
              <p14:xfrm>
                <a:off x="4381560" y="4978440"/>
                <a:ext cx="25560" cy="1972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0E7E97FA-A71B-45A1-C243-13A5EE3F301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372200" y="4969080"/>
                  <a:ext cx="44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EC13472E-80D4-66E3-2FDF-580082E03A59}"/>
                    </a:ext>
                  </a:extLst>
                </p14:cNvPr>
                <p14:cNvContentPartPr/>
                <p14:nvPr/>
              </p14:nvContentPartPr>
              <p14:xfrm>
                <a:off x="4400640" y="5276880"/>
                <a:ext cx="19440" cy="16560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EC13472E-80D4-66E3-2FDF-580082E03A5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391280" y="5267520"/>
                  <a:ext cx="38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F678AFE-D2DC-DB8C-C821-DBBAA59E7F1B}"/>
                    </a:ext>
                  </a:extLst>
                </p14:cNvPr>
                <p14:cNvContentPartPr/>
                <p14:nvPr/>
              </p14:nvContentPartPr>
              <p14:xfrm>
                <a:off x="4406760" y="5518080"/>
                <a:ext cx="360" cy="14652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F678AFE-D2DC-DB8C-C821-DBBAA59E7F1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397400" y="5508720"/>
                  <a:ext cx="1908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7978D4E5-79A4-4DB9-2D57-E5BF4CF901A7}"/>
              </a:ext>
            </a:extLst>
          </p:cNvPr>
          <p:cNvGrpSpPr/>
          <p:nvPr/>
        </p:nvGrpSpPr>
        <p:grpSpPr>
          <a:xfrm>
            <a:off x="4406760" y="5803920"/>
            <a:ext cx="19440" cy="356040"/>
            <a:chOff x="4406760" y="5803920"/>
            <a:chExt cx="1944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E68C1DA8-6A3D-E4F3-6373-877659196D20}"/>
                    </a:ext>
                  </a:extLst>
                </p14:cNvPr>
                <p14:cNvContentPartPr/>
                <p14:nvPr/>
              </p14:nvContentPartPr>
              <p14:xfrm>
                <a:off x="4406760" y="5803920"/>
                <a:ext cx="19440" cy="1782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E68C1DA8-6A3D-E4F3-6373-877659196D2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97400" y="5794560"/>
                  <a:ext cx="38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7B2143D3-72FA-9B65-34BD-7CB1AFFBC389}"/>
                    </a:ext>
                  </a:extLst>
                </p14:cNvPr>
                <p14:cNvContentPartPr/>
                <p14:nvPr/>
              </p14:nvContentPartPr>
              <p14:xfrm>
                <a:off x="4425840" y="6064200"/>
                <a:ext cx="360" cy="9576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7B2143D3-72FA-9B65-34BD-7CB1AFFBC38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416480" y="6054840"/>
                  <a:ext cx="1908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4F128674-8444-EF36-263A-5EBC4E1F8495}"/>
                  </a:ext>
                </a:extLst>
              </p14:cNvPr>
              <p14:cNvContentPartPr/>
              <p14:nvPr/>
            </p14:nvContentPartPr>
            <p14:xfrm>
              <a:off x="5054760" y="4527720"/>
              <a:ext cx="360" cy="10188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4F128674-8444-EF36-263A-5EBC4E1F849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045400" y="4518360"/>
                <a:ext cx="19080" cy="12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3" name="Group 462">
            <a:extLst>
              <a:ext uri="{FF2B5EF4-FFF2-40B4-BE49-F238E27FC236}">
                <a16:creationId xmlns:a16="http://schemas.microsoft.com/office/drawing/2014/main" id="{DB61E357-1AA8-1ED1-8503-D5389279FAB6}"/>
              </a:ext>
            </a:extLst>
          </p:cNvPr>
          <p:cNvGrpSpPr/>
          <p:nvPr/>
        </p:nvGrpSpPr>
        <p:grpSpPr>
          <a:xfrm>
            <a:off x="5067360" y="4788000"/>
            <a:ext cx="44640" cy="628920"/>
            <a:chOff x="5067360" y="4788000"/>
            <a:chExt cx="44640" cy="62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E0E35AC9-2D82-5DF0-A41B-AB3E9E89FC4E}"/>
                    </a:ext>
                  </a:extLst>
                </p14:cNvPr>
                <p14:cNvContentPartPr/>
                <p14:nvPr/>
              </p14:nvContentPartPr>
              <p14:xfrm>
                <a:off x="5067360" y="4788000"/>
                <a:ext cx="12960" cy="15912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E0E35AC9-2D82-5DF0-A41B-AB3E9E89FC4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058000" y="4778640"/>
                  <a:ext cx="316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AEDF0BF-7487-F737-2727-B2CA68E2D2FA}"/>
                    </a:ext>
                  </a:extLst>
                </p14:cNvPr>
                <p14:cNvContentPartPr/>
                <p14:nvPr/>
              </p14:nvContentPartPr>
              <p14:xfrm>
                <a:off x="5079960" y="4997520"/>
                <a:ext cx="6840" cy="21636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AEDF0BF-7487-F737-2727-B2CA68E2D2F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070600" y="4988160"/>
                  <a:ext cx="25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657B0D04-2ACB-51A4-1D14-422F99128D53}"/>
                    </a:ext>
                  </a:extLst>
                </p14:cNvPr>
                <p14:cNvContentPartPr/>
                <p14:nvPr/>
              </p14:nvContentPartPr>
              <p14:xfrm>
                <a:off x="5086440" y="5276880"/>
                <a:ext cx="25560" cy="1400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657B0D04-2ACB-51A4-1D14-422F99128D5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077080" y="5267520"/>
                  <a:ext cx="4428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6B9E20F4-4E15-CFC4-B515-4D542B78102A}"/>
              </a:ext>
            </a:extLst>
          </p:cNvPr>
          <p:cNvGrpSpPr/>
          <p:nvPr/>
        </p:nvGrpSpPr>
        <p:grpSpPr>
          <a:xfrm>
            <a:off x="5099040" y="5632560"/>
            <a:ext cx="32040" cy="667080"/>
            <a:chOff x="5099040" y="5632560"/>
            <a:chExt cx="32040" cy="66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59071E0B-7E99-2349-CFB4-B361E5D0C3F5}"/>
                    </a:ext>
                  </a:extLst>
                </p14:cNvPr>
                <p14:cNvContentPartPr/>
                <p14:nvPr/>
              </p14:nvContentPartPr>
              <p14:xfrm>
                <a:off x="5111640" y="5632560"/>
                <a:ext cx="6840" cy="12096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59071E0B-7E99-2349-CFB4-B361E5D0C3F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102280" y="5623200"/>
                  <a:ext cx="25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1C554755-5DC9-2AD2-EA4F-1CEC36F62D4E}"/>
                    </a:ext>
                  </a:extLst>
                </p14:cNvPr>
                <p14:cNvContentPartPr/>
                <p14:nvPr/>
              </p14:nvContentPartPr>
              <p14:xfrm>
                <a:off x="5105520" y="5835600"/>
                <a:ext cx="12960" cy="22248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1C554755-5DC9-2AD2-EA4F-1CEC36F62D4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096160" y="5826240"/>
                  <a:ext cx="31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A2205E9A-D61D-5E77-6C24-D76B4B36E883}"/>
                    </a:ext>
                  </a:extLst>
                </p14:cNvPr>
                <p14:cNvContentPartPr/>
                <p14:nvPr/>
              </p14:nvContentPartPr>
              <p14:xfrm>
                <a:off x="5099040" y="6114960"/>
                <a:ext cx="32040" cy="18468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A2205E9A-D61D-5E77-6C24-D76B4B36E88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089680" y="6105600"/>
                  <a:ext cx="5076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39FE7EE2-A703-3EA6-7A97-59119C4556A4}"/>
              </a:ext>
            </a:extLst>
          </p:cNvPr>
          <p:cNvGrpSpPr/>
          <p:nvPr/>
        </p:nvGrpSpPr>
        <p:grpSpPr>
          <a:xfrm>
            <a:off x="5765760" y="4724280"/>
            <a:ext cx="70200" cy="1556280"/>
            <a:chOff x="5765760" y="4724280"/>
            <a:chExt cx="70200" cy="155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A816C6B-200D-C80A-43B9-DB16669B3FC4}"/>
                    </a:ext>
                  </a:extLst>
                </p14:cNvPr>
                <p14:cNvContentPartPr/>
                <p14:nvPr/>
              </p14:nvContentPartPr>
              <p14:xfrm>
                <a:off x="5765760" y="4724280"/>
                <a:ext cx="25920" cy="11484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A816C6B-200D-C80A-43B9-DB16669B3FC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756400" y="4714920"/>
                  <a:ext cx="44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AA5BA4CF-DB76-CB7D-A7EF-9C9D9AE49E5B}"/>
                    </a:ext>
                  </a:extLst>
                </p14:cNvPr>
                <p14:cNvContentPartPr/>
                <p14:nvPr/>
              </p14:nvContentPartPr>
              <p14:xfrm>
                <a:off x="5772240" y="4889520"/>
                <a:ext cx="51120" cy="28620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AA5BA4CF-DB76-CB7D-A7EF-9C9D9AE49E5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762880" y="4880160"/>
                  <a:ext cx="698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BFAFC93F-EC96-D846-00F9-72CCA274B12C}"/>
                    </a:ext>
                  </a:extLst>
                </p14:cNvPr>
                <p14:cNvContentPartPr/>
                <p14:nvPr/>
              </p14:nvContentPartPr>
              <p14:xfrm>
                <a:off x="5816520" y="5251320"/>
                <a:ext cx="360" cy="1656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BFAFC93F-EC96-D846-00F9-72CCA274B12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807160" y="5241960"/>
                  <a:ext cx="19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C3E29A99-A6B2-2FB8-E495-C6FB7967C5CB}"/>
                    </a:ext>
                  </a:extLst>
                </p14:cNvPr>
                <p14:cNvContentPartPr/>
                <p14:nvPr/>
              </p14:nvContentPartPr>
              <p14:xfrm>
                <a:off x="5810400" y="5492880"/>
                <a:ext cx="6480" cy="10800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C3E29A99-A6B2-2FB8-E495-C6FB7967C5C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01040" y="5483520"/>
                  <a:ext cx="252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3431B049-E02F-93D9-5C35-D2A9A4459159}"/>
                    </a:ext>
                  </a:extLst>
                </p14:cNvPr>
                <p14:cNvContentPartPr/>
                <p14:nvPr/>
              </p14:nvContentPartPr>
              <p14:xfrm>
                <a:off x="5810400" y="5651640"/>
                <a:ext cx="25560" cy="15912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3431B049-E02F-93D9-5C35-D2A9A445915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801040" y="5642280"/>
                  <a:ext cx="442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73160B0F-7A89-C15F-EC93-1B85F08DC2D5}"/>
                    </a:ext>
                  </a:extLst>
                </p14:cNvPr>
                <p14:cNvContentPartPr/>
                <p14:nvPr/>
              </p14:nvContentPartPr>
              <p14:xfrm>
                <a:off x="5823000" y="5854680"/>
                <a:ext cx="12960" cy="2415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73160B0F-7A89-C15F-EC93-1B85F08DC2D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13640" y="5845320"/>
                  <a:ext cx="316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75EB0EE6-7C87-B0E1-A81A-5824F46F9E15}"/>
                    </a:ext>
                  </a:extLst>
                </p14:cNvPr>
                <p14:cNvContentPartPr/>
                <p14:nvPr/>
              </p14:nvContentPartPr>
              <p14:xfrm>
                <a:off x="5823000" y="6121440"/>
                <a:ext cx="360" cy="15912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75EB0EE6-7C87-B0E1-A81A-5824F46F9E1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13640" y="6112080"/>
                  <a:ext cx="19080" cy="17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DB36A5C5-8C26-7157-90D9-F2756064C9E3}"/>
                  </a:ext>
                </a:extLst>
              </p14:cNvPr>
              <p14:cNvContentPartPr/>
              <p14:nvPr/>
            </p14:nvContentPartPr>
            <p14:xfrm>
              <a:off x="6426360" y="4737240"/>
              <a:ext cx="360" cy="15912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DB36A5C5-8C26-7157-90D9-F2756064C9E3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417000" y="4727880"/>
                <a:ext cx="1908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6" name="Group 465">
            <a:extLst>
              <a:ext uri="{FF2B5EF4-FFF2-40B4-BE49-F238E27FC236}">
                <a16:creationId xmlns:a16="http://schemas.microsoft.com/office/drawing/2014/main" id="{90592B2E-F08B-3D41-9F86-6323BA05BF92}"/>
              </a:ext>
            </a:extLst>
          </p:cNvPr>
          <p:cNvGrpSpPr/>
          <p:nvPr/>
        </p:nvGrpSpPr>
        <p:grpSpPr>
          <a:xfrm>
            <a:off x="6432480" y="5029200"/>
            <a:ext cx="25920" cy="356040"/>
            <a:chOff x="6432480" y="5029200"/>
            <a:chExt cx="2592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B15B7D53-9797-33E2-030B-99E4376B5924}"/>
                    </a:ext>
                  </a:extLst>
                </p14:cNvPr>
                <p14:cNvContentPartPr/>
                <p14:nvPr/>
              </p14:nvContentPartPr>
              <p14:xfrm>
                <a:off x="6432480" y="5029200"/>
                <a:ext cx="12960" cy="12096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B15B7D53-9797-33E2-030B-99E4376B592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423120" y="5019840"/>
                  <a:ext cx="316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8EB57F18-2F04-5809-4460-59C8BD628F88}"/>
                    </a:ext>
                  </a:extLst>
                </p14:cNvPr>
                <p14:cNvContentPartPr/>
                <p14:nvPr/>
              </p14:nvContentPartPr>
              <p14:xfrm>
                <a:off x="6432480" y="5257800"/>
                <a:ext cx="25920" cy="12744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8EB57F18-2F04-5809-4460-59C8BD628F8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423120" y="5248440"/>
                  <a:ext cx="4464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AEA989FD-E224-521D-FCAA-5B1F2937A91D}"/>
              </a:ext>
            </a:extLst>
          </p:cNvPr>
          <p:cNvGrpSpPr/>
          <p:nvPr/>
        </p:nvGrpSpPr>
        <p:grpSpPr>
          <a:xfrm>
            <a:off x="6426360" y="5556240"/>
            <a:ext cx="25560" cy="635400"/>
            <a:chOff x="6426360" y="5556240"/>
            <a:chExt cx="25560" cy="63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71CD5540-A6B5-6998-BEF6-CFC0BF228C06}"/>
                    </a:ext>
                  </a:extLst>
                </p14:cNvPr>
                <p14:cNvContentPartPr/>
                <p14:nvPr/>
              </p14:nvContentPartPr>
              <p14:xfrm>
                <a:off x="6432480" y="5556240"/>
                <a:ext cx="19440" cy="1908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71CD5540-A6B5-6998-BEF6-CFC0BF228C0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423120" y="5546880"/>
                  <a:ext cx="38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448A9E1-1B85-DEF0-33E7-DD6C2EB4AF13}"/>
                    </a:ext>
                  </a:extLst>
                </p14:cNvPr>
                <p14:cNvContentPartPr/>
                <p14:nvPr/>
              </p14:nvContentPartPr>
              <p14:xfrm>
                <a:off x="6426360" y="5823000"/>
                <a:ext cx="6480" cy="12744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448A9E1-1B85-DEF0-33E7-DD6C2EB4AF1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417000" y="5813640"/>
                  <a:ext cx="25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9C575504-0E1A-5E71-7864-66AB758BF9C0}"/>
                    </a:ext>
                  </a:extLst>
                </p14:cNvPr>
                <p14:cNvContentPartPr/>
                <p14:nvPr/>
              </p14:nvContentPartPr>
              <p14:xfrm>
                <a:off x="6426360" y="6026040"/>
                <a:ext cx="360" cy="16560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9C575504-0E1A-5E71-7864-66AB758BF9C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417000" y="6016680"/>
                  <a:ext cx="19080" cy="18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9714DB58-6638-2E35-EB4F-802A148766BA}"/>
                  </a:ext>
                </a:extLst>
              </p14:cNvPr>
              <p14:cNvContentPartPr/>
              <p14:nvPr/>
            </p14:nvContentPartPr>
            <p14:xfrm>
              <a:off x="7175520" y="4641840"/>
              <a:ext cx="6840" cy="12744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9714DB58-6638-2E35-EB4F-802A148766BA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166160" y="4632480"/>
                <a:ext cx="2556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8" name="Group 467">
            <a:extLst>
              <a:ext uri="{FF2B5EF4-FFF2-40B4-BE49-F238E27FC236}">
                <a16:creationId xmlns:a16="http://schemas.microsoft.com/office/drawing/2014/main" id="{ECCC237D-41CA-92DB-485F-AE689E404C69}"/>
              </a:ext>
            </a:extLst>
          </p:cNvPr>
          <p:cNvGrpSpPr/>
          <p:nvPr/>
        </p:nvGrpSpPr>
        <p:grpSpPr>
          <a:xfrm>
            <a:off x="7188120" y="4914720"/>
            <a:ext cx="64080" cy="1232280"/>
            <a:chOff x="7188120" y="4914720"/>
            <a:chExt cx="64080" cy="12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3A7B238B-C7C1-1B19-5601-6DD269BB8B21}"/>
                    </a:ext>
                  </a:extLst>
                </p14:cNvPr>
                <p14:cNvContentPartPr/>
                <p14:nvPr/>
              </p14:nvContentPartPr>
              <p14:xfrm>
                <a:off x="7188120" y="4914720"/>
                <a:ext cx="6840" cy="1656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3A7B238B-C7C1-1B19-5601-6DD269BB8B2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178760" y="4905360"/>
                  <a:ext cx="25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AA094EE5-32FC-D374-BA28-A4CF72345E7C}"/>
                    </a:ext>
                  </a:extLst>
                </p14:cNvPr>
                <p14:cNvContentPartPr/>
                <p14:nvPr/>
              </p14:nvContentPartPr>
              <p14:xfrm>
                <a:off x="7194600" y="5130720"/>
                <a:ext cx="12960" cy="19080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AA094EE5-32FC-D374-BA28-A4CF72345E7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185240" y="5121360"/>
                  <a:ext cx="316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9D4015A5-BDF7-B49B-3669-7627DC60EE4C}"/>
                    </a:ext>
                  </a:extLst>
                </p14:cNvPr>
                <p14:cNvContentPartPr/>
                <p14:nvPr/>
              </p14:nvContentPartPr>
              <p14:xfrm>
                <a:off x="7207200" y="5340240"/>
                <a:ext cx="12960" cy="21636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9D4015A5-BDF7-B49B-3669-7627DC60EE4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197840" y="5330880"/>
                  <a:ext cx="31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7FD5F2EC-D6F5-9EF9-2DC8-9EA9F7917A30}"/>
                    </a:ext>
                  </a:extLst>
                </p14:cNvPr>
                <p14:cNvContentPartPr/>
                <p14:nvPr/>
              </p14:nvContentPartPr>
              <p14:xfrm>
                <a:off x="7219800" y="5607000"/>
                <a:ext cx="360" cy="15264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7FD5F2EC-D6F5-9EF9-2DC8-9EA9F7917A3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210440" y="5597640"/>
                  <a:ext cx="19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EAE47877-30BA-784E-1123-11D14DA11665}"/>
                    </a:ext>
                  </a:extLst>
                </p14:cNvPr>
                <p14:cNvContentPartPr/>
                <p14:nvPr/>
              </p14:nvContentPartPr>
              <p14:xfrm>
                <a:off x="7219800" y="5816520"/>
                <a:ext cx="360" cy="12096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EAE47877-30BA-784E-1123-11D14DA1166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210440" y="5807160"/>
                  <a:ext cx="190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96EE1C6E-1CFF-3A9B-2573-21AEFE798E1F}"/>
                    </a:ext>
                  </a:extLst>
                </p14:cNvPr>
                <p14:cNvContentPartPr/>
                <p14:nvPr/>
              </p14:nvContentPartPr>
              <p14:xfrm>
                <a:off x="7219800" y="5981760"/>
                <a:ext cx="32400" cy="16524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96EE1C6E-1CFF-3A9B-2573-21AEFE798E1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210440" y="5972400"/>
                  <a:ext cx="5112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0634B814-4B5C-425B-EF18-5A975E5047B3}"/>
              </a:ext>
            </a:extLst>
          </p:cNvPr>
          <p:cNvGrpSpPr/>
          <p:nvPr/>
        </p:nvGrpSpPr>
        <p:grpSpPr>
          <a:xfrm>
            <a:off x="7912080" y="4565520"/>
            <a:ext cx="32040" cy="775080"/>
            <a:chOff x="7912080" y="4565520"/>
            <a:chExt cx="32040" cy="77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9849D4BE-E298-F2C2-8FCF-4F28AC79F597}"/>
                    </a:ext>
                  </a:extLst>
                </p14:cNvPr>
                <p14:cNvContentPartPr/>
                <p14:nvPr/>
              </p14:nvContentPartPr>
              <p14:xfrm>
                <a:off x="7912080" y="4565520"/>
                <a:ext cx="360" cy="11484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9849D4BE-E298-F2C2-8FCF-4F28AC79F59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902720" y="4556160"/>
                  <a:ext cx="190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4A1A867-C330-9977-2F69-64392132629C}"/>
                    </a:ext>
                  </a:extLst>
                </p14:cNvPr>
                <p14:cNvContentPartPr/>
                <p14:nvPr/>
              </p14:nvContentPartPr>
              <p14:xfrm>
                <a:off x="7924680" y="4756320"/>
                <a:ext cx="19440" cy="1526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4A1A867-C330-9977-2F69-64392132629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915320" y="4746960"/>
                  <a:ext cx="381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3DDE3CB0-C2B3-7627-FE4B-68FC86509401}"/>
                    </a:ext>
                  </a:extLst>
                </p14:cNvPr>
                <p14:cNvContentPartPr/>
                <p14:nvPr/>
              </p14:nvContentPartPr>
              <p14:xfrm>
                <a:off x="7937640" y="4959360"/>
                <a:ext cx="360" cy="12744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3DDE3CB0-C2B3-7627-FE4B-68FC8650940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28280" y="4950000"/>
                  <a:ext cx="19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CD04931D-44C7-9AA2-1A48-7CB1333051F1}"/>
                    </a:ext>
                  </a:extLst>
                </p14:cNvPr>
                <p14:cNvContentPartPr/>
                <p14:nvPr/>
              </p14:nvContentPartPr>
              <p14:xfrm>
                <a:off x="7931160" y="5168880"/>
                <a:ext cx="360" cy="17172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CD04931D-44C7-9AA2-1A48-7CB1333051F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921800" y="5159520"/>
                  <a:ext cx="1908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AD7B88F4-BB9C-DCC1-0341-E8558A3C0C6B}"/>
              </a:ext>
            </a:extLst>
          </p:cNvPr>
          <p:cNvGrpSpPr/>
          <p:nvPr/>
        </p:nvGrpSpPr>
        <p:grpSpPr>
          <a:xfrm>
            <a:off x="7924680" y="5511960"/>
            <a:ext cx="45000" cy="501840"/>
            <a:chOff x="7924680" y="5511960"/>
            <a:chExt cx="4500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6CF76BB-E00B-698A-CFA5-575982153250}"/>
                    </a:ext>
                  </a:extLst>
                </p14:cNvPr>
                <p14:cNvContentPartPr/>
                <p14:nvPr/>
              </p14:nvContentPartPr>
              <p14:xfrm>
                <a:off x="7924680" y="5511960"/>
                <a:ext cx="13320" cy="8280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6CF76BB-E00B-698A-CFA5-57598215325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915320" y="5502600"/>
                  <a:ext cx="320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F929AF47-2B73-E677-DB71-2EBA86D7B43F}"/>
                    </a:ext>
                  </a:extLst>
                </p14:cNvPr>
                <p14:cNvContentPartPr/>
                <p14:nvPr/>
              </p14:nvContentPartPr>
              <p14:xfrm>
                <a:off x="7937640" y="5664240"/>
                <a:ext cx="6480" cy="2354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F929AF47-2B73-E677-DB71-2EBA86D7B43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928280" y="5654880"/>
                  <a:ext cx="252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C11E233E-AA72-6F23-74C5-B450E3506FC2}"/>
                    </a:ext>
                  </a:extLst>
                </p14:cNvPr>
                <p14:cNvContentPartPr/>
                <p14:nvPr/>
              </p14:nvContentPartPr>
              <p14:xfrm>
                <a:off x="7943760" y="5918040"/>
                <a:ext cx="25920" cy="9576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C11E233E-AA72-6F23-74C5-B450E3506FC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934400" y="5908680"/>
                  <a:ext cx="4464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C0BCE843-5C61-FD65-0F1D-3B76652256EA}"/>
                  </a:ext>
                </a:extLst>
              </p14:cNvPr>
              <p14:cNvContentPartPr/>
              <p14:nvPr/>
            </p14:nvContentPartPr>
            <p14:xfrm>
              <a:off x="8591400" y="4654440"/>
              <a:ext cx="6840" cy="7668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C0BCE843-5C61-FD65-0F1D-3B76652256EA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8582040" y="4645080"/>
                <a:ext cx="255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BE925F4A-8E15-C507-525D-4B1699E2FF07}"/>
                  </a:ext>
                </a:extLst>
              </p14:cNvPr>
              <p14:cNvContentPartPr/>
              <p14:nvPr/>
            </p14:nvContentPartPr>
            <p14:xfrm>
              <a:off x="8578800" y="4870440"/>
              <a:ext cx="360" cy="3204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BE925F4A-8E15-C507-525D-4B1699E2FF0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569440" y="4861080"/>
                <a:ext cx="1908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1" name="Group 470">
            <a:extLst>
              <a:ext uri="{FF2B5EF4-FFF2-40B4-BE49-F238E27FC236}">
                <a16:creationId xmlns:a16="http://schemas.microsoft.com/office/drawing/2014/main" id="{1DA98023-1E74-DD0C-750C-712738CCF14F}"/>
              </a:ext>
            </a:extLst>
          </p:cNvPr>
          <p:cNvGrpSpPr/>
          <p:nvPr/>
        </p:nvGrpSpPr>
        <p:grpSpPr>
          <a:xfrm>
            <a:off x="8578800" y="5010120"/>
            <a:ext cx="12960" cy="470160"/>
            <a:chOff x="8578800" y="5010120"/>
            <a:chExt cx="12960" cy="4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3437A093-A9D1-197B-EB21-D6256602CADA}"/>
                    </a:ext>
                  </a:extLst>
                </p14:cNvPr>
                <p14:cNvContentPartPr/>
                <p14:nvPr/>
              </p14:nvContentPartPr>
              <p14:xfrm>
                <a:off x="8578800" y="5010120"/>
                <a:ext cx="12960" cy="2415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3437A093-A9D1-197B-EB21-D6256602CAD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569440" y="5000760"/>
                  <a:ext cx="316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E559A840-8DE8-7A69-C019-B1719BC5164A}"/>
                    </a:ext>
                  </a:extLst>
                </p14:cNvPr>
                <p14:cNvContentPartPr/>
                <p14:nvPr/>
              </p14:nvContentPartPr>
              <p14:xfrm>
                <a:off x="8591400" y="5340240"/>
                <a:ext cx="360" cy="14004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E559A840-8DE8-7A69-C019-B1719BC5164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582040" y="5330880"/>
                  <a:ext cx="19080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87DC1C85-E902-CDCE-CF7F-9979586889D2}"/>
                  </a:ext>
                </a:extLst>
              </p14:cNvPr>
              <p14:cNvContentPartPr/>
              <p14:nvPr/>
            </p14:nvContentPartPr>
            <p14:xfrm>
              <a:off x="8591400" y="5607000"/>
              <a:ext cx="13320" cy="18468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87DC1C85-E902-CDCE-CF7F-9979586889D2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8582040" y="5597640"/>
                <a:ext cx="320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95AB05B3-18BA-D891-3113-87D56562ECC0}"/>
                  </a:ext>
                </a:extLst>
              </p14:cNvPr>
              <p14:cNvContentPartPr/>
              <p14:nvPr/>
            </p14:nvContentPartPr>
            <p14:xfrm>
              <a:off x="8585280" y="5924520"/>
              <a:ext cx="6480" cy="9576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95AB05B3-18BA-D891-3113-87D56562ECC0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8575920" y="5915160"/>
                <a:ext cx="252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35589661-CCA6-43FB-A87C-938F18E186CA}"/>
                  </a:ext>
                </a:extLst>
              </p14:cNvPr>
              <p14:cNvContentPartPr/>
              <p14:nvPr/>
            </p14:nvContentPartPr>
            <p14:xfrm>
              <a:off x="8572320" y="6153120"/>
              <a:ext cx="19440" cy="7020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35589661-CCA6-43FB-A87C-938F18E186CA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8562960" y="6143760"/>
                <a:ext cx="381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C2E7A641-40A6-FB65-1AD7-02EA721CF5E0}"/>
                  </a:ext>
                </a:extLst>
              </p14:cNvPr>
              <p14:cNvContentPartPr/>
              <p14:nvPr/>
            </p14:nvContentPartPr>
            <p14:xfrm>
              <a:off x="1631880" y="3816360"/>
              <a:ext cx="305280" cy="36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C2E7A641-40A6-FB65-1AD7-02EA721CF5E0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1622520" y="3807000"/>
                <a:ext cx="32400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2" name="Group 471">
            <a:extLst>
              <a:ext uri="{FF2B5EF4-FFF2-40B4-BE49-F238E27FC236}">
                <a16:creationId xmlns:a16="http://schemas.microsoft.com/office/drawing/2014/main" id="{70F4382B-EC64-75DC-D126-9B99A70E1BBA}"/>
              </a:ext>
            </a:extLst>
          </p:cNvPr>
          <p:cNvGrpSpPr/>
          <p:nvPr/>
        </p:nvGrpSpPr>
        <p:grpSpPr>
          <a:xfrm>
            <a:off x="1289160" y="2971800"/>
            <a:ext cx="1378080" cy="889200"/>
            <a:chOff x="1289160" y="2971800"/>
            <a:chExt cx="1378080" cy="88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5F872EDF-40AF-8278-8ED1-773DE7EB4EE7}"/>
                    </a:ext>
                  </a:extLst>
                </p14:cNvPr>
                <p14:cNvContentPartPr/>
                <p14:nvPr/>
              </p14:nvContentPartPr>
              <p14:xfrm>
                <a:off x="1289160" y="3016080"/>
                <a:ext cx="304920" cy="1944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5F872EDF-40AF-8278-8ED1-773DE7EB4EE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279800" y="3006720"/>
                  <a:ext cx="323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9828CEAF-5AE7-25C7-64A5-C9CA842839CB}"/>
                    </a:ext>
                  </a:extLst>
                </p14:cNvPr>
                <p14:cNvContentPartPr/>
                <p14:nvPr/>
              </p14:nvContentPartPr>
              <p14:xfrm>
                <a:off x="1581120" y="3029040"/>
                <a:ext cx="19440" cy="79416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9828CEAF-5AE7-25C7-64A5-C9CA842839C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571760" y="3019680"/>
                  <a:ext cx="38160" cy="81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6B1961EC-A818-5A94-6280-BF96A0813986}"/>
                    </a:ext>
                  </a:extLst>
                </p14:cNvPr>
                <p14:cNvContentPartPr/>
                <p14:nvPr/>
              </p14:nvContentPartPr>
              <p14:xfrm>
                <a:off x="1581120" y="3067200"/>
                <a:ext cx="6840" cy="1296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6B1961EC-A818-5A94-6280-BF96A081398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571760" y="3057840"/>
                  <a:ext cx="25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DA6F4D93-B056-E6B5-6EAC-3F1F47AEE91B}"/>
                    </a:ext>
                  </a:extLst>
                </p14:cNvPr>
                <p14:cNvContentPartPr/>
                <p14:nvPr/>
              </p14:nvContentPartPr>
              <p14:xfrm>
                <a:off x="1638360" y="3835440"/>
                <a:ext cx="641520" cy="255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DA6F4D93-B056-E6B5-6EAC-3F1F47AEE91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629000" y="3826080"/>
                  <a:ext cx="660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33006BB2-A05E-598F-3C23-04094A6429E4}"/>
                    </a:ext>
                  </a:extLst>
                </p14:cNvPr>
                <p14:cNvContentPartPr/>
                <p14:nvPr/>
              </p14:nvContentPartPr>
              <p14:xfrm>
                <a:off x="2292480" y="2990880"/>
                <a:ext cx="324000" cy="1944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33006BB2-A05E-598F-3C23-04094A6429E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283120" y="2981520"/>
                  <a:ext cx="342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80E29FD7-AE20-C350-4703-2D1F2F358F1E}"/>
                    </a:ext>
                  </a:extLst>
                </p14:cNvPr>
                <p14:cNvContentPartPr/>
                <p14:nvPr/>
              </p14:nvContentPartPr>
              <p14:xfrm>
                <a:off x="2273400" y="3009960"/>
                <a:ext cx="12960" cy="4464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80E29FD7-AE20-C350-4703-2D1F2F358F1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264040" y="3000600"/>
                  <a:ext cx="31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F176A6F3-DFB4-9265-4E32-B3D052DDFA17}"/>
                    </a:ext>
                  </a:extLst>
                </p14:cNvPr>
                <p14:cNvContentPartPr/>
                <p14:nvPr/>
              </p14:nvContentPartPr>
              <p14:xfrm>
                <a:off x="2286000" y="3022560"/>
                <a:ext cx="44640" cy="83232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F176A6F3-DFB4-9265-4E32-B3D052DDFA1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276640" y="3013200"/>
                  <a:ext cx="63360" cy="8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B61E8562-A431-F3E2-C176-D69F7A81D1C3}"/>
                    </a:ext>
                  </a:extLst>
                </p14:cNvPr>
                <p14:cNvContentPartPr/>
                <p14:nvPr/>
              </p14:nvContentPartPr>
              <p14:xfrm>
                <a:off x="2527200" y="2971800"/>
                <a:ext cx="140040" cy="5112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B61E8562-A431-F3E2-C176-D69F7A81D1C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517840" y="2962440"/>
                  <a:ext cx="15876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3CFBFA4A-AF39-BC89-DA8F-881B331DFB3B}"/>
                  </a:ext>
                </a:extLst>
              </p14:cNvPr>
              <p14:cNvContentPartPr/>
              <p14:nvPr/>
            </p14:nvContentPartPr>
            <p14:xfrm>
              <a:off x="2508120" y="3009960"/>
              <a:ext cx="451440" cy="2556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3CFBFA4A-AF39-BC89-DA8F-881B331DFB3B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2498760" y="3000600"/>
                <a:ext cx="4701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7630B8B7-575C-1105-C282-CF31373FBB43}"/>
                  </a:ext>
                </a:extLst>
              </p14:cNvPr>
              <p14:cNvContentPartPr/>
              <p14:nvPr/>
            </p14:nvContentPartPr>
            <p14:xfrm>
              <a:off x="2959200" y="3003480"/>
              <a:ext cx="38520" cy="286200"/>
            </p14:xfrm>
          </p:contentPart>
        </mc:Choice>
        <mc:Fallback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7630B8B7-575C-1105-C282-CF31373FBB43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2949840" y="2994120"/>
                <a:ext cx="57240" cy="30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3" name="Group 472">
            <a:extLst>
              <a:ext uri="{FF2B5EF4-FFF2-40B4-BE49-F238E27FC236}">
                <a16:creationId xmlns:a16="http://schemas.microsoft.com/office/drawing/2014/main" id="{6B6883BA-6564-00B7-C8E3-4C749DD89F74}"/>
              </a:ext>
            </a:extLst>
          </p:cNvPr>
          <p:cNvGrpSpPr/>
          <p:nvPr/>
        </p:nvGrpSpPr>
        <p:grpSpPr>
          <a:xfrm>
            <a:off x="2933640" y="3003480"/>
            <a:ext cx="1791000" cy="844920"/>
            <a:chOff x="2933640" y="3003480"/>
            <a:chExt cx="1791000" cy="84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3209C4BC-7FBF-750C-4E10-5AD770594977}"/>
                    </a:ext>
                  </a:extLst>
                </p14:cNvPr>
                <p14:cNvContentPartPr/>
                <p14:nvPr/>
              </p14:nvContentPartPr>
              <p14:xfrm>
                <a:off x="2933640" y="3016080"/>
                <a:ext cx="444960" cy="81324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3209C4BC-7FBF-750C-4E10-5AD77059497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924280" y="3006720"/>
                  <a:ext cx="463680" cy="83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9499A14-4CB1-4A71-8E9C-1FAEA4C88294}"/>
                    </a:ext>
                  </a:extLst>
                </p14:cNvPr>
                <p14:cNvContentPartPr/>
                <p14:nvPr/>
              </p14:nvContentPartPr>
              <p14:xfrm>
                <a:off x="3359160" y="3022560"/>
                <a:ext cx="311400" cy="36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9499A14-4CB1-4A71-8E9C-1FAEA4C8829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349800" y="3013200"/>
                  <a:ext cx="330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7787A381-4BFD-A3BF-9A65-1D600E9F3123}"/>
                    </a:ext>
                  </a:extLst>
                </p14:cNvPr>
                <p14:cNvContentPartPr/>
                <p14:nvPr/>
              </p14:nvContentPartPr>
              <p14:xfrm>
                <a:off x="3664080" y="3029040"/>
                <a:ext cx="51120" cy="74304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7787A381-4BFD-A3BF-9A65-1D600E9F312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654720" y="3019680"/>
                  <a:ext cx="69840" cy="7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A9B1E3B8-9221-DB91-9CBA-069E429A0CB9}"/>
                    </a:ext>
                  </a:extLst>
                </p14:cNvPr>
                <p14:cNvContentPartPr/>
                <p14:nvPr/>
              </p14:nvContentPartPr>
              <p14:xfrm>
                <a:off x="3657600" y="3079800"/>
                <a:ext cx="25920" cy="72432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A9B1E3B8-9221-DB91-9CBA-069E429A0CB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648240" y="3070440"/>
                  <a:ext cx="4464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BAB03434-F1FE-0297-F491-EAFF3A24B77A}"/>
                    </a:ext>
                  </a:extLst>
                </p14:cNvPr>
                <p14:cNvContentPartPr/>
                <p14:nvPr/>
              </p14:nvContentPartPr>
              <p14:xfrm>
                <a:off x="3664080" y="3778200"/>
                <a:ext cx="520920" cy="3852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BAB03434-F1FE-0297-F491-EAFF3A24B77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654720" y="3768840"/>
                  <a:ext cx="5396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97F5AE23-96F3-80DF-B047-89F9232687EF}"/>
                    </a:ext>
                  </a:extLst>
                </p14:cNvPr>
                <p14:cNvContentPartPr/>
                <p14:nvPr/>
              </p14:nvContentPartPr>
              <p14:xfrm>
                <a:off x="3714840" y="3003480"/>
                <a:ext cx="1009800" cy="8449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97F5AE23-96F3-80DF-B047-89F9232687E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705480" y="2994120"/>
                  <a:ext cx="1028520" cy="86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15BBED49-F2D8-B5D3-80C9-08B2F5892581}"/>
              </a:ext>
            </a:extLst>
          </p:cNvPr>
          <p:cNvGrpSpPr/>
          <p:nvPr/>
        </p:nvGrpSpPr>
        <p:grpSpPr>
          <a:xfrm>
            <a:off x="4756320" y="2997360"/>
            <a:ext cx="3549960" cy="882720"/>
            <a:chOff x="4756320" y="2997360"/>
            <a:chExt cx="3549960" cy="88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003B81D-CB4B-FF72-9835-F838CFA36AEC}"/>
                    </a:ext>
                  </a:extLst>
                </p14:cNvPr>
                <p14:cNvContentPartPr/>
                <p14:nvPr/>
              </p14:nvContentPartPr>
              <p14:xfrm>
                <a:off x="4756320" y="2997360"/>
                <a:ext cx="3549960" cy="88272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003B81D-CB4B-FF72-9835-F838CFA36AE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746960" y="2988000"/>
                  <a:ext cx="3568680" cy="9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6CADFFC7-559A-8F6A-DA38-86590946BC5A}"/>
                    </a:ext>
                  </a:extLst>
                </p14:cNvPr>
                <p14:cNvContentPartPr/>
                <p14:nvPr/>
              </p14:nvContentPartPr>
              <p14:xfrm>
                <a:off x="6838920" y="3003480"/>
                <a:ext cx="324360" cy="77508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6CADFFC7-559A-8F6A-DA38-86590946BC5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829560" y="2994120"/>
                  <a:ext cx="343080" cy="79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8DCE2F2C-EECF-5898-5E31-B9AEFBB9FE7B}"/>
              </a:ext>
            </a:extLst>
          </p:cNvPr>
          <p:cNvGrpSpPr/>
          <p:nvPr/>
        </p:nvGrpSpPr>
        <p:grpSpPr>
          <a:xfrm>
            <a:off x="8159760" y="3003480"/>
            <a:ext cx="730440" cy="838800"/>
            <a:chOff x="8159760" y="3003480"/>
            <a:chExt cx="730440" cy="83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91337203-D1E4-7E07-B83F-0589B9324299}"/>
                    </a:ext>
                  </a:extLst>
                </p14:cNvPr>
                <p14:cNvContentPartPr/>
                <p14:nvPr/>
              </p14:nvContentPartPr>
              <p14:xfrm>
                <a:off x="8223120" y="3003480"/>
                <a:ext cx="38520" cy="83880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91337203-D1E4-7E07-B83F-0589B932429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213760" y="2994120"/>
                  <a:ext cx="57240" cy="85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2CEEDBBF-79B9-95EF-696C-C7C440C6A5D2}"/>
                    </a:ext>
                  </a:extLst>
                </p14:cNvPr>
                <p14:cNvContentPartPr/>
                <p14:nvPr/>
              </p14:nvContentPartPr>
              <p14:xfrm>
                <a:off x="8572320" y="3035160"/>
                <a:ext cx="317880" cy="684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2CEEDBBF-79B9-95EF-696C-C7C440C6A5D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562960" y="3025800"/>
                  <a:ext cx="336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A86D0894-565C-06AA-5CEA-92616279C405}"/>
                    </a:ext>
                  </a:extLst>
                </p14:cNvPr>
                <p14:cNvContentPartPr/>
                <p14:nvPr/>
              </p14:nvContentPartPr>
              <p14:xfrm>
                <a:off x="8159760" y="3790800"/>
                <a:ext cx="444960" cy="1944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A86D0894-565C-06AA-5CEA-92616279C40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150400" y="3781440"/>
                  <a:ext cx="463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4F7CFD0C-3133-6147-39B3-8FEC13512A5E}"/>
                    </a:ext>
                  </a:extLst>
                </p14:cNvPr>
                <p14:cNvContentPartPr/>
                <p14:nvPr/>
              </p14:nvContentPartPr>
              <p14:xfrm>
                <a:off x="8559720" y="3054240"/>
                <a:ext cx="45000" cy="75600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4F7CFD0C-3133-6147-39B3-8FEC13512A5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550360" y="3044880"/>
                  <a:ext cx="63720" cy="77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638B5823-39C2-63EA-B38F-0C7C64A6DE5E}"/>
                  </a:ext>
                </a:extLst>
              </p14:cNvPr>
              <p14:cNvContentPartPr/>
              <p14:nvPr/>
            </p14:nvContentPartPr>
            <p14:xfrm>
              <a:off x="4375080" y="2997360"/>
              <a:ext cx="692640" cy="825840"/>
            </p14:xfrm>
          </p:contentPart>
        </mc:Choice>
        <mc:Fallback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638B5823-39C2-63EA-B38F-0C7C64A6DE5E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4365720" y="2988000"/>
                <a:ext cx="711360" cy="84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F8C06916-F0AE-42D0-8D03-4EC766B648FF}"/>
                  </a:ext>
                </a:extLst>
              </p14:cNvPr>
              <p14:cNvContentPartPr/>
              <p14:nvPr/>
            </p14:nvContentPartPr>
            <p14:xfrm>
              <a:off x="1276200" y="5562720"/>
              <a:ext cx="343440" cy="2556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F8C06916-F0AE-42D0-8D03-4EC766B648FF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266840" y="5553360"/>
                <a:ext cx="3621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476" name="Ink 475">
                <a:extLst>
                  <a:ext uri="{FF2B5EF4-FFF2-40B4-BE49-F238E27FC236}">
                    <a16:creationId xmlns:a16="http://schemas.microsoft.com/office/drawing/2014/main" id="{1A421538-A68C-6B81-1F6A-F7435209D40D}"/>
                  </a:ext>
                </a:extLst>
              </p14:cNvPr>
              <p14:cNvContentPartPr/>
              <p14:nvPr/>
            </p14:nvContentPartPr>
            <p14:xfrm>
              <a:off x="1263600" y="5162400"/>
              <a:ext cx="38520" cy="419760"/>
            </p14:xfrm>
          </p:contentPart>
        </mc:Choice>
        <mc:Fallback>
          <p:pic>
            <p:nvPicPr>
              <p:cNvPr id="476" name="Ink 475">
                <a:extLst>
                  <a:ext uri="{FF2B5EF4-FFF2-40B4-BE49-F238E27FC236}">
                    <a16:creationId xmlns:a16="http://schemas.microsoft.com/office/drawing/2014/main" id="{1A421538-A68C-6B81-1F6A-F7435209D40D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254240" y="5153040"/>
                <a:ext cx="5724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477" name="Ink 476">
                <a:extLst>
                  <a:ext uri="{FF2B5EF4-FFF2-40B4-BE49-F238E27FC236}">
                    <a16:creationId xmlns:a16="http://schemas.microsoft.com/office/drawing/2014/main" id="{95EACBF2-89DF-F03A-F026-03EE5F75D7B9}"/>
                  </a:ext>
                </a:extLst>
              </p14:cNvPr>
              <p14:cNvContentPartPr/>
              <p14:nvPr/>
            </p14:nvContentPartPr>
            <p14:xfrm>
              <a:off x="1650960" y="5581800"/>
              <a:ext cx="360" cy="360"/>
            </p14:xfrm>
          </p:contentPart>
        </mc:Choice>
        <mc:Fallback>
          <p:pic>
            <p:nvPicPr>
              <p:cNvPr id="477" name="Ink 476">
                <a:extLst>
                  <a:ext uri="{FF2B5EF4-FFF2-40B4-BE49-F238E27FC236}">
                    <a16:creationId xmlns:a16="http://schemas.microsoft.com/office/drawing/2014/main" id="{95EACBF2-89DF-F03A-F026-03EE5F75D7B9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1641600" y="557244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478" name="Ink 477">
                <a:extLst>
                  <a:ext uri="{FF2B5EF4-FFF2-40B4-BE49-F238E27FC236}">
                    <a16:creationId xmlns:a16="http://schemas.microsoft.com/office/drawing/2014/main" id="{4D66D9EE-BE3D-6A00-4889-56A7A75EECA1}"/>
                  </a:ext>
                </a:extLst>
              </p14:cNvPr>
              <p14:cNvContentPartPr/>
              <p14:nvPr/>
            </p14:nvContentPartPr>
            <p14:xfrm>
              <a:off x="1276200" y="3371760"/>
              <a:ext cx="7671240" cy="51120"/>
            </p14:xfrm>
          </p:contentPart>
        </mc:Choice>
        <mc:Fallback>
          <p:pic>
            <p:nvPicPr>
              <p:cNvPr id="478" name="Ink 477">
                <a:extLst>
                  <a:ext uri="{FF2B5EF4-FFF2-40B4-BE49-F238E27FC236}">
                    <a16:creationId xmlns:a16="http://schemas.microsoft.com/office/drawing/2014/main" id="{4D66D9EE-BE3D-6A00-4889-56A7A75EECA1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1266840" y="3362400"/>
                <a:ext cx="768996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07" name="Group 506">
            <a:extLst>
              <a:ext uri="{FF2B5EF4-FFF2-40B4-BE49-F238E27FC236}">
                <a16:creationId xmlns:a16="http://schemas.microsoft.com/office/drawing/2014/main" id="{C80D47A8-8B6F-CDB6-8564-74BBBE354B5D}"/>
              </a:ext>
            </a:extLst>
          </p:cNvPr>
          <p:cNvGrpSpPr/>
          <p:nvPr/>
        </p:nvGrpSpPr>
        <p:grpSpPr>
          <a:xfrm>
            <a:off x="1593720" y="4749840"/>
            <a:ext cx="1048320" cy="844920"/>
            <a:chOff x="1593720" y="4749840"/>
            <a:chExt cx="1048320" cy="84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26033370-338B-4D60-6F67-09C76CBC5080}"/>
                    </a:ext>
                  </a:extLst>
                </p14:cNvPr>
                <p14:cNvContentPartPr/>
                <p14:nvPr/>
              </p14:nvContentPartPr>
              <p14:xfrm>
                <a:off x="1606680" y="5156280"/>
                <a:ext cx="6480" cy="40032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26033370-338B-4D60-6F67-09C76CBC5080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597320" y="5146920"/>
                  <a:ext cx="2520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E9C33CF6-9E88-CA9E-8E30-A811959489D1}"/>
                    </a:ext>
                  </a:extLst>
                </p14:cNvPr>
                <p14:cNvContentPartPr/>
                <p14:nvPr/>
              </p14:nvContentPartPr>
              <p14:xfrm>
                <a:off x="1606680" y="4762440"/>
                <a:ext cx="12960" cy="38772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E9C33CF6-9E88-CA9E-8E30-A811959489D1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597320" y="4753080"/>
                  <a:ext cx="316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1C98DA0E-B0DA-E3B6-E1EA-D3E56E551AE6}"/>
                    </a:ext>
                  </a:extLst>
                </p14:cNvPr>
                <p14:cNvContentPartPr/>
                <p14:nvPr/>
              </p14:nvContentPartPr>
              <p14:xfrm>
                <a:off x="1606680" y="4756320"/>
                <a:ext cx="12960" cy="21600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1C98DA0E-B0DA-E3B6-E1EA-D3E56E551AE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597320" y="4746960"/>
                  <a:ext cx="316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05250CAA-18C5-9B78-BFE9-40991BD44EB5}"/>
                    </a:ext>
                  </a:extLst>
                </p14:cNvPr>
                <p14:cNvContentPartPr/>
                <p14:nvPr/>
              </p14:nvContentPartPr>
              <p14:xfrm>
                <a:off x="1619280" y="4749840"/>
                <a:ext cx="101880" cy="1296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05250CAA-18C5-9B78-BFE9-40991BD44EB5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609920" y="4740480"/>
                  <a:ext cx="120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7873484E-A33D-9724-6FCF-9C13F27404EC}"/>
                    </a:ext>
                  </a:extLst>
                </p14:cNvPr>
                <p14:cNvContentPartPr/>
                <p14:nvPr/>
              </p14:nvContentPartPr>
              <p14:xfrm>
                <a:off x="1625760" y="4762440"/>
                <a:ext cx="686160" cy="1296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7873484E-A33D-9724-6FCF-9C13F27404E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616400" y="4753080"/>
                  <a:ext cx="704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9BDF0749-7966-1854-22ED-F09A6200EC52}"/>
                    </a:ext>
                  </a:extLst>
                </p14:cNvPr>
                <p14:cNvContentPartPr/>
                <p14:nvPr/>
              </p14:nvContentPartPr>
              <p14:xfrm>
                <a:off x="1593720" y="4781520"/>
                <a:ext cx="102240" cy="36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9BDF0749-7966-1854-22ED-F09A6200EC5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584360" y="4772160"/>
                  <a:ext cx="1209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322AED34-80B5-52A3-6D75-21F54C014FBA}"/>
                    </a:ext>
                  </a:extLst>
                </p14:cNvPr>
                <p14:cNvContentPartPr/>
                <p14:nvPr/>
              </p14:nvContentPartPr>
              <p14:xfrm>
                <a:off x="2305080" y="4762440"/>
                <a:ext cx="32040" cy="81972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322AED34-80B5-52A3-6D75-21F54C014FB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295720" y="4753080"/>
                  <a:ext cx="50760" cy="8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8FE1982C-AA91-6379-FF7A-06CD6F21CC66}"/>
                    </a:ext>
                  </a:extLst>
                </p14:cNvPr>
                <p14:cNvContentPartPr/>
                <p14:nvPr/>
              </p14:nvContentPartPr>
              <p14:xfrm>
                <a:off x="2305080" y="4794120"/>
                <a:ext cx="44640" cy="78804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8FE1982C-AA91-6379-FF7A-06CD6F21CC6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295720" y="4784760"/>
                  <a:ext cx="63360" cy="8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58767ED9-65FD-8B9E-C616-11B2ADD2B23F}"/>
                    </a:ext>
                  </a:extLst>
                </p14:cNvPr>
                <p14:cNvContentPartPr/>
                <p14:nvPr/>
              </p14:nvContentPartPr>
              <p14:xfrm>
                <a:off x="2311560" y="5575320"/>
                <a:ext cx="330480" cy="1944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58767ED9-65FD-8B9E-C616-11B2ADD2B23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302200" y="5565960"/>
                  <a:ext cx="34920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A227C274-CDB1-DA20-48D4-6DC47E6A5FE2}"/>
                  </a:ext>
                </a:extLst>
              </p14:cNvPr>
              <p14:cNvContentPartPr/>
              <p14:nvPr/>
            </p14:nvContentPartPr>
            <p14:xfrm>
              <a:off x="2679840" y="5359320"/>
              <a:ext cx="44640" cy="241560"/>
            </p14:xfrm>
          </p:contentPart>
        </mc:Choice>
        <mc:Fallback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A227C274-CDB1-DA20-48D4-6DC47E6A5FE2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2670480" y="5349960"/>
                <a:ext cx="63360" cy="26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8" name="Group 507">
            <a:extLst>
              <a:ext uri="{FF2B5EF4-FFF2-40B4-BE49-F238E27FC236}">
                <a16:creationId xmlns:a16="http://schemas.microsoft.com/office/drawing/2014/main" id="{4A6D0AED-EBC2-DCF5-A8F4-C56EC8F740DE}"/>
              </a:ext>
            </a:extLst>
          </p:cNvPr>
          <p:cNvGrpSpPr/>
          <p:nvPr/>
        </p:nvGrpSpPr>
        <p:grpSpPr>
          <a:xfrm>
            <a:off x="2641680" y="4749840"/>
            <a:ext cx="1054440" cy="883080"/>
            <a:chOff x="2641680" y="4749840"/>
            <a:chExt cx="1054440" cy="88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698941B7-8D37-46E3-2047-6737BCFE3824}"/>
                    </a:ext>
                  </a:extLst>
                </p14:cNvPr>
                <p14:cNvContentPartPr/>
                <p14:nvPr/>
              </p14:nvContentPartPr>
              <p14:xfrm>
                <a:off x="2641680" y="4749840"/>
                <a:ext cx="374760" cy="85104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698941B7-8D37-46E3-2047-6737BCFE382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632320" y="4740480"/>
                  <a:ext cx="393480" cy="86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B7E3DC7C-EB84-FAB4-073D-0FF13CAB41C0}"/>
                    </a:ext>
                  </a:extLst>
                </p14:cNvPr>
                <p14:cNvContentPartPr/>
                <p14:nvPr/>
              </p14:nvContentPartPr>
              <p14:xfrm>
                <a:off x="2952720" y="4749840"/>
                <a:ext cx="375120" cy="88308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B7E3DC7C-EB84-FAB4-073D-0FF13CAB41C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943360" y="4740480"/>
                  <a:ext cx="393840" cy="90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B098E03B-61FE-2A98-01CD-1BFDE8853411}"/>
                    </a:ext>
                  </a:extLst>
                </p14:cNvPr>
                <p14:cNvContentPartPr/>
                <p14:nvPr/>
              </p14:nvContentPartPr>
              <p14:xfrm>
                <a:off x="2952720" y="5594400"/>
                <a:ext cx="400320" cy="3852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B098E03B-61FE-2A98-01CD-1BFDE885341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943360" y="5585040"/>
                  <a:ext cx="419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7813ABE6-720E-422B-4E8C-54B12B75FF44}"/>
                    </a:ext>
                  </a:extLst>
                </p14:cNvPr>
                <p14:cNvContentPartPr/>
                <p14:nvPr/>
              </p14:nvContentPartPr>
              <p14:xfrm>
                <a:off x="3041640" y="4768920"/>
                <a:ext cx="654480" cy="83196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7813ABE6-720E-422B-4E8C-54B12B75FF44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032280" y="4759560"/>
                  <a:ext cx="673200" cy="85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493" name="Ink 492">
                <a:extLst>
                  <a:ext uri="{FF2B5EF4-FFF2-40B4-BE49-F238E27FC236}">
                    <a16:creationId xmlns:a16="http://schemas.microsoft.com/office/drawing/2014/main" id="{561859A9-A7E5-0BB6-7AB0-91C997A7A73F}"/>
                  </a:ext>
                </a:extLst>
              </p14:cNvPr>
              <p14:cNvContentPartPr/>
              <p14:nvPr/>
            </p14:nvContentPartPr>
            <p14:xfrm>
              <a:off x="3683160" y="4775040"/>
              <a:ext cx="19080" cy="800640"/>
            </p14:xfrm>
          </p:contentPart>
        </mc:Choice>
        <mc:Fallback>
          <p:pic>
            <p:nvPicPr>
              <p:cNvPr id="493" name="Ink 492">
                <a:extLst>
                  <a:ext uri="{FF2B5EF4-FFF2-40B4-BE49-F238E27FC236}">
                    <a16:creationId xmlns:a16="http://schemas.microsoft.com/office/drawing/2014/main" id="{561859A9-A7E5-0BB6-7AB0-91C997A7A73F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3673800" y="4765680"/>
                <a:ext cx="37800" cy="81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C9EF47C8-3A81-10C0-FED6-14592ED0D975}"/>
                  </a:ext>
                </a:extLst>
              </p14:cNvPr>
              <p14:cNvContentPartPr/>
              <p14:nvPr/>
            </p14:nvContentPartPr>
            <p14:xfrm>
              <a:off x="3714840" y="5575320"/>
              <a:ext cx="705240" cy="19440"/>
            </p14:xfrm>
          </p:contentPart>
        </mc:Choice>
        <mc:Fallback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C9EF47C8-3A81-10C0-FED6-14592ED0D975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3705480" y="5565960"/>
                <a:ext cx="7239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495" name="Ink 494">
                <a:extLst>
                  <a:ext uri="{FF2B5EF4-FFF2-40B4-BE49-F238E27FC236}">
                    <a16:creationId xmlns:a16="http://schemas.microsoft.com/office/drawing/2014/main" id="{65EB33E1-8D41-6EB9-9BB8-3096DCF9AD89}"/>
                  </a:ext>
                </a:extLst>
              </p14:cNvPr>
              <p14:cNvContentPartPr/>
              <p14:nvPr/>
            </p14:nvContentPartPr>
            <p14:xfrm>
              <a:off x="4394160" y="4768920"/>
              <a:ext cx="336960" cy="813240"/>
            </p14:xfrm>
          </p:contentPart>
        </mc:Choice>
        <mc:Fallback>
          <p:pic>
            <p:nvPicPr>
              <p:cNvPr id="495" name="Ink 494">
                <a:extLst>
                  <a:ext uri="{FF2B5EF4-FFF2-40B4-BE49-F238E27FC236}">
                    <a16:creationId xmlns:a16="http://schemas.microsoft.com/office/drawing/2014/main" id="{65EB33E1-8D41-6EB9-9BB8-3096DCF9AD89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4384800" y="4759560"/>
                <a:ext cx="355680" cy="83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9" name="Group 508">
            <a:extLst>
              <a:ext uri="{FF2B5EF4-FFF2-40B4-BE49-F238E27FC236}">
                <a16:creationId xmlns:a16="http://schemas.microsoft.com/office/drawing/2014/main" id="{02CBD738-CAEF-A445-D736-5E61C9F81050}"/>
              </a:ext>
            </a:extLst>
          </p:cNvPr>
          <p:cNvGrpSpPr/>
          <p:nvPr/>
        </p:nvGrpSpPr>
        <p:grpSpPr>
          <a:xfrm>
            <a:off x="4533840" y="4756320"/>
            <a:ext cx="1308600" cy="857520"/>
            <a:chOff x="4533840" y="4756320"/>
            <a:chExt cx="1308600" cy="85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A846E657-D73F-9F82-50E4-7676BD517FAA}"/>
                    </a:ext>
                  </a:extLst>
                </p14:cNvPr>
                <p14:cNvContentPartPr/>
                <p14:nvPr/>
              </p14:nvContentPartPr>
              <p14:xfrm>
                <a:off x="4533840" y="4775040"/>
                <a:ext cx="527400" cy="36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A846E657-D73F-9F82-50E4-7676BD517FA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524480" y="4765680"/>
                  <a:ext cx="546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58F50031-8D0C-B624-044A-AF611145C641}"/>
                    </a:ext>
                  </a:extLst>
                </p14:cNvPr>
                <p14:cNvContentPartPr/>
                <p14:nvPr/>
              </p14:nvContentPartPr>
              <p14:xfrm>
                <a:off x="5067360" y="4756320"/>
                <a:ext cx="57600" cy="83196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58F50031-8D0C-B624-044A-AF611145C64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058000" y="4746960"/>
                  <a:ext cx="76320" cy="85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79A0C913-85AD-CA80-069B-E9D4BDF6C854}"/>
                    </a:ext>
                  </a:extLst>
                </p14:cNvPr>
                <p14:cNvContentPartPr/>
                <p14:nvPr/>
              </p14:nvContentPartPr>
              <p14:xfrm>
                <a:off x="5067360" y="4794120"/>
                <a:ext cx="76320" cy="67356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79A0C913-85AD-CA80-069B-E9D4BDF6C854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058000" y="4784760"/>
                  <a:ext cx="9504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DCBBACE1-41DB-EEDC-E40A-136AF1F22EDE}"/>
                    </a:ext>
                  </a:extLst>
                </p14:cNvPr>
                <p14:cNvContentPartPr/>
                <p14:nvPr/>
              </p14:nvContentPartPr>
              <p14:xfrm>
                <a:off x="5092560" y="4775040"/>
                <a:ext cx="749880" cy="83880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DCBBACE1-41DB-EEDC-E40A-136AF1F22ED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083200" y="4765680"/>
                  <a:ext cx="768600" cy="85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F4F1FAFF-251B-5FF6-C415-1CCAA51A03E7}"/>
              </a:ext>
            </a:extLst>
          </p:cNvPr>
          <p:cNvGrpSpPr/>
          <p:nvPr/>
        </p:nvGrpSpPr>
        <p:grpSpPr>
          <a:xfrm>
            <a:off x="5842080" y="4788000"/>
            <a:ext cx="628920" cy="812880"/>
            <a:chOff x="5842080" y="4788000"/>
            <a:chExt cx="628920" cy="81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38353D2E-F902-15FE-9653-4EB5955AE88D}"/>
                    </a:ext>
                  </a:extLst>
                </p14:cNvPr>
                <p14:cNvContentPartPr/>
                <p14:nvPr/>
              </p14:nvContentPartPr>
              <p14:xfrm>
                <a:off x="5842080" y="4788000"/>
                <a:ext cx="628920" cy="81288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38353D2E-F902-15FE-9653-4EB5955AE88D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832720" y="4778640"/>
                  <a:ext cx="64764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86FA8F0F-CD2A-B20F-2046-C91746CB13DC}"/>
                    </a:ext>
                  </a:extLst>
                </p14:cNvPr>
                <p14:cNvContentPartPr/>
                <p14:nvPr/>
              </p14:nvContentPartPr>
              <p14:xfrm>
                <a:off x="6146640" y="4819680"/>
                <a:ext cx="45000" cy="29880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86FA8F0F-CD2A-B20F-2046-C91746CB13D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137280" y="4810320"/>
                  <a:ext cx="63720" cy="31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502" name="Ink 501">
                <a:extLst>
                  <a:ext uri="{FF2B5EF4-FFF2-40B4-BE49-F238E27FC236}">
                    <a16:creationId xmlns:a16="http://schemas.microsoft.com/office/drawing/2014/main" id="{F9A20668-A706-606B-AAF7-0F3E7CC81F8F}"/>
                  </a:ext>
                </a:extLst>
              </p14:cNvPr>
              <p14:cNvContentPartPr/>
              <p14:nvPr/>
            </p14:nvContentPartPr>
            <p14:xfrm>
              <a:off x="6489720" y="4788000"/>
              <a:ext cx="673560" cy="806760"/>
            </p14:xfrm>
          </p:contentPart>
        </mc:Choice>
        <mc:Fallback>
          <p:pic>
            <p:nvPicPr>
              <p:cNvPr id="502" name="Ink 501">
                <a:extLst>
                  <a:ext uri="{FF2B5EF4-FFF2-40B4-BE49-F238E27FC236}">
                    <a16:creationId xmlns:a16="http://schemas.microsoft.com/office/drawing/2014/main" id="{F9A20668-A706-606B-AAF7-0F3E7CC81F8F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6480360" y="4778640"/>
                <a:ext cx="692280" cy="82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503" name="Ink 502">
                <a:extLst>
                  <a:ext uri="{FF2B5EF4-FFF2-40B4-BE49-F238E27FC236}">
                    <a16:creationId xmlns:a16="http://schemas.microsoft.com/office/drawing/2014/main" id="{F8F9EDF4-798D-4959-7FFC-0ABEB4B87341}"/>
                  </a:ext>
                </a:extLst>
              </p14:cNvPr>
              <p14:cNvContentPartPr/>
              <p14:nvPr/>
            </p14:nvContentPartPr>
            <p14:xfrm>
              <a:off x="7169040" y="4762440"/>
              <a:ext cx="844920" cy="813240"/>
            </p14:xfrm>
          </p:contentPart>
        </mc:Choice>
        <mc:Fallback>
          <p:pic>
            <p:nvPicPr>
              <p:cNvPr id="503" name="Ink 502">
                <a:extLst>
                  <a:ext uri="{FF2B5EF4-FFF2-40B4-BE49-F238E27FC236}">
                    <a16:creationId xmlns:a16="http://schemas.microsoft.com/office/drawing/2014/main" id="{F8F9EDF4-798D-4959-7FFC-0ABEB4B87341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7159680" y="4753080"/>
                <a:ext cx="863640" cy="83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6920B21D-A910-BBC6-6D8C-C272A6DE2D3E}"/>
                  </a:ext>
                </a:extLst>
              </p14:cNvPr>
              <p14:cNvContentPartPr/>
              <p14:nvPr/>
            </p14:nvContentPartPr>
            <p14:xfrm>
              <a:off x="7962840" y="4756320"/>
              <a:ext cx="730800" cy="25560"/>
            </p14:xfrm>
          </p:contentPart>
        </mc:Choice>
        <mc:Fallback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6920B21D-A910-BBC6-6D8C-C272A6DE2D3E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7953480" y="4746960"/>
                <a:ext cx="74952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505" name="Ink 504">
                <a:extLst>
                  <a:ext uri="{FF2B5EF4-FFF2-40B4-BE49-F238E27FC236}">
                    <a16:creationId xmlns:a16="http://schemas.microsoft.com/office/drawing/2014/main" id="{76ACA046-2DCB-1D2C-5979-F4CF2AD882C1}"/>
                  </a:ext>
                </a:extLst>
              </p14:cNvPr>
              <p14:cNvContentPartPr/>
              <p14:nvPr/>
            </p14:nvContentPartPr>
            <p14:xfrm>
              <a:off x="8585280" y="4813200"/>
              <a:ext cx="298800" cy="775080"/>
            </p14:xfrm>
          </p:contentPart>
        </mc:Choice>
        <mc:Fallback>
          <p:pic>
            <p:nvPicPr>
              <p:cNvPr id="505" name="Ink 504">
                <a:extLst>
                  <a:ext uri="{FF2B5EF4-FFF2-40B4-BE49-F238E27FC236}">
                    <a16:creationId xmlns:a16="http://schemas.microsoft.com/office/drawing/2014/main" id="{76ACA046-2DCB-1D2C-5979-F4CF2AD882C1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8575920" y="4803840"/>
                <a:ext cx="317520" cy="79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506" name="Ink 505">
                <a:extLst>
                  <a:ext uri="{FF2B5EF4-FFF2-40B4-BE49-F238E27FC236}">
                    <a16:creationId xmlns:a16="http://schemas.microsoft.com/office/drawing/2014/main" id="{A5579B64-0011-5441-7949-12AC440ACBD7}"/>
                  </a:ext>
                </a:extLst>
              </p14:cNvPr>
              <p14:cNvContentPartPr/>
              <p14:nvPr/>
            </p14:nvContentPartPr>
            <p14:xfrm>
              <a:off x="8559720" y="4756320"/>
              <a:ext cx="45000" cy="146160"/>
            </p14:xfrm>
          </p:contentPart>
        </mc:Choice>
        <mc:Fallback>
          <p:pic>
            <p:nvPicPr>
              <p:cNvPr id="506" name="Ink 505">
                <a:extLst>
                  <a:ext uri="{FF2B5EF4-FFF2-40B4-BE49-F238E27FC236}">
                    <a16:creationId xmlns:a16="http://schemas.microsoft.com/office/drawing/2014/main" id="{A5579B64-0011-5441-7949-12AC440ACBD7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8550360" y="4746960"/>
                <a:ext cx="63720" cy="16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58" name="Google Shape;358;p25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Biphase -- Pros and Cons</a:t>
            </a:r>
            <a:endParaRPr/>
          </a:p>
        </p:txBody>
      </p:sp>
      <p:sp>
        <p:nvSpPr>
          <p:cNvPr id="359" name="Google Shape;359;p25"/>
          <p:cNvSpPr txBox="1">
            <a:spLocks noGrp="1"/>
          </p:cNvSpPr>
          <p:nvPr>
            <p:ph type="body" idx="1"/>
          </p:nvPr>
        </p:nvSpPr>
        <p:spPr>
          <a:xfrm>
            <a:off x="1182688" y="2017713"/>
            <a:ext cx="7772400" cy="444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Pros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Synchronization on mid bit transition (self clocking)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No dc component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Error detection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Absence of expected transition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Cons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At least one transition per bit time and possibly two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Maximum modulation rate is twice NRZ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Requires more bandwidth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66" name="Google Shape;366;p26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Modulation Rate</a:t>
            </a:r>
            <a:endParaRPr/>
          </a:p>
        </p:txBody>
      </p:sp>
      <p:pic>
        <p:nvPicPr>
          <p:cNvPr id="367" name="Google Shape;367;p26"/>
          <p:cNvPicPr preferRelativeResize="0"/>
          <p:nvPr/>
        </p:nvPicPr>
        <p:blipFill rotWithShape="1">
          <a:blip r:embed="rId3">
            <a:alphaModFix/>
          </a:blip>
          <a:srcRect b="22546"/>
          <a:stretch/>
        </p:blipFill>
        <p:spPr>
          <a:xfrm>
            <a:off x="1119188" y="1871663"/>
            <a:ext cx="5414962" cy="4741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374" name="Google Shape;374;p27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Multilevel Binary</a:t>
            </a:r>
            <a:endParaRPr/>
          </a:p>
        </p:txBody>
      </p:sp>
      <p:sp>
        <p:nvSpPr>
          <p:cNvPr id="375" name="Google Shape;375;p27"/>
          <p:cNvSpPr txBox="1">
            <a:spLocks noGrp="1"/>
          </p:cNvSpPr>
          <p:nvPr>
            <p:ph type="body" idx="1"/>
          </p:nvPr>
        </p:nvSpPr>
        <p:spPr>
          <a:xfrm>
            <a:off x="6873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Use more than two levels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Bipolar-AMI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zero represented by no line signal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one represented by positive or negative pulse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No loss of sync if a long string of ones (zeros still a problem)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Lower bandwidth</a:t>
            </a:r>
            <a:endParaRPr/>
          </a:p>
          <a:p>
            <a:pPr marL="742950" lvl="1" indent="-187959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82" name="Google Shape;382;p28"/>
          <p:cNvSpPr txBox="1">
            <a:spLocks noGrp="1"/>
          </p:cNvSpPr>
          <p:nvPr>
            <p:ph type="title"/>
          </p:nvPr>
        </p:nvSpPr>
        <p:spPr>
          <a:xfrm>
            <a:off x="1150938" y="641350"/>
            <a:ext cx="7793037" cy="103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Bipolar-AMI</a:t>
            </a:r>
            <a:endParaRPr/>
          </a:p>
        </p:txBody>
      </p:sp>
      <p:graphicFrame>
        <p:nvGraphicFramePr>
          <p:cNvPr id="383" name="Google Shape;383;p28"/>
          <p:cNvGraphicFramePr/>
          <p:nvPr/>
        </p:nvGraphicFramePr>
        <p:xfrm>
          <a:off x="828675" y="2243138"/>
          <a:ext cx="7645400" cy="316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645400" imgH="3162300" progId="PBrush">
                  <p:embed/>
                </p:oleObj>
              </mc:Choice>
              <mc:Fallback>
                <p:oleObj r:id="rId3" imgW="7645400" imgH="3162300" progId="PBrush">
                  <p:embed/>
                  <p:pic>
                    <p:nvPicPr>
                      <p:cNvPr id="383" name="Google Shape;383;p2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828675" y="2243138"/>
                        <a:ext cx="7645400" cy="316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90" name="Google Shape;390;p29"/>
          <p:cNvSpPr/>
          <p:nvPr/>
        </p:nvSpPr>
        <p:spPr>
          <a:xfrm>
            <a:off x="419100" y="381000"/>
            <a:ext cx="8378825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Multilevel Transition, three level- MLT-3,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877888" y="2144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lang="en-US"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is no transition at the beginning of a 0 bit.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lang="en-US"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signal transitions from one level to the next at the beginning of a 1 bit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lang="en-US"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Transition occurs using three levels of signals (+1, 0, -1).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098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0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97" name="Google Shape;397;p30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MLT-3</a:t>
            </a:r>
            <a:endParaRPr/>
          </a:p>
        </p:txBody>
      </p:sp>
      <p:pic>
        <p:nvPicPr>
          <p:cNvPr id="398" name="Google Shape;39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0450" y="2097088"/>
            <a:ext cx="445770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1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05" name="Google Shape;405;p31"/>
          <p:cNvSpPr txBox="1">
            <a:spLocks noGrp="1"/>
          </p:cNvSpPr>
          <p:nvPr>
            <p:ph type="title"/>
          </p:nvPr>
        </p:nvSpPr>
        <p:spPr>
          <a:xfrm>
            <a:off x="1150938" y="688975"/>
            <a:ext cx="7793037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Biploar AMI and MLT-3 Example</a:t>
            </a:r>
            <a:endParaRPr/>
          </a:p>
        </p:txBody>
      </p:sp>
      <p:cxnSp>
        <p:nvCxnSpPr>
          <p:cNvPr id="406" name="Google Shape;406;p31"/>
          <p:cNvCxnSpPr/>
          <p:nvPr/>
        </p:nvCxnSpPr>
        <p:spPr>
          <a:xfrm>
            <a:off x="127158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07" name="Google Shape;407;p31"/>
          <p:cNvCxnSpPr/>
          <p:nvPr/>
        </p:nvCxnSpPr>
        <p:spPr>
          <a:xfrm>
            <a:off x="266223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08" name="Google Shape;408;p31"/>
          <p:cNvCxnSpPr/>
          <p:nvPr/>
        </p:nvCxnSpPr>
        <p:spPr>
          <a:xfrm>
            <a:off x="3355975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09" name="Google Shape;409;p31"/>
          <p:cNvCxnSpPr/>
          <p:nvPr/>
        </p:nvCxnSpPr>
        <p:spPr>
          <a:xfrm>
            <a:off x="4049713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10" name="Google Shape;410;p31"/>
          <p:cNvCxnSpPr/>
          <p:nvPr/>
        </p:nvCxnSpPr>
        <p:spPr>
          <a:xfrm>
            <a:off x="4756150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11" name="Google Shape;411;p31"/>
          <p:cNvCxnSpPr/>
          <p:nvPr/>
        </p:nvCxnSpPr>
        <p:spPr>
          <a:xfrm>
            <a:off x="5434013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12" name="Google Shape;412;p31"/>
          <p:cNvCxnSpPr/>
          <p:nvPr/>
        </p:nvCxnSpPr>
        <p:spPr>
          <a:xfrm>
            <a:off x="614203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13" name="Google Shape;413;p31"/>
          <p:cNvCxnSpPr/>
          <p:nvPr/>
        </p:nvCxnSpPr>
        <p:spPr>
          <a:xfrm>
            <a:off x="682148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14" name="Google Shape;414;p31"/>
          <p:cNvCxnSpPr/>
          <p:nvPr/>
        </p:nvCxnSpPr>
        <p:spPr>
          <a:xfrm>
            <a:off x="7531100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15" name="Google Shape;415;p31"/>
          <p:cNvCxnSpPr/>
          <p:nvPr/>
        </p:nvCxnSpPr>
        <p:spPr>
          <a:xfrm>
            <a:off x="823753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16" name="Google Shape;416;p31"/>
          <p:cNvCxnSpPr/>
          <p:nvPr/>
        </p:nvCxnSpPr>
        <p:spPr>
          <a:xfrm>
            <a:off x="891698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17" name="Google Shape;417;p31"/>
          <p:cNvCxnSpPr/>
          <p:nvPr/>
        </p:nvCxnSpPr>
        <p:spPr>
          <a:xfrm>
            <a:off x="1970088" y="2205038"/>
            <a:ext cx="0" cy="405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18" name="Google Shape;418;p31"/>
          <p:cNvCxnSpPr/>
          <p:nvPr/>
        </p:nvCxnSpPr>
        <p:spPr>
          <a:xfrm>
            <a:off x="1271588" y="3006725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19" name="Google Shape;419;p31"/>
          <p:cNvCxnSpPr/>
          <p:nvPr/>
        </p:nvCxnSpPr>
        <p:spPr>
          <a:xfrm>
            <a:off x="1271588" y="3403600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20" name="Google Shape;420;p31"/>
          <p:cNvCxnSpPr/>
          <p:nvPr/>
        </p:nvCxnSpPr>
        <p:spPr>
          <a:xfrm>
            <a:off x="1271588" y="3814763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21" name="Google Shape;421;p31"/>
          <p:cNvCxnSpPr/>
          <p:nvPr/>
        </p:nvCxnSpPr>
        <p:spPr>
          <a:xfrm>
            <a:off x="1271588" y="4762500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22" name="Google Shape;422;p31"/>
          <p:cNvCxnSpPr/>
          <p:nvPr/>
        </p:nvCxnSpPr>
        <p:spPr>
          <a:xfrm>
            <a:off x="1271588" y="5146675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23" name="Google Shape;423;p31"/>
          <p:cNvCxnSpPr/>
          <p:nvPr/>
        </p:nvCxnSpPr>
        <p:spPr>
          <a:xfrm>
            <a:off x="1271588" y="5559425"/>
            <a:ext cx="76692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24" name="Google Shape;424;p31"/>
          <p:cNvSpPr txBox="1"/>
          <p:nvPr/>
        </p:nvSpPr>
        <p:spPr>
          <a:xfrm>
            <a:off x="1384300" y="2224088"/>
            <a:ext cx="7396163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0     1     0    0    1     1     1    0    0     1    1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1"/>
          <p:cNvSpPr txBox="1"/>
          <p:nvPr/>
        </p:nvSpPr>
        <p:spPr>
          <a:xfrm>
            <a:off x="187325" y="3149600"/>
            <a:ext cx="1262063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Biploar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AMI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1"/>
          <p:cNvSpPr txBox="1"/>
          <p:nvPr/>
        </p:nvSpPr>
        <p:spPr>
          <a:xfrm>
            <a:off x="58738" y="4906963"/>
            <a:ext cx="116522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MLT-3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2"/>
          <p:cNvSpPr txBox="1">
            <a:spLocks noGrp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 b="1"/>
              <a:t>Block Coding</a:t>
            </a:r>
            <a:endParaRPr/>
          </a:p>
        </p:txBody>
      </p:sp>
      <p:sp>
        <p:nvSpPr>
          <p:cNvPr id="432" name="Google Shape;432;p3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3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Block Coding/Scrambling </a:t>
            </a:r>
            <a:endParaRPr/>
          </a:p>
        </p:txBody>
      </p:sp>
      <p:sp>
        <p:nvSpPr>
          <p:cNvPr id="439" name="Google Shape;439;p33"/>
          <p:cNvSpPr txBox="1">
            <a:spLocks noGrp="1"/>
          </p:cNvSpPr>
          <p:nvPr>
            <p:ph type="body" idx="1"/>
          </p:nvPr>
        </p:nvSpPr>
        <p:spPr>
          <a:xfrm>
            <a:off x="544513" y="2017713"/>
            <a:ext cx="8410575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NRZ, Bipolar AMI, MLT-3 all has a common problem.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Long sequence of 0 can make the receiver lose synchronization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>
                <a:solidFill>
                  <a:srgbClr val="FF0000"/>
                </a:solidFill>
              </a:rPr>
              <a:t>Solutions: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Change the bit stream before encoding with NRZ-I  so that there is no long streams of 0s.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4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445" name="Google Shape;445;p34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Solutions:</a:t>
            </a:r>
            <a:endParaRPr/>
          </a:p>
        </p:txBody>
      </p:sp>
      <p:sp>
        <p:nvSpPr>
          <p:cNvPr id="446" name="Google Shape;446;p34"/>
          <p:cNvSpPr txBox="1">
            <a:spLocks noGrp="1"/>
          </p:cNvSpPr>
          <p:nvPr>
            <p:ph type="body" idx="1"/>
          </p:nvPr>
        </p:nvSpPr>
        <p:spPr>
          <a:xfrm>
            <a:off x="6619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</a:pPr>
            <a:r>
              <a:rPr lang="en-US" sz="3600"/>
              <a:t>Block Coding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160"/>
              <a:buChar char="■"/>
            </a:pPr>
            <a:r>
              <a:rPr lang="en-US" sz="3600"/>
              <a:t>Scrambling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160"/>
              <a:buChar char="■"/>
            </a:pPr>
            <a:r>
              <a:rPr lang="en-US" sz="3600">
                <a:solidFill>
                  <a:schemeClr val="dk2"/>
                </a:solidFill>
              </a:rPr>
              <a:t>Block Coding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Changes a block of m bits to a block of n bits.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Referred to as mB/nB encoding.</a:t>
            </a:r>
            <a:endParaRPr/>
          </a:p>
          <a:p>
            <a:pPr marL="742950" lvl="1" indent="-17399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None/>
            </a:pPr>
            <a:endParaRPr sz="3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5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452" name="Google Shape;452;p35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Block Coding</a:t>
            </a:r>
            <a:endParaRPr/>
          </a:p>
        </p:txBody>
      </p:sp>
      <p:sp>
        <p:nvSpPr>
          <p:cNvPr id="453" name="Google Shape;453;p35"/>
          <p:cNvSpPr txBox="1">
            <a:spLocks noGrp="1"/>
          </p:cNvSpPr>
          <p:nvPr>
            <p:ph type="body" idx="1"/>
          </p:nvPr>
        </p:nvSpPr>
        <p:spPr>
          <a:xfrm>
            <a:off x="141288" y="19796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Three Steps Process: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Division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Substitution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Line Coding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Font typeface="Noto Sans Symbols"/>
              <a:buNone/>
            </a:pPr>
            <a:r>
              <a:rPr lang="en-US"/>
              <a:t>	/Combination</a:t>
            </a:r>
            <a:endParaRPr/>
          </a:p>
        </p:txBody>
      </p:sp>
      <p:pic>
        <p:nvPicPr>
          <p:cNvPr id="454" name="Google Shape;45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3100" y="2605088"/>
            <a:ext cx="5715000" cy="363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6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460" name="Google Shape;460;p36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1-Division</a:t>
            </a:r>
            <a:endParaRPr/>
          </a:p>
        </p:txBody>
      </p:sp>
      <p:sp>
        <p:nvSpPr>
          <p:cNvPr id="461" name="Google Shape;461;p36"/>
          <p:cNvSpPr txBox="1">
            <a:spLocks noGrp="1"/>
          </p:cNvSpPr>
          <p:nvPr>
            <p:ph type="body" idx="1"/>
          </p:nvPr>
        </p:nvSpPr>
        <p:spPr>
          <a:xfrm>
            <a:off x="649288" y="2017713"/>
            <a:ext cx="7772400" cy="204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The sequence of bits in data in divided into m Bits.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For example in </a:t>
            </a:r>
            <a:r>
              <a:rPr lang="en-US" sz="2800">
                <a:solidFill>
                  <a:schemeClr val="dk2"/>
                </a:solidFill>
              </a:rPr>
              <a:t>4B/5B</a:t>
            </a:r>
            <a:r>
              <a:rPr lang="en-US" sz="2800"/>
              <a:t> encoding, the original bit sequence is divided into </a:t>
            </a:r>
            <a:r>
              <a:rPr lang="en-US" sz="2800">
                <a:solidFill>
                  <a:schemeClr val="dk2"/>
                </a:solidFill>
              </a:rPr>
              <a:t>4-bit codes/sequence.</a:t>
            </a:r>
            <a:endParaRPr/>
          </a:p>
          <a:p>
            <a:pPr marL="342900" lvl="0" indent="-23622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endParaRPr sz="2800"/>
          </a:p>
        </p:txBody>
      </p:sp>
      <p:graphicFrame>
        <p:nvGraphicFramePr>
          <p:cNvPr id="462" name="Google Shape;462;p36"/>
          <p:cNvGraphicFramePr/>
          <p:nvPr/>
        </p:nvGraphicFramePr>
        <p:xfrm>
          <a:off x="1941513" y="4097338"/>
          <a:ext cx="5372100" cy="225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372100" imgH="2257425" progId="PBrush">
                  <p:embed/>
                </p:oleObj>
              </mc:Choice>
              <mc:Fallback>
                <p:oleObj r:id="rId3" imgW="5372100" imgH="2257425" progId="PBrush">
                  <p:embed/>
                  <p:pic>
                    <p:nvPicPr>
                      <p:cNvPr id="462" name="Google Shape;462;p3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941513" y="4097338"/>
                        <a:ext cx="5372100" cy="225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7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pic>
        <p:nvPicPr>
          <p:cNvPr id="469" name="Google Shape;46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8713" y="3138488"/>
            <a:ext cx="6096000" cy="3719512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7"/>
          <p:cNvSpPr/>
          <p:nvPr/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Step 2-Substitution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7"/>
          <p:cNvSpPr/>
          <p:nvPr/>
        </p:nvSpPr>
        <p:spPr>
          <a:xfrm>
            <a:off x="585788" y="2081213"/>
            <a:ext cx="7772400" cy="204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m bits sequence is substituted for a n bit code.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3622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8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477" name="Google Shape;477;p38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4B/5B Block Coding</a:t>
            </a:r>
            <a:endParaRPr/>
          </a:p>
        </p:txBody>
      </p:sp>
      <p:sp>
        <p:nvSpPr>
          <p:cNvPr id="478" name="Google Shape;478;p38"/>
          <p:cNvSpPr txBox="1">
            <a:spLocks noGrp="1"/>
          </p:cNvSpPr>
          <p:nvPr>
            <p:ph type="body" idx="1"/>
          </p:nvPr>
        </p:nvSpPr>
        <p:spPr>
          <a:xfrm>
            <a:off x="4587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>
                <a:solidFill>
                  <a:srgbClr val="FF0000"/>
                </a:solidFill>
              </a:rPr>
              <a:t>4-bit </a:t>
            </a:r>
            <a:r>
              <a:rPr lang="en-US"/>
              <a:t>code ==</a:t>
            </a:r>
            <a:r>
              <a:rPr lang="en-US">
                <a:solidFill>
                  <a:srgbClr val="FF0000"/>
                </a:solidFill>
              </a:rPr>
              <a:t>16</a:t>
            </a:r>
            <a:r>
              <a:rPr lang="en-US"/>
              <a:t> different combinations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>
                <a:solidFill>
                  <a:srgbClr val="FF0000"/>
                </a:solidFill>
              </a:rPr>
              <a:t>5-bit </a:t>
            </a:r>
            <a:r>
              <a:rPr lang="en-US"/>
              <a:t>code== </a:t>
            </a:r>
            <a:r>
              <a:rPr lang="en-US">
                <a:solidFill>
                  <a:srgbClr val="FF0000"/>
                </a:solidFill>
              </a:rPr>
              <a:t>32 </a:t>
            </a:r>
            <a:r>
              <a:rPr lang="en-US"/>
              <a:t>possible combinations.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So not all of 5-bit codes are required.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Selection of  the 5-bit code is such that each code contains no more than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“one leading 0 and no more than two trailing 0s.” (</a:t>
            </a:r>
            <a:r>
              <a:rPr lang="en-US">
                <a:solidFill>
                  <a:srgbClr val="FF0000"/>
                </a:solidFill>
              </a:rPr>
              <a:t>3 consecutive 0s</a:t>
            </a:r>
            <a:r>
              <a:rPr lang="en-US"/>
              <a:t>)</a:t>
            </a:r>
            <a:endParaRPr sz="2400"/>
          </a:p>
          <a:p>
            <a:pPr marL="342900" lvl="0" indent="-23622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endParaRPr sz="2800"/>
          </a:p>
          <a:p>
            <a:pPr marL="342900" lvl="0" indent="-22098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9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485" name="Google Shape;485;p39"/>
          <p:cNvSpPr txBox="1"/>
          <p:nvPr/>
        </p:nvSpPr>
        <p:spPr>
          <a:xfrm>
            <a:off x="1050925" y="554038"/>
            <a:ext cx="5595938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Table :  4B/5B encoding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6" name="Google Shape;486;p39"/>
          <p:cNvGrpSpPr/>
          <p:nvPr/>
        </p:nvGrpSpPr>
        <p:grpSpPr>
          <a:xfrm>
            <a:off x="992188" y="1792288"/>
            <a:ext cx="7381875" cy="4125912"/>
            <a:chOff x="134" y="559"/>
            <a:chExt cx="5482" cy="4058"/>
          </a:xfrm>
        </p:grpSpPr>
        <p:pic>
          <p:nvPicPr>
            <p:cNvPr id="487" name="Google Shape;487;p3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4" y="559"/>
              <a:ext cx="5482" cy="17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p3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4" y="2208"/>
              <a:ext cx="5465" cy="240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0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495" name="Google Shape;495;p40"/>
          <p:cNvSpPr/>
          <p:nvPr/>
        </p:nvSpPr>
        <p:spPr>
          <a:xfrm>
            <a:off x="922338" y="831850"/>
            <a:ext cx="52641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Step 3: Line Coding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0" descr="Weave"/>
          <p:cNvSpPr/>
          <p:nvPr/>
        </p:nvSpPr>
        <p:spPr>
          <a:xfrm>
            <a:off x="0" y="2141538"/>
            <a:ext cx="8567738" cy="391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92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After substitution, a line coding scheme, exp NRZ-I is chosen to create a signal.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CC"/>
              </a:buClr>
              <a:buSzPts val="392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very simple line coding scheme is chosen, because the block coding procedure provides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just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two desirable features (</a:t>
            </a:r>
            <a:r>
              <a:rPr lang="en-US" sz="2800" b="0" i="0" u="none" strike="noStrike" cap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??</a:t>
            </a: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of complex line coding schemes.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just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ahoma"/>
              <a:buNone/>
            </a:pPr>
            <a:endParaRPr sz="2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503" name="Google Shape;503;p41"/>
          <p:cNvSpPr/>
          <p:nvPr/>
        </p:nvSpPr>
        <p:spPr>
          <a:xfrm>
            <a:off x="1044575" y="609600"/>
            <a:ext cx="746760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Block Coding-Pros/Cons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1"/>
          <p:cNvSpPr/>
          <p:nvPr/>
        </p:nvSpPr>
        <p:spPr>
          <a:xfrm>
            <a:off x="585788" y="2144713"/>
            <a:ext cx="7859712" cy="374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lang="en-US"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Solves the synchronization problem but not the DC component problem.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098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lang="en-US"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DC is unacceptable, use bipolar or biphase encoding.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098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lang="en-US"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Increases the baud rate </a:t>
            </a:r>
            <a:r>
              <a:rPr lang="en-US" sz="3200" b="0" i="0" u="none" strike="noStrike" cap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by 20%</a:t>
            </a:r>
            <a:r>
              <a:rPr lang="en-US"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still better than Manchester schemes.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098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2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511" name="Google Shape;511;p42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Scrambling</a:t>
            </a:r>
            <a:endParaRPr/>
          </a:p>
        </p:txBody>
      </p:sp>
      <p:sp>
        <p:nvSpPr>
          <p:cNvPr id="512" name="Google Shape;512;p42"/>
          <p:cNvSpPr txBox="1">
            <a:spLocks noGrp="1"/>
          </p:cNvSpPr>
          <p:nvPr>
            <p:ph type="body" idx="1"/>
          </p:nvPr>
        </p:nvSpPr>
        <p:spPr>
          <a:xfrm>
            <a:off x="1182688" y="2017713"/>
            <a:ext cx="7772400" cy="4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Use scrambling to replace sequences that would produce constant voltage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Filling sequence 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Must be recognized by receiver and replace with original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Same length as original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Design Goals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No dc component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No long sequences of zero level line signal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No reduction in data rate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Error detection capability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3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Types of Scarmbling:</a:t>
            </a:r>
            <a:endParaRPr/>
          </a:p>
        </p:txBody>
      </p:sp>
      <p:sp>
        <p:nvSpPr>
          <p:cNvPr id="518" name="Google Shape;518;p43"/>
          <p:cNvSpPr txBox="1">
            <a:spLocks noGrp="1"/>
          </p:cNvSpPr>
          <p:nvPr>
            <p:ph type="body" idx="1"/>
          </p:nvPr>
        </p:nvSpPr>
        <p:spPr>
          <a:xfrm>
            <a:off x="748348" y="1903412"/>
            <a:ext cx="7772400" cy="462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4000"/>
              <a:t>B8ZS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Bipolar With 8 Zeros Substitution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Commonly used US.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</a:pPr>
            <a:r>
              <a:rPr lang="en-US" sz="4000"/>
              <a:t>HDB3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High Density Bipolar 3 Zeros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Based on Bipolar AMI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Commonly used Europe and Japan.</a:t>
            </a:r>
            <a:endParaRPr/>
          </a:p>
          <a:p>
            <a:pPr marL="342900" lvl="0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endParaRPr sz="4000"/>
          </a:p>
        </p:txBody>
      </p:sp>
      <p:sp>
        <p:nvSpPr>
          <p:cNvPr id="519" name="Google Shape;519;p43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4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526" name="Google Shape;526;p44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B8ZS</a:t>
            </a:r>
            <a:endParaRPr/>
          </a:p>
        </p:txBody>
      </p:sp>
      <p:sp>
        <p:nvSpPr>
          <p:cNvPr id="527" name="Google Shape;527;p44"/>
          <p:cNvSpPr txBox="1">
            <a:spLocks noGrp="1"/>
          </p:cNvSpPr>
          <p:nvPr>
            <p:ph type="body" idx="1"/>
          </p:nvPr>
        </p:nvSpPr>
        <p:spPr>
          <a:xfrm>
            <a:off x="805498" y="197199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Based on bipolar-AMI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If octet of all zeros and last voltage pulse preceding was positive encode as 000+-0-+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If octet of all zeros and last voltage pulse preceding was negative encode as 000-+0+-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Causes two violations of AMI code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Unlikely to occur as a result of noise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5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pic>
        <p:nvPicPr>
          <p:cNvPr id="534" name="Google Shape;53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557463"/>
            <a:ext cx="8829675" cy="26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5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B8ZS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6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542" name="Google Shape;542;p46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HDB3</a:t>
            </a:r>
            <a:endParaRPr/>
          </a:p>
        </p:txBody>
      </p:sp>
      <p:sp>
        <p:nvSpPr>
          <p:cNvPr id="543" name="Google Shape;543;p46"/>
          <p:cNvSpPr txBox="1"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High Density Bipolar 3 Zeros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Based on Bipolar AMI, Commonly used Europe and Japan.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Based on bipolar-AMI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String of four zeros replaced with one or two pulses</a:t>
            </a:r>
            <a:endParaRPr/>
          </a:p>
          <a:p>
            <a:pPr marL="342900" lvl="0" indent="-22098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22098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0e4e467503_0_0"/>
          <p:cNvSpPr txBox="1">
            <a:spLocks noGrp="1"/>
          </p:cNvSpPr>
          <p:nvPr>
            <p:ph type="title"/>
          </p:nvPr>
        </p:nvSpPr>
        <p:spPr>
          <a:xfrm>
            <a:off x="844913" y="388663"/>
            <a:ext cx="7793100" cy="146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HDB3 Subtitution Table</a:t>
            </a:r>
            <a:endParaRPr/>
          </a:p>
        </p:txBody>
      </p:sp>
      <p:sp>
        <p:nvSpPr>
          <p:cNvPr id="550" name="Google Shape;550;g20e4e467503_0_0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pic>
        <p:nvPicPr>
          <p:cNvPr id="551" name="Google Shape;551;g20e4e46750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075" y="2318925"/>
            <a:ext cx="8204800" cy="188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7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558" name="Google Shape;558;p47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HDB3</a:t>
            </a:r>
            <a:endParaRPr/>
          </a:p>
        </p:txBody>
      </p:sp>
      <p:pic>
        <p:nvPicPr>
          <p:cNvPr id="559" name="Google Shape;55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922463"/>
            <a:ext cx="6462713" cy="3563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1562</Words>
  <Application>Microsoft Office PowerPoint</Application>
  <PresentationFormat>On-screen Show (4:3)</PresentationFormat>
  <Paragraphs>318</Paragraphs>
  <Slides>48</Slides>
  <Notes>48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Times New Roman</vt:lpstr>
      <vt:lpstr>Noto Sans Symbols</vt:lpstr>
      <vt:lpstr>Tahoma</vt:lpstr>
      <vt:lpstr>Arial</vt:lpstr>
      <vt:lpstr>Blends</vt:lpstr>
      <vt:lpstr>PBrush</vt:lpstr>
      <vt:lpstr>CSE 320/EEE361 Data Communications </vt:lpstr>
      <vt:lpstr>Recap Previous Lecture</vt:lpstr>
      <vt:lpstr>Encoding Techniques</vt:lpstr>
      <vt:lpstr>Digital Data 🡪 Digital Signal</vt:lpstr>
      <vt:lpstr>Digital Data, Digital Signal</vt:lpstr>
      <vt:lpstr>PowerPoint Presentation</vt:lpstr>
      <vt:lpstr>PowerPoint Presentation</vt:lpstr>
      <vt:lpstr>PowerPoint Presentation</vt:lpstr>
      <vt:lpstr>Digital Data 🡪 Digital Signal</vt:lpstr>
      <vt:lpstr>BaseLine Wandering</vt:lpstr>
      <vt:lpstr>DC Components</vt:lpstr>
      <vt:lpstr>PowerPoint Presentation</vt:lpstr>
      <vt:lpstr>PowerPoint Presentation</vt:lpstr>
      <vt:lpstr>PowerPoint Presentation</vt:lpstr>
      <vt:lpstr>Different Line Encoding Schemes</vt:lpstr>
      <vt:lpstr>PowerPoint Presentation</vt:lpstr>
      <vt:lpstr>Unipolar</vt:lpstr>
      <vt:lpstr>NRZ-L &amp; NRZ-I (Bipolar)</vt:lpstr>
      <vt:lpstr>Nonreturn to Zero (NRZ)</vt:lpstr>
      <vt:lpstr>NRZ</vt:lpstr>
      <vt:lpstr>NRZ – Pros and Cons</vt:lpstr>
      <vt:lpstr>Differential Encoding</vt:lpstr>
      <vt:lpstr>Manchester Encoding &amp; Differential Manchester Encoding</vt:lpstr>
      <vt:lpstr>Biphase (Manchester and D-Manchester)</vt:lpstr>
      <vt:lpstr>Biphase -- Pros and Cons</vt:lpstr>
      <vt:lpstr>Modulation Rate</vt:lpstr>
      <vt:lpstr>Multilevel Binary</vt:lpstr>
      <vt:lpstr>Bipolar-AMI</vt:lpstr>
      <vt:lpstr>PowerPoint Presentation</vt:lpstr>
      <vt:lpstr>MLT-3</vt:lpstr>
      <vt:lpstr>Biploar AMI and MLT-3 Example</vt:lpstr>
      <vt:lpstr>Block Coding</vt:lpstr>
      <vt:lpstr>Block Coding/Scrambling </vt:lpstr>
      <vt:lpstr>Solutions:</vt:lpstr>
      <vt:lpstr>Block Coding</vt:lpstr>
      <vt:lpstr>Step 1-Division</vt:lpstr>
      <vt:lpstr>PowerPoint Presentation</vt:lpstr>
      <vt:lpstr>4B/5B Block Coding</vt:lpstr>
      <vt:lpstr>PowerPoint Presentation</vt:lpstr>
      <vt:lpstr>PowerPoint Presentation</vt:lpstr>
      <vt:lpstr>PowerPoint Presentation</vt:lpstr>
      <vt:lpstr>Scrambling</vt:lpstr>
      <vt:lpstr>Types of Scarmbling:</vt:lpstr>
      <vt:lpstr>B8ZS</vt:lpstr>
      <vt:lpstr>B8ZS</vt:lpstr>
      <vt:lpstr>HDB3</vt:lpstr>
      <vt:lpstr>HDB3 Subtitution Table</vt:lpstr>
      <vt:lpstr>HDB3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Porter</dc:creator>
  <cp:lastModifiedBy>Imtiaz Hossain</cp:lastModifiedBy>
  <cp:revision>2</cp:revision>
  <dcterms:created xsi:type="dcterms:W3CDTF">2001-03-29T16:51:24Z</dcterms:created>
  <dcterms:modified xsi:type="dcterms:W3CDTF">2024-07-09T07:28:50Z</dcterms:modified>
</cp:coreProperties>
</file>